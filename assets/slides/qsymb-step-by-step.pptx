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b70e2fba0f047ad" /><Relationship Type="http://schemas.openxmlformats.org/officeDocument/2006/relationships/extended-properties" Target="/docProps/app.xml" Id="R9821b5e99df34ee3" /><Relationship Type="http://schemas.openxmlformats.org/officeDocument/2006/relationships/officeDocument" Target="/ppt/presentation.xml" Id="R648461d1c13a410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b53df1faeb646e3"/>
  </p:sldMasterIdLst>
  <p:notesMasterIdLst>
    <p:notesMasterId xmlns:r="http://schemas.openxmlformats.org/officeDocument/2006/relationships" r:id="R62bdf6067a8b46b0"/>
  </p:notesMasterIdLst>
  <p:sldIdLst>
    <p:sldId xmlns:r="http://schemas.openxmlformats.org/officeDocument/2006/relationships" id="256" r:id="R4bede49319474bec"/>
    <p:sldId xmlns:r="http://schemas.openxmlformats.org/officeDocument/2006/relationships" id="257" r:id="R37df34bc715e4132"/>
    <p:sldId xmlns:r="http://schemas.openxmlformats.org/officeDocument/2006/relationships" id="258" r:id="R73eb2c8db70941a8"/>
    <p:sldId xmlns:r="http://schemas.openxmlformats.org/officeDocument/2006/relationships" id="259" r:id="Rf2818eb9b0614f97"/>
    <p:sldId xmlns:r="http://schemas.openxmlformats.org/officeDocument/2006/relationships" id="260" r:id="Re2c37a498a10417b"/>
    <p:sldId xmlns:r="http://schemas.openxmlformats.org/officeDocument/2006/relationships" id="261" r:id="R211f5dd3197d4cab"/>
    <p:sldId xmlns:r="http://schemas.openxmlformats.org/officeDocument/2006/relationships" id="262" r:id="Rcc9400acf3354bb0"/>
    <p:sldId xmlns:r="http://schemas.openxmlformats.org/officeDocument/2006/relationships" id="263" r:id="R55ef1f76a4624c0f"/>
    <p:sldId xmlns:r="http://schemas.openxmlformats.org/officeDocument/2006/relationships" id="264" r:id="R072a555a62ea4cc5"/>
    <p:sldId xmlns:r="http://schemas.openxmlformats.org/officeDocument/2006/relationships" id="265" r:id="R2e5330eee4d74687"/>
    <p:sldId xmlns:r="http://schemas.openxmlformats.org/officeDocument/2006/relationships" id="266" r:id="Rd04e45cd174a46f5"/>
    <p:sldId xmlns:r="http://schemas.openxmlformats.org/officeDocument/2006/relationships" id="267" r:id="Re151d029caa74647"/>
    <p:sldId xmlns:r="http://schemas.openxmlformats.org/officeDocument/2006/relationships" id="268" r:id="Rd962dc10b77e4e52"/>
    <p:sldId xmlns:r="http://schemas.openxmlformats.org/officeDocument/2006/relationships" id="269" r:id="R10e2ea19051b4cb3"/>
    <p:sldId xmlns:r="http://schemas.openxmlformats.org/officeDocument/2006/relationships" id="270" r:id="Rb27786b2d8c24a51"/>
    <p:sldId xmlns:r="http://schemas.openxmlformats.org/officeDocument/2006/relationships" id="271" r:id="Rf7e126351eba4d6b"/>
    <p:sldId xmlns:r="http://schemas.openxmlformats.org/officeDocument/2006/relationships" id="272" r:id="R84565f2f658144cf"/>
    <p:sldId xmlns:r="http://schemas.openxmlformats.org/officeDocument/2006/relationships" id="273" r:id="Rde8d8c4097ca421e"/>
    <p:sldId xmlns:r="http://schemas.openxmlformats.org/officeDocument/2006/relationships" id="274" r:id="R6a328f091bd44607"/>
    <p:sldId xmlns:r="http://schemas.openxmlformats.org/officeDocument/2006/relationships" id="275" r:id="R8611a371258c4d13"/>
    <p:sldId xmlns:r="http://schemas.openxmlformats.org/officeDocument/2006/relationships" id="276" r:id="Rb287635235bc42a1"/>
    <p:sldId xmlns:r="http://schemas.openxmlformats.org/officeDocument/2006/relationships" id="277" r:id="R863ab9b94bbe401d"/>
    <p:sldId xmlns:r="http://schemas.openxmlformats.org/officeDocument/2006/relationships" id="278" r:id="Rb81ac6ee399341db"/>
    <p:sldId xmlns:r="http://schemas.openxmlformats.org/officeDocument/2006/relationships" id="279" r:id="Rb31a22a816134199"/>
    <p:sldId xmlns:r="http://schemas.openxmlformats.org/officeDocument/2006/relationships" id="280" r:id="R589cba7f27f64fd4"/>
    <p:sldId xmlns:r="http://schemas.openxmlformats.org/officeDocument/2006/relationships" id="281" r:id="R5f8b7bbb88b84ef9"/>
    <p:sldId xmlns:r="http://schemas.openxmlformats.org/officeDocument/2006/relationships" id="282" r:id="R7ec390c6370f4b7e"/>
    <p:sldId xmlns:r="http://schemas.openxmlformats.org/officeDocument/2006/relationships" id="283" r:id="R052ed7e734874c6d"/>
    <p:sldId xmlns:r="http://schemas.openxmlformats.org/officeDocument/2006/relationships" id="284" r:id="R23a92732802a4be7"/>
    <p:sldId xmlns:r="http://schemas.openxmlformats.org/officeDocument/2006/relationships" id="285" r:id="R94113faace124080"/>
    <p:sldId xmlns:r="http://schemas.openxmlformats.org/officeDocument/2006/relationships" id="286" r:id="Rc70f8b3c744045e2"/>
    <p:sldId xmlns:r="http://schemas.openxmlformats.org/officeDocument/2006/relationships" id="287" r:id="R0ce17d320c024720"/>
    <p:sldId xmlns:r="http://schemas.openxmlformats.org/officeDocument/2006/relationships" id="288" r:id="Rb3967afaea5847b5"/>
    <p:sldId xmlns:r="http://schemas.openxmlformats.org/officeDocument/2006/relationships" id="289" r:id="R4c3e63e35d8b4745"/>
    <p:sldId xmlns:r="http://schemas.openxmlformats.org/officeDocument/2006/relationships" id="290" r:id="Ra58bfad832de432f"/>
    <p:sldId xmlns:r="http://schemas.openxmlformats.org/officeDocument/2006/relationships" id="291" r:id="R2e16f6e7eec64be2"/>
    <p:sldId xmlns:r="http://schemas.openxmlformats.org/officeDocument/2006/relationships" id="292" r:id="R482c0e49bafa44df"/>
    <p:sldId xmlns:r="http://schemas.openxmlformats.org/officeDocument/2006/relationships" id="293" r:id="R330d8d9dc2924b64"/>
    <p:sldId xmlns:r="http://schemas.openxmlformats.org/officeDocument/2006/relationships" id="294" r:id="R8803bbad46b04786"/>
    <p:sldId xmlns:r="http://schemas.openxmlformats.org/officeDocument/2006/relationships" id="295" r:id="Rcb333d0525b64474"/>
    <p:sldId xmlns:r="http://schemas.openxmlformats.org/officeDocument/2006/relationships" id="296" r:id="R701fcdcd85ff4db0"/>
    <p:sldId xmlns:r="http://schemas.openxmlformats.org/officeDocument/2006/relationships" id="297" r:id="R40c7ec4fdf05450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5fae7aaa2b946f8" /><Relationship Type="http://schemas.openxmlformats.org/officeDocument/2006/relationships/slideMaster" Target="/ppt/slideMasters/slideMaster1.xml" Id="R6b53df1faeb646e3" /><Relationship Type="http://schemas.openxmlformats.org/officeDocument/2006/relationships/notesMaster" Target="/ppt/notesMasters/notesMaster1.xml" Id="R62bdf6067a8b46b0" /><Relationship Type="http://schemas.openxmlformats.org/officeDocument/2006/relationships/presProps" Target="/ppt/presProps.xml" Id="Re0909f2b27a942c9" /><Relationship Type="http://schemas.openxmlformats.org/officeDocument/2006/relationships/tableStyles" Target="/ppt/tableStyles.xml" Id="Rd286fbedc7e14894" /><Relationship Type="http://schemas.openxmlformats.org/officeDocument/2006/relationships/slide" Target="/ppt/slides/slide1.xml" Id="R4bede49319474bec" /><Relationship Type="http://schemas.openxmlformats.org/officeDocument/2006/relationships/slide" Target="/ppt/slides/slide2.xml" Id="R37df34bc715e4132" /><Relationship Type="http://schemas.openxmlformats.org/officeDocument/2006/relationships/slide" Target="/ppt/slides/slide3.xml" Id="R73eb2c8db70941a8" /><Relationship Type="http://schemas.openxmlformats.org/officeDocument/2006/relationships/slide" Target="/ppt/slides/slide4.xml" Id="Rf2818eb9b0614f97" /><Relationship Type="http://schemas.openxmlformats.org/officeDocument/2006/relationships/slide" Target="/ppt/slides/slide5.xml" Id="Re2c37a498a10417b" /><Relationship Type="http://schemas.openxmlformats.org/officeDocument/2006/relationships/slide" Target="/ppt/slides/slide6.xml" Id="R211f5dd3197d4cab" /><Relationship Type="http://schemas.openxmlformats.org/officeDocument/2006/relationships/slide" Target="/ppt/slides/slide7.xml" Id="Rcc9400acf3354bb0" /><Relationship Type="http://schemas.openxmlformats.org/officeDocument/2006/relationships/slide" Target="/ppt/slides/slide8.xml" Id="R55ef1f76a4624c0f" /><Relationship Type="http://schemas.openxmlformats.org/officeDocument/2006/relationships/slide" Target="/ppt/slides/slide9.xml" Id="R072a555a62ea4cc5" /><Relationship Type="http://schemas.openxmlformats.org/officeDocument/2006/relationships/slide" Target="/ppt/slides/slide10.xml" Id="R2e5330eee4d74687" /><Relationship Type="http://schemas.openxmlformats.org/officeDocument/2006/relationships/slide" Target="/ppt/slides/slide11.xml" Id="Rd04e45cd174a46f5" /><Relationship Type="http://schemas.openxmlformats.org/officeDocument/2006/relationships/slide" Target="/ppt/slides/slide12.xml" Id="Re151d029caa74647" /><Relationship Type="http://schemas.openxmlformats.org/officeDocument/2006/relationships/slide" Target="/ppt/slides/slide13.xml" Id="Rd962dc10b77e4e52" /><Relationship Type="http://schemas.openxmlformats.org/officeDocument/2006/relationships/slide" Target="/ppt/slides/slide14.xml" Id="R10e2ea19051b4cb3" /><Relationship Type="http://schemas.openxmlformats.org/officeDocument/2006/relationships/slide" Target="/ppt/slides/slide15.xml" Id="Rb27786b2d8c24a51" /><Relationship Type="http://schemas.openxmlformats.org/officeDocument/2006/relationships/slide" Target="/ppt/slides/slide16.xml" Id="Rf7e126351eba4d6b" /><Relationship Type="http://schemas.openxmlformats.org/officeDocument/2006/relationships/slide" Target="/ppt/slides/slide17.xml" Id="R84565f2f658144cf" /><Relationship Type="http://schemas.openxmlformats.org/officeDocument/2006/relationships/slide" Target="/ppt/slides/slide18.xml" Id="Rde8d8c4097ca421e" /><Relationship Type="http://schemas.openxmlformats.org/officeDocument/2006/relationships/slide" Target="/ppt/slides/slide19.xml" Id="R6a328f091bd44607" /><Relationship Type="http://schemas.openxmlformats.org/officeDocument/2006/relationships/slide" Target="/ppt/slides/slide20.xml" Id="R8611a371258c4d13" /><Relationship Type="http://schemas.openxmlformats.org/officeDocument/2006/relationships/slide" Target="/ppt/slides/slide21.xml" Id="Rb287635235bc42a1" /><Relationship Type="http://schemas.openxmlformats.org/officeDocument/2006/relationships/slide" Target="/ppt/slides/slide22.xml" Id="R863ab9b94bbe401d" /><Relationship Type="http://schemas.openxmlformats.org/officeDocument/2006/relationships/slide" Target="/ppt/slides/slide23.xml" Id="Rb81ac6ee399341db" /><Relationship Type="http://schemas.openxmlformats.org/officeDocument/2006/relationships/slide" Target="/ppt/slides/slide24.xml" Id="Rb31a22a816134199" /><Relationship Type="http://schemas.openxmlformats.org/officeDocument/2006/relationships/slide" Target="/ppt/slides/slide25.xml" Id="R589cba7f27f64fd4" /><Relationship Type="http://schemas.openxmlformats.org/officeDocument/2006/relationships/slide" Target="/ppt/slides/slide26.xml" Id="R5f8b7bbb88b84ef9" /><Relationship Type="http://schemas.openxmlformats.org/officeDocument/2006/relationships/slide" Target="/ppt/slides/slide27.xml" Id="R7ec390c6370f4b7e" /><Relationship Type="http://schemas.openxmlformats.org/officeDocument/2006/relationships/slide" Target="/ppt/slides/slide28.xml" Id="R052ed7e734874c6d" /><Relationship Type="http://schemas.openxmlformats.org/officeDocument/2006/relationships/slide" Target="/ppt/slides/slide29.xml" Id="R23a92732802a4be7" /><Relationship Type="http://schemas.openxmlformats.org/officeDocument/2006/relationships/slide" Target="/ppt/slides/slide30.xml" Id="R94113faace124080" /><Relationship Type="http://schemas.openxmlformats.org/officeDocument/2006/relationships/slide" Target="/ppt/slides/slide31.xml" Id="Rc70f8b3c744045e2" /><Relationship Type="http://schemas.openxmlformats.org/officeDocument/2006/relationships/slide" Target="/ppt/slides/slide32.xml" Id="R0ce17d320c024720" /><Relationship Type="http://schemas.openxmlformats.org/officeDocument/2006/relationships/slide" Target="/ppt/slides/slide33.xml" Id="Rb3967afaea5847b5" /><Relationship Type="http://schemas.openxmlformats.org/officeDocument/2006/relationships/slide" Target="/ppt/slides/slide34.xml" Id="R4c3e63e35d8b4745" /><Relationship Type="http://schemas.openxmlformats.org/officeDocument/2006/relationships/slide" Target="/ppt/slides/slide35.xml" Id="Ra58bfad832de432f" /><Relationship Type="http://schemas.openxmlformats.org/officeDocument/2006/relationships/slide" Target="/ppt/slides/slide36.xml" Id="R2e16f6e7eec64be2" /><Relationship Type="http://schemas.openxmlformats.org/officeDocument/2006/relationships/slide" Target="/ppt/slides/slide37.xml" Id="R482c0e49bafa44df" /><Relationship Type="http://schemas.openxmlformats.org/officeDocument/2006/relationships/slide" Target="/ppt/slides/slide38.xml" Id="R330d8d9dc2924b64" /><Relationship Type="http://schemas.openxmlformats.org/officeDocument/2006/relationships/slide" Target="/ppt/slides/slide39.xml" Id="R8803bbad46b04786" /><Relationship Type="http://schemas.openxmlformats.org/officeDocument/2006/relationships/slide" Target="/ppt/slides/slide40.xml" Id="Rcb333d0525b64474" /><Relationship Type="http://schemas.openxmlformats.org/officeDocument/2006/relationships/slide" Target="/ppt/slides/slide41.xml" Id="R701fcdcd85ff4db0" /><Relationship Type="http://schemas.openxmlformats.org/officeDocument/2006/relationships/slide" Target="/ppt/slides/slide42.xml" Id="R40c7ec4fdf05450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b67f1f777324b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ef35767efc04768" /><Relationship Type="http://schemas.openxmlformats.org/officeDocument/2006/relationships/notesMaster" Target="/ppt/notesMasters/notesMaster1.xml" Id="Rc3a6540a77b14a2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4213c562bec454e" /><Relationship Type="http://schemas.openxmlformats.org/officeDocument/2006/relationships/notesMaster" Target="/ppt/notesMasters/notesMaster1.xml" Id="Rc64453f89f7f43d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e79027768d445d8" /><Relationship Type="http://schemas.openxmlformats.org/officeDocument/2006/relationships/notesMaster" Target="/ppt/notesMasters/notesMaster1.xml" Id="R8a1365a20fd74eb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a4e3cca76734cb2" /><Relationship Type="http://schemas.openxmlformats.org/officeDocument/2006/relationships/notesMaster" Target="/ppt/notesMasters/notesMaster1.xml" Id="R342f4e6d56ec49f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3c17fdc155f4d06" /><Relationship Type="http://schemas.openxmlformats.org/officeDocument/2006/relationships/notesMaster" Target="/ppt/notesMasters/notesMaster1.xml" Id="Raa0ba4854218400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5d4f2b6ba7b460f" /><Relationship Type="http://schemas.openxmlformats.org/officeDocument/2006/relationships/notesMaster" Target="/ppt/notesMasters/notesMaster1.xml" Id="R0a65981848f8444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a1bea8246b649c1" /><Relationship Type="http://schemas.openxmlformats.org/officeDocument/2006/relationships/notesMaster" Target="/ppt/notesMasters/notesMaster1.xml" Id="R7a6e5448c5fd429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262c9d9857e4f36" /><Relationship Type="http://schemas.openxmlformats.org/officeDocument/2006/relationships/notesMaster" Target="/ppt/notesMasters/notesMaster1.xml" Id="R383997ce980643e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a098fbaf16d4821" /><Relationship Type="http://schemas.openxmlformats.org/officeDocument/2006/relationships/notesMaster" Target="/ppt/notesMasters/notesMaster1.xml" Id="R55f2781f9c6540c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59507aa3f5d44d5" /><Relationship Type="http://schemas.openxmlformats.org/officeDocument/2006/relationships/notesMaster" Target="/ppt/notesMasters/notesMaster1.xml" Id="R6ea9b5b411a445b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f17080c76034efb" /><Relationship Type="http://schemas.openxmlformats.org/officeDocument/2006/relationships/notesMaster" Target="/ppt/notesMasters/notesMaster1.xml" Id="R0f9be2747c2b46d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a7a946c01ad4d78" /><Relationship Type="http://schemas.openxmlformats.org/officeDocument/2006/relationships/notesMaster" Target="/ppt/notesMasters/notesMaster1.xml" Id="Rbd801058c8964c4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aaaeedcdc5742c0" /><Relationship Type="http://schemas.openxmlformats.org/officeDocument/2006/relationships/notesMaster" Target="/ppt/notesMasters/notesMaster1.xml" Id="R1106fadb88a24da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1e9f7306e9241d2" /><Relationship Type="http://schemas.openxmlformats.org/officeDocument/2006/relationships/notesMaster" Target="/ppt/notesMasters/notesMaster1.xml" Id="R67ae37367472477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f546523d11e4ade" /><Relationship Type="http://schemas.openxmlformats.org/officeDocument/2006/relationships/notesMaster" Target="/ppt/notesMasters/notesMaster1.xml" Id="R77c15b3c6eb64ee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7dcab9db39c4f87" /><Relationship Type="http://schemas.openxmlformats.org/officeDocument/2006/relationships/notesMaster" Target="/ppt/notesMasters/notesMaster1.xml" Id="R910ba037f590405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5ac20d5caa54566" /><Relationship Type="http://schemas.openxmlformats.org/officeDocument/2006/relationships/notesMaster" Target="/ppt/notesMasters/notesMaster1.xml" Id="R83921066ddc3444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1eeb45c8bc9495c" /><Relationship Type="http://schemas.openxmlformats.org/officeDocument/2006/relationships/notesMaster" Target="/ppt/notesMasters/notesMaster1.xml" Id="R1b8845bb0b3d41a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153c04744024060" /><Relationship Type="http://schemas.openxmlformats.org/officeDocument/2006/relationships/notesMaster" Target="/ppt/notesMasters/notesMaster1.xml" Id="R4730f00513314c3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fc06ddcb7a9421a" /><Relationship Type="http://schemas.openxmlformats.org/officeDocument/2006/relationships/notesMaster" Target="/ppt/notesMasters/notesMaster1.xml" Id="Ra9a306bbfef54ba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c315dd3e7f640c0" /><Relationship Type="http://schemas.openxmlformats.org/officeDocument/2006/relationships/notesMaster" Target="/ppt/notesMasters/notesMaster1.xml" Id="R94378174363b4ec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900e5223d584a3c" /><Relationship Type="http://schemas.openxmlformats.org/officeDocument/2006/relationships/notesMaster" Target="/ppt/notesMasters/notesMaster1.xml" Id="R921b6875276d449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c79009bd8b14db7" /><Relationship Type="http://schemas.openxmlformats.org/officeDocument/2006/relationships/notesMaster" Target="/ppt/notesMasters/notesMaster1.xml" Id="R92060d85297b434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084f1b343ee4595" /><Relationship Type="http://schemas.openxmlformats.org/officeDocument/2006/relationships/notesMaster" Target="/ppt/notesMasters/notesMaster1.xml" Id="R8e26a69c15c141dc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aff9b6f2ae7545d5" /><Relationship Type="http://schemas.openxmlformats.org/officeDocument/2006/relationships/notesMaster" Target="/ppt/notesMasters/notesMaster1.xml" Id="Rba0d6ebb0c1842b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f325a14f5f445a2" /><Relationship Type="http://schemas.openxmlformats.org/officeDocument/2006/relationships/notesMaster" Target="/ppt/notesMasters/notesMaster1.xml" Id="R934c28201d124b8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9d4e96e238e4507" /><Relationship Type="http://schemas.openxmlformats.org/officeDocument/2006/relationships/notesMaster" Target="/ppt/notesMasters/notesMaster1.xml" Id="Rf17a3b531226456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82cebf498aa480a" /><Relationship Type="http://schemas.openxmlformats.org/officeDocument/2006/relationships/notesMaster" Target="/ppt/notesMasters/notesMaster1.xml" Id="R7f7d147dc4db42b4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2dcff467fa034164" /><Relationship Type="http://schemas.openxmlformats.org/officeDocument/2006/relationships/notesMaster" Target="/ppt/notesMasters/notesMaster1.xml" Id="R450a6d10a1cd4b75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9986b5c25d64be9" /><Relationship Type="http://schemas.openxmlformats.org/officeDocument/2006/relationships/notesMaster" Target="/ppt/notesMasters/notesMaster1.xml" Id="R80e48f20d6f541b6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ab4f509264514aac" /><Relationship Type="http://schemas.openxmlformats.org/officeDocument/2006/relationships/notesMaster" Target="/ppt/notesMasters/notesMaster1.xml" Id="R98872934990a4140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ede114bf9e06490d" /><Relationship Type="http://schemas.openxmlformats.org/officeDocument/2006/relationships/notesMaster" Target="/ppt/notesMasters/notesMaster1.xml" Id="R56725d5a89f74fa5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11205b51440e4a90" /><Relationship Type="http://schemas.openxmlformats.org/officeDocument/2006/relationships/notesMaster" Target="/ppt/notesMasters/notesMaster1.xml" Id="Rca892f9902144ca2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bdbf87c2f8ec4807" /><Relationship Type="http://schemas.openxmlformats.org/officeDocument/2006/relationships/notesMaster" Target="/ppt/notesMasters/notesMaster1.xml" Id="Rf0a19bb5d10e41e1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8757bd54b3e24bee" /><Relationship Type="http://schemas.openxmlformats.org/officeDocument/2006/relationships/notesMaster" Target="/ppt/notesMasters/notesMaster1.xml" Id="Ra380b1c85324407f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2efa5a63b9c64536" /><Relationship Type="http://schemas.openxmlformats.org/officeDocument/2006/relationships/notesMaster" Target="/ppt/notesMasters/notesMaster1.xml" Id="R4c488fcd1e4f4e82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8d7ad1c31a6c4ac5" /><Relationship Type="http://schemas.openxmlformats.org/officeDocument/2006/relationships/notesMaster" Target="/ppt/notesMasters/notesMaster1.xml" Id="R40b3aa113fa54cfd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deb35e982cc94bc1" /><Relationship Type="http://schemas.openxmlformats.org/officeDocument/2006/relationships/notesMaster" Target="/ppt/notesMasters/notesMaster1.xml" Id="Re3d2bb0556804f51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d1b2d0c07c20448f" /><Relationship Type="http://schemas.openxmlformats.org/officeDocument/2006/relationships/notesMaster" Target="/ppt/notesMasters/notesMaster1.xml" Id="Racf2479338a640d7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5e56194b1c8f4f3b" /><Relationship Type="http://schemas.openxmlformats.org/officeDocument/2006/relationships/notesMaster" Target="/ppt/notesMasters/notesMaster1.xml" Id="R51bcc2f5206b4b30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32c4551f26364faf" /><Relationship Type="http://schemas.openxmlformats.org/officeDocument/2006/relationships/notesMaster" Target="/ppt/notesMasters/notesMaster1.xml" Id="R7b16e00a0ced4526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2f3d07d1df374c2f" /><Relationship Type="http://schemas.openxmlformats.org/officeDocument/2006/relationships/notesMaster" Target="/ppt/notesMasters/notesMaster1.xml" Id="R3704b524eb90423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QSymb automatically synthesizes quantum-circuit rewrite rules.</a:t>
            </a:r>
          </a:p>
          <a:p xmlns:a="http://schemas.openxmlformats.org/drawingml/2006/main">
            <a:r>
              <a:t>- Goal: a compact rule basis with long-distance reach.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Why do existing rewrite rules struggle?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Paper title and abstract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Problem: preserve the circuit’s computation while reducing gate cost.</a:t>
            </a:r>
          </a:p>
          <a:p xmlns:a="http://schemas.openxmlformats.org/drawingml/2006/main">
            <a:r>
              <a:t>- Example: cancel CX/CX and X/X, leaving two gates.</a:t>
            </a:r>
          </a:p>
          <a:p xmlns:a="http://schemas.openxmlformats.org/drawingml/2006/main">
            <a:r>
              <a:t>- Fewer noisy operations can improve reliability; short coherence times limit depth.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What makes rewrite-based optimization difficult? Start with rule explosion.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§1 Introduction; §2 quantum-circuit semantics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Prior rule sets contain 4,615–11,777 concrete rules.</a:t>
            </a:r>
          </a:p>
          <a:p xmlns:a="http://schemas.openxmlformats.org/drawingml/2006/main">
            <a:r>
              <a:t>- Counts depend on the gate set; Quartz/Queso attribution follows Table 1.</a:t>
            </a:r>
          </a:p>
          <a:p xmlns:a="http://schemas.openxmlformats.org/drawingml/2006/main">
            <a:r>
              <a:t>- Many rules are derivable. Seek a compact basis with the same coverage.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Even thousands of small rules can struggle with a long context.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§7.1, Table 1: prior concrete rule sets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Small patterns cannot directly span arbitrarily long contexts.</a:t>
            </a:r>
          </a:p>
          <a:p xmlns:a="http://schemas.openxmlformats.org/drawingml/2006/main">
            <a:r>
              <a:t>- The rewrite requires S CZ = CX S; S is not unrestricted.</a:t>
            </a:r>
          </a:p>
          <a:p xmlns:a="http://schemas.openxmlformats.org/drawingml/2006/main">
            <a:r>
              <a:t>- Local sequences may also work; the challenge is finding the sequence.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Now show the workflow that synthesizes and applies this rule.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Point to the 12 gates separating CZ and CX.</a:t>
            </a:r>
          </a:p>
          <a:p xmlns:a="http://schemas.openxmlformats.org/drawingml/2006/main">
            <a:r>
              <a:t>NEXT: Under the displayed condition, move CZ through S as CX.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§§2–3, 5.5; illustrative CZ → CX instance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Small patterns cannot directly span arbitrarily long contexts.</a:t>
            </a:r>
          </a:p>
          <a:p xmlns:a="http://schemas.openxmlformats.org/drawingml/2006/main">
            <a:r>
              <a:t>- The rewrite requires S CZ = CX S; S is not unrestricted.</a:t>
            </a:r>
          </a:p>
          <a:p xmlns:a="http://schemas.openxmlformats.org/drawingml/2006/main">
            <a:r>
              <a:t>- Local sequences may also work; the challenge is finding the sequence.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Now show the workflow that synthesizes and applies this rule.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Under the displayed condition, move CZ through S as CX.</a:t>
            </a:r>
          </a:p>
          <a:p xmlns:a="http://schemas.openxmlformats.org/drawingml/2006/main">
            <a:r>
              <a:t>NEXT: The CX pair cancels; one CZ and one CX are removed overall.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§§2–3, 5.5; illustrative CZ → CX instance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Small patterns cannot directly span arbitrarily long contexts.</a:t>
            </a:r>
          </a:p>
          <a:p xmlns:a="http://schemas.openxmlformats.org/drawingml/2006/main">
            <a:r>
              <a:t>- The rewrite requires S CZ = CX S; S is not unrestricted.</a:t>
            </a:r>
          </a:p>
          <a:p xmlns:a="http://schemas.openxmlformats.org/drawingml/2006/main">
            <a:r>
              <a:t>- Local sequences may also work; the challenge is finding the sequence.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Now show the workflow that synthesizes and applies this rule.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The CX pair cancels; one CZ and one CX are removed overall.</a:t>
            </a:r>
          </a:p>
          <a:p xmlns:a="http://schemas.openxmlformats.org/drawingml/2006/main">
            <a:r>
              <a:t>NEXT: Now show the workflow that synthesizes and applies this rule.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§§2–3, 5.5; illustrative CZ → CX instance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Concrete synthesis → symbolic synthesis → anchoring → optimization.</a:t>
            </a:r>
          </a:p>
          <a:p xmlns:a="http://schemas.openxmlformats.org/drawingml/2006/main">
            <a:r>
              <a:t>- Follow L = CZ, R = CX throughout.</a:t>
            </a:r>
          </a:p>
          <a:p xmlns:a="http://schemas.openxmlformats.org/drawingml/2006/main">
            <a:r>
              <a:t>- Illustrative example; the evaluation comes later.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Start with concrete equivalence classes and redundancy filtering.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QSymb synthesis / anchoring methods; CZ → CX illustration derived for this talk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Equivalent matrices share a class; CZ and CX stay separate.</a:t>
            </a:r>
          </a:p>
          <a:p xmlns:a="http://schemas.openxmlformats.org/drawingml/2006/main">
            <a:r>
              <a:t>- Keep useful rules; discard rules already derivable from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Why can symbolic synthesis focus on canonical rules?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Enumerate small circuits.</a:t>
            </a:r>
          </a:p>
          <a:p xmlns:a="http://schemas.openxmlformats.org/drawingml/2006/main">
            <a:r>
              <a:t>NEXT: Group equal matrices: I, CZ, CX classes.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QSymb synthesis / anchoring methods; CZ → CX illustration derived for this talk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Equivalent matrices share a class; CZ and CX stay separate.</a:t>
            </a:r>
          </a:p>
          <a:p xmlns:a="http://schemas.openxmlformats.org/drawingml/2006/main">
            <a:r>
              <a:t>- Keep useful rules; discard rules already derivable from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Why can symbolic synthesis focus on canonical rules?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Group equal matrices: I, CZ, CX classes.</a:t>
            </a:r>
          </a:p>
          <a:p xmlns:a="http://schemas.openxmlformats.org/drawingml/2006/main">
            <a:r>
              <a:t>NEXT: Keep validated CX and X cancellation rules.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QSymb synthesis / anchoring methods; CZ → CX illustration derived for this talk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Equivalent matrices share a class; CZ and CX stay separate.</a:t>
            </a:r>
          </a:p>
          <a:p xmlns:a="http://schemas.openxmlformats.org/drawingml/2006/main">
            <a:r>
              <a:t>- Keep useful rules; discard rules already derivable from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Why can symbolic synthesis focus on canonical rules?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Keep validated CX and X cancellation rules.</a:t>
            </a:r>
          </a:p>
          <a:p xmlns:a="http://schemas.openxmlformats.org/drawingml/2006/main">
            <a:r>
              <a:t>NEXT: Consider CX → X → X rewriting to CX.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QSymb synthesis / anchoring methods; CZ → CX illustration derived for this talk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Equivalent matrices share a class; CZ and CX stay separate.</a:t>
            </a:r>
          </a:p>
          <a:p xmlns:a="http://schemas.openxmlformats.org/drawingml/2006/main">
            <a:r>
              <a:t>- Keep useful rules; discard rules already derivable from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Why can symbolic synthesis focus on canonical rules?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Consider CX → X → X rewriting to CX.</a:t>
            </a:r>
          </a:p>
          <a:p xmlns:a="http://schemas.openxmlformats.org/drawingml/2006/main">
            <a:r>
              <a:t>NEXT: X cancellation already derives it: discard this redundant rule.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QSymb synthesis / anchoring methods; CZ → CX illustration derived for this talk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Equivalent matrices share a class; CZ and CX stay separate.</a:t>
            </a:r>
          </a:p>
          <a:p xmlns:a="http://schemas.openxmlformats.org/drawingml/2006/main">
            <a:r>
              <a:t>- Keep useful rules; discard rules already derivable from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Why can symbolic synthesis focus on canonical rules?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X cancellation already derives it: discard this redundant rule.</a:t>
            </a:r>
          </a:p>
          <a:p xmlns:a="http://schemas.openxmlformats.org/drawingml/2006/main">
            <a:r>
              <a:t>NEXT: Export the concrete basis and CZ/CX representatives.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QSymb synthesis / anchoring methods; CZ → CX illustration derived for this talk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Equivalent matrices share a class; CZ and CX stay separate.</a:t>
            </a:r>
          </a:p>
          <a:p xmlns:a="http://schemas.openxmlformats.org/drawingml/2006/main">
            <a:r>
              <a:t>- Keep useful rules; discard rules already derivable from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Why can symbolic synthesis focus on canonical rules?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Export the concrete basis and CZ/CX representatives.</a:t>
            </a:r>
          </a:p>
          <a:p xmlns:a="http://schemas.openxmlformats.org/drawingml/2006/main">
            <a:r>
              <a:t>NEXT: Why can symbolic synthesis focus on canonical rules?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QSymb synthesis / anchoring methods; CZ → CX illustration derived for this talk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Condition: implement each gate’s inverse within the same gate set.</a:t>
            </a:r>
          </a:p>
          <a:p xmlns:a="http://schemas.openxmlformats.org/drawingml/2006/main">
            <a:r>
              <a:t>- Theorem: every single-S rule has an equivalent canonical form.</a:t>
            </a:r>
          </a:p>
          <a:p xmlns:a="http://schemas.openxmlformats.org/drawingml/2006/main">
            <a:r>
              <a:t>- Circuit order: left → right. Matrix products: right → left.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For a chosen L and R, when does a unitary S exist?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Start with G₁ → S → G₂ = G₁′ → S → G₂′.</a:t>
            </a:r>
          </a:p>
          <a:p xmlns:a="http://schemas.openxmlformats.org/drawingml/2006/main">
            <a:r>
              <a:t>NEXT: Prepend (G₁′)⁻¹; append G₂⁻¹. Identify L and 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§5.3.1, Theorem 5.1 and Lemma 5.6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Condition: implement each gate’s inverse within the same gate set.</a:t>
            </a:r>
          </a:p>
          <a:p xmlns:a="http://schemas.openxmlformats.org/drawingml/2006/main">
            <a:r>
              <a:t>- Theorem: every single-S rule has an equivalent canonical form.</a:t>
            </a:r>
          </a:p>
          <a:p xmlns:a="http://schemas.openxmlformats.org/drawingml/2006/main">
            <a:r>
              <a:t>- Circuit order: left → right. Matrix products: right → left.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For a chosen L and R, when does a unitary S exist?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Prepend (G₁′)⁻¹; append G₂⁻¹. Identify L and R.</a:t>
            </a:r>
          </a:p>
          <a:p xmlns:a="http://schemas.openxmlformats.org/drawingml/2006/main">
            <a:r>
              <a:t>NEXT: Cancel inverse pairs: L → S = S → R, with the same constraints on 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§5.3.1, Theorem 5.1 and Lemma 5.6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Condition: implement each gate’s inverse within the same gate set.</a:t>
            </a:r>
          </a:p>
          <a:p xmlns:a="http://schemas.openxmlformats.org/drawingml/2006/main">
            <a:r>
              <a:t>- Theorem: every single-S rule has an equivalent canonical form.</a:t>
            </a:r>
          </a:p>
          <a:p xmlns:a="http://schemas.openxmlformats.org/drawingml/2006/main">
            <a:r>
              <a:t>- Circuit order: left → right. Matrix products: right → left.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For a chosen L and R, when does a unitary S exist?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Cancel inverse pairs: L → S = S → R, with the same constraints on S.</a:t>
            </a:r>
          </a:p>
          <a:p xmlns:a="http://schemas.openxmlformats.org/drawingml/2006/main">
            <a:r>
              <a:t>NEXT: For a chosen L and R, when does a unitary S exist?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§5.3.1, Theorem 5.1 and Lemma 5.6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Enumerate all candidate pairs (L, R) within the synthesis bounds.</a:t>
            </a:r>
          </a:p>
          <a:p xmlns:a="http://schemas.openxmlformats.org/drawingml/2006/main">
            <a:r>
              <a:t>- For each pair: decide whether a unitary S exists.</a:t>
            </a:r>
          </a:p>
          <a:p xmlns:a="http://schemas.openxmlformats.org/drawingml/2006/main">
            <a:r>
              <a:t>- If yes: solve S L = R S for the matrix space.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Turn the theorem into a procedure: trace → eigenvalues → solve.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First enumerate all candidate pairs within the bounds.</a:t>
            </a:r>
          </a:p>
          <a:p xmlns:a="http://schemas.openxmlformats.org/drawingml/2006/main">
            <a:r>
              <a:t>NEXT: For each pair: does S exist? If yes, we must find its solution space.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§5.3, Theorem 5.1, Lemmas 5.3–5.4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Enumerate all candidate pairs (L, R) within the synthesis bounds.</a:t>
            </a:r>
          </a:p>
          <a:p xmlns:a="http://schemas.openxmlformats.org/drawingml/2006/main">
            <a:r>
              <a:t>- For each pair: decide whether a unitary S exists.</a:t>
            </a:r>
          </a:p>
          <a:p xmlns:a="http://schemas.openxmlformats.org/drawingml/2006/main">
            <a:r>
              <a:t>- If yes: solve S L = R S for the matrix space.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Turn the theorem into a procedure: trace → eigenvalues → solve.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For each pair: does S exist? If yes, we must find its solution space.</a:t>
            </a:r>
          </a:p>
          <a:p xmlns:a="http://schemas.openxmlformats.org/drawingml/2006/main">
            <a:r>
              <a:t>NEXT: Trace lemma: a solution implies equal traces. Different traces reject the pair.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§5.3, Theorem 5.1, Lemmas 5.3–5.4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Enumerate all candidate pairs (L, R) within the synthesis bounds.</a:t>
            </a:r>
          </a:p>
          <a:p xmlns:a="http://schemas.openxmlformats.org/drawingml/2006/main">
            <a:r>
              <a:t>- For each pair: decide whether a unitary S exists.</a:t>
            </a:r>
          </a:p>
          <a:p xmlns:a="http://schemas.openxmlformats.org/drawingml/2006/main">
            <a:r>
              <a:t>- If yes: solve S L = R S for the matrix space.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Turn the theorem into a procedure: trace → eigenvalues → solve.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Trace lemma: a solution implies equal traces. Different traces reject the pair.</a:t>
            </a:r>
          </a:p>
          <a:p xmlns:a="http://schemas.openxmlformats.org/drawingml/2006/main">
            <a:r>
              <a:t>NEXT: Eigenvalue lemma: matching spectra and multiplicities are necessary and sufficient.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§5.3, Theorem 5.1, Lemmas 5.3–5.4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Enumerate all candidate pairs (L, R) within the synthesis bounds.</a:t>
            </a:r>
          </a:p>
          <a:p xmlns:a="http://schemas.openxmlformats.org/drawingml/2006/main">
            <a:r>
              <a:t>- For each pair: decide whether a unitary S exists.</a:t>
            </a:r>
          </a:p>
          <a:p xmlns:a="http://schemas.openxmlformats.org/drawingml/2006/main">
            <a:r>
              <a:t>- If yes: solve S L = R S for the matrix space.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Turn the theorem into a procedure: trace → eigenvalues → solve.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Eigenvalue lemma: matching spectra and multiplicities are necessary and sufficient.</a:t>
            </a:r>
          </a:p>
          <a:p xmlns:a="http://schemas.openxmlformats.org/drawingml/2006/main">
            <a:r>
              <a:t>NEXT: CZ and CX both have trace 2 and spectrum {1, 1, 1, −1}.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§5.3, Theorem 5.1, Lemmas 5.3–5.4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Enumerate all candidate pairs (L, R) within the synthesis bounds.</a:t>
            </a:r>
          </a:p>
          <a:p xmlns:a="http://schemas.openxmlformats.org/drawingml/2006/main">
            <a:r>
              <a:t>- For each pair: decide whether a unitary S exists.</a:t>
            </a:r>
          </a:p>
          <a:p xmlns:a="http://schemas.openxmlformats.org/drawingml/2006/main">
            <a:r>
              <a:t>- If yes: solve S L = R S for the matrix space.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Turn the theorem into a procedure: trace → eigenvalues → solve.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CZ and CX both have trace 2 and spectrum {1, 1, 1, −1}.</a:t>
            </a:r>
          </a:p>
          <a:p xmlns:a="http://schemas.openxmlformats.org/drawingml/2006/main">
            <a:r>
              <a:t>NEXT: A unitary S exists. Next, derive its matrix space.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§5.3, Theorem 5.1, Lemmas 5.3–5.4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Enumerate all candidate pairs (L, R) within the synthesis bounds.</a:t>
            </a:r>
          </a:p>
          <a:p xmlns:a="http://schemas.openxmlformats.org/drawingml/2006/main">
            <a:r>
              <a:t>- For each pair: decide whether a unitary S exists.</a:t>
            </a:r>
          </a:p>
          <a:p xmlns:a="http://schemas.openxmlformats.org/drawingml/2006/main">
            <a:r>
              <a:t>- If yes: solve S L = R S for the matrix space.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Turn the theorem into a procedure: trace → eigenvalues → solve.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A unitary S exists. Next, derive its matrix space.</a:t>
            </a:r>
          </a:p>
          <a:p xmlns:a="http://schemas.openxmlformats.org/drawingml/2006/main">
            <a:r>
              <a:t>NEXT: Turn the theorem into a procedure: trace → eigenvalues → solve.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§5.3, Theorem 5.1, Lemmas 5.3–5.4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Trace filters candidates; matching eigenvalues establish unitary existence.</a:t>
            </a:r>
          </a:p>
          <a:p xmlns:a="http://schemas.openxmlformats.org/drawingml/2006/main">
            <a:r>
              <a:t>- Solve S CZ = CX S: ten free complex variables.</a:t>
            </a:r>
          </a:p>
          <a:p xmlns:a="http://schemas.openxmlformats.org/drawingml/2006/main">
            <a:r>
              <a:t>- The linear space includes nonunitary matrices; circuit matches are unitary.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Match a real 12-gate circuit against this matrix pattern.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Group by trace: I = 4; CZ/CX = 2; target X = 0.</a:t>
            </a:r>
          </a:p>
          <a:p xmlns:a="http://schemas.openxmlformats.org/drawingml/2006/main">
            <a:r>
              <a:t>NEXT: Validate equal eigenvalues and multiplicities inside the trace group.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§§5.3.3–5.3.4, Lemmas 5.3–5.4; illustrative CZ → CX derivation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Trace filters candidates; matching eigenvalues establish unitary existence.</a:t>
            </a:r>
          </a:p>
          <a:p xmlns:a="http://schemas.openxmlformats.org/drawingml/2006/main">
            <a:r>
              <a:t>- Solve S CZ = CX S: ten free complex variables.</a:t>
            </a:r>
          </a:p>
          <a:p xmlns:a="http://schemas.openxmlformats.org/drawingml/2006/main">
            <a:r>
              <a:t>- The linear space includes nonunitary matrices; circuit matches are unitary.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Match a real 12-gate circuit against this matrix pattern.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Validate equal eigenvalues and multiplicities inside the trace group.</a:t>
            </a:r>
          </a:p>
          <a:p xmlns:a="http://schemas.openxmlformats.org/drawingml/2006/main">
            <a:r>
              <a:t>NEXT: Introduce sixteen unknown entries in 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§§5.3.3–5.3.4, Lemmas 5.3–5.4; illustrative CZ → CX derivation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Trace filters candidates; matching eigenvalues establish unitary existence.</a:t>
            </a:r>
          </a:p>
          <a:p xmlns:a="http://schemas.openxmlformats.org/drawingml/2006/main">
            <a:r>
              <a:t>- Solve S CZ = CX S: ten free complex variables.</a:t>
            </a:r>
          </a:p>
          <a:p xmlns:a="http://schemas.openxmlformats.org/drawingml/2006/main">
            <a:r>
              <a:t>- The linear space includes nonunitary matrices; circuit matches are unitary.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Match a real 12-gate circuit against this matrix pattern.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Introduce sixteen unknown entries in S.</a:t>
            </a:r>
          </a:p>
          <a:p xmlns:a="http://schemas.openxmlformats.org/drawingml/2006/main">
            <a:r>
              <a:t>NEXT: S CZ negates column 4; CX S swaps rows 3 and 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§§5.3.3–5.3.4, Lemmas 5.3–5.4; illustrative CZ → CX derivation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Trace filters candidates; matching eigenvalues establish unitary existence.</a:t>
            </a:r>
          </a:p>
          <a:p xmlns:a="http://schemas.openxmlformats.org/drawingml/2006/main">
            <a:r>
              <a:t>- Solve S CZ = CX S: ten free complex variables.</a:t>
            </a:r>
          </a:p>
          <a:p xmlns:a="http://schemas.openxmlformats.org/drawingml/2006/main">
            <a:r>
              <a:t>- The linear space includes nonunitary matrices; circuit matches are unitary.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Match a real 12-gate circuit against this matrix pattern.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S CZ negates column 4; CX S swaps rows 3 and 4.</a:t>
            </a:r>
          </a:p>
          <a:p xmlns:a="http://schemas.openxmlformats.org/drawingml/2006/main">
            <a:r>
              <a:t>NEXT: Equate entries: two zeros, repeated entries, one sign change.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§§5.3.3–5.3.4, Lemmas 5.3–5.4; illustrative CZ → CX derivation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Trace filters candidates; matching eigenvalues establish unitary existence.</a:t>
            </a:r>
          </a:p>
          <a:p xmlns:a="http://schemas.openxmlformats.org/drawingml/2006/main">
            <a:r>
              <a:t>- Solve S CZ = CX S: ten free complex variables.</a:t>
            </a:r>
          </a:p>
          <a:p xmlns:a="http://schemas.openxmlformats.org/drawingml/2006/main">
            <a:r>
              <a:t>- The linear space includes nonunitary matrices; circuit matches are unitary.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Match a real 12-gate circuit against this matrix pattern.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Equate entries: two zeros, repeated entries, one sign change.</a:t>
            </a:r>
          </a:p>
          <a:p xmlns:a="http://schemas.openxmlformats.org/drawingml/2006/main">
            <a:r>
              <a:t>NEXT: Collect ten free variables into the symbolic matrix.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§§5.3.3–5.3.4, Lemmas 5.3–5.4; illustrative CZ → CX derivation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Trace filters candidates; matching eigenvalues establish unitary existence.</a:t>
            </a:r>
          </a:p>
          <a:p xmlns:a="http://schemas.openxmlformats.org/drawingml/2006/main">
            <a:r>
              <a:t>- Solve S CZ = CX S: ten free complex variables.</a:t>
            </a:r>
          </a:p>
          <a:p xmlns:a="http://schemas.openxmlformats.org/drawingml/2006/main">
            <a:r>
              <a:t>- The linear space includes nonunitary matrices; circuit matches are unitary.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Match a real 12-gate circuit against this matrix pattern.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Collect ten free variables into the symbolic matrix.</a:t>
            </a:r>
          </a:p>
          <a:p xmlns:a="http://schemas.openxmlformats.org/drawingml/2006/main">
            <a:r>
              <a:t>NEXT: Target H is a unitary witness; use a longer member next.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§§5.3.3–5.3.4, Lemmas 5.3–5.4; illustrative CZ → CX derivation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Trace filters candidates; matching eigenvalues establish unitary existence.</a:t>
            </a:r>
          </a:p>
          <a:p xmlns:a="http://schemas.openxmlformats.org/drawingml/2006/main">
            <a:r>
              <a:t>- Solve S CZ = CX S: ten free complex variables.</a:t>
            </a:r>
          </a:p>
          <a:p xmlns:a="http://schemas.openxmlformats.org/drawingml/2006/main">
            <a:r>
              <a:t>- The linear space includes nonunitary matrices; circuit matches are unitary.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Match a real 12-gate circuit against this matrix pattern.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Target H is a unitary witness; use a longer member next.</a:t>
            </a:r>
          </a:p>
          <a:p xmlns:a="http://schemas.openxmlformats.org/drawingml/2006/main">
            <a:r>
              <a:t>NEXT: Match a real 12-gate circuit against this matrix pattern.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§§5.3.3–5.3.4, Lemmas 5.3–5.4; illustrative CZ → CX derivation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S has 12 gates: target H first, six Rz, five SX.</a:t>
            </a:r>
          </a:p>
          <a:p xmlns:a="http://schemas.openxmlformats.org/drawingml/2006/main">
            <a:r>
              <a:t>- Match first → convert CZ to CX → cancel the CX pair.</a:t>
            </a:r>
          </a:p>
          <a:p xmlns:a="http://schemas.openxmlformats.org/drawingml/2006/main">
            <a:r>
              <a:t>- Net saving: one CZ + one CX. All of S remains.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Explain how anchoring makes this cancellation easy to expose.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Point to S: H executes before the target SX gates.</a:t>
            </a:r>
          </a:p>
          <a:p xmlns:a="http://schemas.openxmlformats.org/drawingml/2006/main">
            <a:r>
              <a:t>NEXT: Combine Rz angles; SX⁵ = SX. Compute 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§5.5 matching method; longer CZ → CX instance derived for this talk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S has 12 gates: target H first, six Rz, five SX.</a:t>
            </a:r>
          </a:p>
          <a:p xmlns:a="http://schemas.openxmlformats.org/drawingml/2006/main">
            <a:r>
              <a:t>- Match first → convert CZ to CX → cancel the CX pair.</a:t>
            </a:r>
          </a:p>
          <a:p xmlns:a="http://schemas.openxmlformats.org/drawingml/2006/main">
            <a:r>
              <a:t>- Net saving: one CZ + one CX. All of S remains.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Explain how anchoring makes this cancellation easy to expose.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Combine Rz angles; SX⁵ = SX. Compute M.</a:t>
            </a:r>
          </a:p>
          <a:p xmlns:a="http://schemas.openxmlformats.org/drawingml/2006/main">
            <a:r>
              <a:t>NEXT: Compare M with the synthesized symbolic pattern.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§5.5 matching method; longer CZ → CX instance derived for this talk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S has 12 gates: target H first, six Rz, five SX.</a:t>
            </a:r>
          </a:p>
          <a:p xmlns:a="http://schemas.openxmlformats.org/drawingml/2006/main">
            <a:r>
              <a:t>- Match first → convert CZ to CX → cancel the CX pair.</a:t>
            </a:r>
          </a:p>
          <a:p xmlns:a="http://schemas.openxmlformats.org/drawingml/2006/main">
            <a:r>
              <a:t>- Net saving: one CZ + one CX. All of S remains.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Explain how anchoring makes this cancellation easy to expose.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Compare M with the synthesized symbolic pattern.</a:t>
            </a:r>
          </a:p>
          <a:p xmlns:a="http://schemas.openxmlformats.org/drawingml/2006/main">
            <a:r>
              <a:t>NEXT: Assign coefficients: a=d=p, b=ip, e=−ip, j=r, k=ir; others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§5.5 matching method; longer CZ → CX instance derived for this talk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S has 12 gates: target H first, six Rz, five SX.</a:t>
            </a:r>
          </a:p>
          <a:p xmlns:a="http://schemas.openxmlformats.org/drawingml/2006/main">
            <a:r>
              <a:t>- Match first → convert CZ to CX → cancel the CX pair.</a:t>
            </a:r>
          </a:p>
          <a:p xmlns:a="http://schemas.openxmlformats.org/drawingml/2006/main">
            <a:r>
              <a:t>- Net saving: one CZ + one CX. All of S remains.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Explain how anchoring makes this cancellation easy to expose.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Assign coefficients: a=d=p, b=ip, e=−ip, j=r, k=ir; others zero.</a:t>
            </a:r>
          </a:p>
          <a:p xmlns:a="http://schemas.openxmlformats.org/drawingml/2006/main">
            <a:r>
              <a:t>NEXT: Match accepted: CZ → S becomes S → CX.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§5.5 matching method; longer CZ → CX instance derived for this talk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S has 12 gates: target H first, six Rz, five SX.</a:t>
            </a:r>
          </a:p>
          <a:p xmlns:a="http://schemas.openxmlformats.org/drawingml/2006/main">
            <a:r>
              <a:t>- Match first → convert CZ to CX → cancel the CX pair.</a:t>
            </a:r>
          </a:p>
          <a:p xmlns:a="http://schemas.openxmlformats.org/drawingml/2006/main">
            <a:r>
              <a:t>- Net saving: one CZ + one CX. All of S remains.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Explain how anchoring makes this cancellation easy to expose.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Match accepted: CZ → S becomes S → CX.</a:t>
            </a:r>
          </a:p>
          <a:p xmlns:a="http://schemas.openxmlformats.org/drawingml/2006/main">
            <a:r>
              <a:t>NEXT: Cancel CX → CX. Save one CZ and one CX overall.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§5.5 matching method; longer CZ → CX instance derived for this talk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S has 12 gates: target H first, six Rz, five SX.</a:t>
            </a:r>
          </a:p>
          <a:p xmlns:a="http://schemas.openxmlformats.org/drawingml/2006/main">
            <a:r>
              <a:t>- Match first → convert CZ to CX → cancel the CX pair.</a:t>
            </a:r>
          </a:p>
          <a:p xmlns:a="http://schemas.openxmlformats.org/drawingml/2006/main">
            <a:r>
              <a:t>- Net saving: one CZ + one CX. All of S remains.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Explain how anchoring makes this cancellation easy to expose.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Cancel CX → CX. Save one CZ and one CX overall.</a:t>
            </a:r>
          </a:p>
          <a:p xmlns:a="http://schemas.openxmlformats.org/drawingml/2006/main">
            <a:r>
              <a:t>NEXT: Explain how anchoring makes this cancellation easy to expose.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§5.5 matching method; longer CZ → CX instance derived for this talk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Anchor the canonical rule by appending CX to both sides.</a:t>
            </a:r>
          </a:p>
          <a:p xmlns:a="http://schemas.openxmlformats.org/drawingml/2006/main">
            <a:r>
              <a:t>- Expose CX → CX so the concrete rule can cancel it.</a:t>
            </a:r>
          </a:p>
          <a:p xmlns:a="http://schemas.openxmlformats.org/drawingml/2006/main">
            <a:r>
              <a:t>- Original endpoints differ; the equal pair appears after rewriting.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How well does the full system work? Move to evaluation.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Recall CZ → S = S → CX under S CZ = CX S.</a:t>
            </a:r>
          </a:p>
          <a:p xmlns:a="http://schemas.openxmlformats.org/drawingml/2006/main">
            <a:r>
              <a:t>NEXT: Append CX to both sides.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QSymb synthesis / anchoring methods; CZ → CX illustration derived for this talk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Anchor the canonical rule by appending CX to both sides.</a:t>
            </a:r>
          </a:p>
          <a:p xmlns:a="http://schemas.openxmlformats.org/drawingml/2006/main">
            <a:r>
              <a:t>- Expose CX → CX so the concrete rule can cancel it.</a:t>
            </a:r>
          </a:p>
          <a:p xmlns:a="http://schemas.openxmlformats.org/drawingml/2006/main">
            <a:r>
              <a:t>- Original endpoints differ; the equal pair appears after rewriting.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How well does the full system work? Move to evaluation.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Append CX to both sides.</a:t>
            </a:r>
          </a:p>
          <a:p xmlns:a="http://schemas.openxmlformats.org/drawingml/2006/main">
            <a:r>
              <a:t>NEXT: Apply the concrete CX cancellation rule on the right.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QSymb synthesis / anchoring methods; CZ → CX illustration derived for this talk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Anchor the canonical rule by appending CX to both sides.</a:t>
            </a:r>
          </a:p>
          <a:p xmlns:a="http://schemas.openxmlformats.org/drawingml/2006/main">
            <a:r>
              <a:t>- Expose CX → CX so the concrete rule can cancel it.</a:t>
            </a:r>
          </a:p>
          <a:p xmlns:a="http://schemas.openxmlformats.org/drawingml/2006/main">
            <a:r>
              <a:t>- Original endpoints differ; the equal pair appears after rewriting.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How well does the full system work? Move to evaluation.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Apply the concrete CX cancellation rule on the right.</a:t>
            </a:r>
          </a:p>
          <a:p xmlns:a="http://schemas.openxmlformats.org/drawingml/2006/main">
            <a:r>
              <a:t>NEXT: Obtain CZ → S → CX = 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QSymb synthesis / anchoring methods; CZ → CX illustration derived for this talk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Anchor the canonical rule by appending CX to both sides.</a:t>
            </a:r>
          </a:p>
          <a:p xmlns:a="http://schemas.openxmlformats.org/drawingml/2006/main">
            <a:r>
              <a:t>- Expose CX → CX so the concrete rule can cancel it.</a:t>
            </a:r>
          </a:p>
          <a:p xmlns:a="http://schemas.openxmlformats.org/drawingml/2006/main">
            <a:r>
              <a:t>- Original endpoints differ; the equal pair appears after rewriting.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How well does the full system work? Move to evaluation.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NOW: Obtain CZ → S → CX = S.</a:t>
            </a:r>
          </a:p>
          <a:p xmlns:a="http://schemas.openxmlformats.org/drawingml/2006/main">
            <a:r>
              <a:t>NEXT: How well does the full system work? Move to evaluation.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QSymb synthesis / anchoring methods; CZ → CX illustration derived for this talk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- 135 circuits; 4–36 qubits; IBM-Eagle and Nam.</a:t>
            </a:r>
          </a:p>
          <a:p xmlns:a="http://schemas.openxmlformats.org/drawingml/2006/main">
            <a:r>
              <a:t>- 60-minute search budget; average three trials.</a:t>
            </a:r>
          </a:p>
          <a:p xmlns:a="http://schemas.openxmlformats.org/drawingml/2006/main">
            <a:r>
              <a:t>- Metric: two-qubit gates. Guoq-Rewrite only; fixed-pass tools finish sooner.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Show the strongest final gate-reduction results.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§6, Algorithm 3, §7.2, Table 4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Final reductions: 27.44% IBM-Eagle; 29.95% Nam.</a:t>
            </a:r>
          </a:p>
          <a:p xmlns:a="http://schemas.openxmlformats.org/drawingml/2006/main">
            <a:r>
              <a:t>- Relative to original gate counts—not improvement over a baseline.</a:t>
            </a:r>
          </a:p>
          <a:p xmlns:a="http://schemas.openxmlformats.org/drawingml/2006/main">
            <a:r>
              <a:t>- Win rates count benchmark cases. Guoq starts faster; QSymb finishes better.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Which components cause the improvement? Show the ablations.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§7.2, Figs. 11–12 and runtime comparison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- 26–191× smaller concrete rule sets; same prior-rule coverage.</a:t>
            </a:r>
          </a:p>
          <a:p xmlns:a="http://schemas.openxmlformats.org/drawingml/2006/main">
            <a:r>
              <a:t>- Grouping speeds symbolic synthesis by 11.6×.</a:t>
            </a:r>
          </a:p>
          <a:p xmlns:a="http://schemas.openxmlformats.org/drawingml/2006/main">
            <a:r>
              <a:t>- Strict wins: 78% vs concrete only; 31% vs canonical symbolic.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Close with the role of symbolic rules and anchoring; invite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Tables 1–3, §7.3, Figs. 13–14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9fa0df827846e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4602453a80f420b" /><Relationship Type="http://schemas.openxmlformats.org/officeDocument/2006/relationships/slideLayout" Target="/ppt/slideLayouts/slideLayout1.xml" Id="R021101a7c6b8409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21101a7c6b8409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3aea85fda3424c" /><Relationship Type="http://schemas.openxmlformats.org/officeDocument/2006/relationships/image" Target="/ppt/media/image.png" Id="R7e384d576f43411c" /><Relationship Type="http://schemas.openxmlformats.org/officeDocument/2006/relationships/image" Target="/ppt/media/image.svg" Id="R7ecce8851c8d42c6" /><Relationship Type="http://schemas.openxmlformats.org/officeDocument/2006/relationships/image" Target="/ppt/media/image2.png" Id="R594db2dcd9ec4fa9" /><Relationship Type="http://schemas.openxmlformats.org/officeDocument/2006/relationships/image" Target="/ppt/media/image2.svg" Id="R2764aa4f72ca4117" /><Relationship Type="http://schemas.openxmlformats.org/officeDocument/2006/relationships/notesSlide" Target="/ppt/notesSlides/notesSlide1.xml" Id="Rbed3283174e046c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f2c294b09f4f77" /><Relationship Type="http://schemas.openxmlformats.org/officeDocument/2006/relationships/notesSlide" Target="/ppt/notesSlides/notesSlide2.xml" Id="R25d60173281c457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b5d3e0efd24d3c" /><Relationship Type="http://schemas.openxmlformats.org/officeDocument/2006/relationships/notesSlide" Target="/ppt/notesSlides/notesSlide3.xml" Id="R0c7005158b8b4b3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1c219863eb4e56" /><Relationship Type="http://schemas.openxmlformats.org/officeDocument/2006/relationships/notesSlide" Target="/ppt/notesSlides/notesSlide4.xml" Id="Ra09aca45766f49d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35ffe0d9824fc1" /><Relationship Type="http://schemas.openxmlformats.org/officeDocument/2006/relationships/notesSlide" Target="/ppt/notesSlides/notesSlide5.xml" Id="R8a5f70568caa45e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01653eac3b4d49" /><Relationship Type="http://schemas.openxmlformats.org/officeDocument/2006/relationships/notesSlide" Target="/ppt/notesSlides/notesSlide6.xml" Id="R3e9fd484e8b945f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20ca333ebb4bd6" /><Relationship Type="http://schemas.openxmlformats.org/officeDocument/2006/relationships/notesSlide" Target="/ppt/notesSlides/notesSlide7.xml" Id="R23dfbf77180d47f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a5ae1724994e2c" /><Relationship Type="http://schemas.openxmlformats.org/officeDocument/2006/relationships/notesSlide" Target="/ppt/notesSlides/notesSlide8.xml" Id="Rff42aff1db7643c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f19e2365cc40df" /><Relationship Type="http://schemas.openxmlformats.org/officeDocument/2006/relationships/notesSlide" Target="/ppt/notesSlides/notesSlide9.xml" Id="R3c53cb99fb3045c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8b24d793914742" /><Relationship Type="http://schemas.openxmlformats.org/officeDocument/2006/relationships/notesSlide" Target="/ppt/notesSlides/notesSlide10.xml" Id="R93926f2f5d5b4a9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bf0672a2aa45ac" /><Relationship Type="http://schemas.openxmlformats.org/officeDocument/2006/relationships/notesSlide" Target="/ppt/notesSlides/notesSlide11.xml" Id="R1c4d0d8752564d2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f369f8fcee4f51" /><Relationship Type="http://schemas.openxmlformats.org/officeDocument/2006/relationships/notesSlide" Target="/ppt/notesSlides/notesSlide12.xml" Id="R639d51943d49469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8afb5e1235407d" /><Relationship Type="http://schemas.openxmlformats.org/officeDocument/2006/relationships/notesSlide" Target="/ppt/notesSlides/notesSlide13.xml" Id="R923d995b23a54ce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66c740391e4809" /><Relationship Type="http://schemas.openxmlformats.org/officeDocument/2006/relationships/notesSlide" Target="/ppt/notesSlides/notesSlide14.xml" Id="Rddfeeaba5a044b3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0441600d38467d" /><Relationship Type="http://schemas.openxmlformats.org/officeDocument/2006/relationships/notesSlide" Target="/ppt/notesSlides/notesSlide15.xml" Id="R1c7bf917a66940d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d1f9720b66454e" /><Relationship Type="http://schemas.openxmlformats.org/officeDocument/2006/relationships/notesSlide" Target="/ppt/notesSlides/notesSlide16.xml" Id="R63fdba1d9f964aa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2d070ff9464d9e" /><Relationship Type="http://schemas.openxmlformats.org/officeDocument/2006/relationships/notesSlide" Target="/ppt/notesSlides/notesSlide17.xml" Id="R9c60712e6f3745a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c9a27d246d41aa" /><Relationship Type="http://schemas.openxmlformats.org/officeDocument/2006/relationships/notesSlide" Target="/ppt/notesSlides/notesSlide18.xml" Id="Reb6a9bde031f481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dafea4482c4aec" /><Relationship Type="http://schemas.openxmlformats.org/officeDocument/2006/relationships/notesSlide" Target="/ppt/notesSlides/notesSlide19.xml" Id="Rbe826c3aae5f42d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806677bb7c40af" /><Relationship Type="http://schemas.openxmlformats.org/officeDocument/2006/relationships/notesSlide" Target="/ppt/notesSlides/notesSlide20.xml" Id="R66a56c14123a450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60c0be8a0a466a" /><Relationship Type="http://schemas.openxmlformats.org/officeDocument/2006/relationships/notesSlide" Target="/ppt/notesSlides/notesSlide21.xml" Id="R1a95c6a3c7a342c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6bdd634cf841d4" /><Relationship Type="http://schemas.openxmlformats.org/officeDocument/2006/relationships/notesSlide" Target="/ppt/notesSlides/notesSlide22.xml" Id="R7ea55d6bb21b4b5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6c47c8b41c48e8" /><Relationship Type="http://schemas.openxmlformats.org/officeDocument/2006/relationships/notesSlide" Target="/ppt/notesSlides/notesSlide23.xml" Id="Re12e97e93277478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b5fcfedde144cb" /><Relationship Type="http://schemas.openxmlformats.org/officeDocument/2006/relationships/notesSlide" Target="/ppt/notesSlides/notesSlide24.xml" Id="R10d0040ff4e64d44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d3c994527643b4" /><Relationship Type="http://schemas.openxmlformats.org/officeDocument/2006/relationships/notesSlide" Target="/ppt/notesSlides/notesSlide25.xml" Id="R826cc26b2a634bf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a483ac320543f9" /><Relationship Type="http://schemas.openxmlformats.org/officeDocument/2006/relationships/notesSlide" Target="/ppt/notesSlides/notesSlide26.xml" Id="Rbf61b432e3374fa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21ff39bb764417" /><Relationship Type="http://schemas.openxmlformats.org/officeDocument/2006/relationships/notesSlide" Target="/ppt/notesSlides/notesSlide27.xml" Id="R315e11178f434625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679828878144ed" /><Relationship Type="http://schemas.openxmlformats.org/officeDocument/2006/relationships/notesSlide" Target="/ppt/notesSlides/notesSlide28.xml" Id="Rc9e944f2e36f4a75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ce3162ec4b4111" /><Relationship Type="http://schemas.openxmlformats.org/officeDocument/2006/relationships/notesSlide" Target="/ppt/notesSlides/notesSlide29.xml" Id="R6d0f20fa97c642e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b453fe191f4d67" /><Relationship Type="http://schemas.openxmlformats.org/officeDocument/2006/relationships/notesSlide" Target="/ppt/notesSlides/notesSlide30.xml" Id="Rf625c7a05f334a38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0c347614814ae1" /><Relationship Type="http://schemas.openxmlformats.org/officeDocument/2006/relationships/notesSlide" Target="/ppt/notesSlides/notesSlide31.xml" Id="R4265879f7af84676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0802feff914a8f" /><Relationship Type="http://schemas.openxmlformats.org/officeDocument/2006/relationships/notesSlide" Target="/ppt/notesSlides/notesSlide32.xml" Id="R531d7fc1a44f4231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e8fbe3694f4caf" /><Relationship Type="http://schemas.openxmlformats.org/officeDocument/2006/relationships/notesSlide" Target="/ppt/notesSlides/notesSlide33.xml" Id="R26c4922d1dba4f8b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4c99c033c34ff3" /><Relationship Type="http://schemas.openxmlformats.org/officeDocument/2006/relationships/notesSlide" Target="/ppt/notesSlides/notesSlide34.xml" Id="R46f7ed05ce0a4b56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4635cb1bce42d6" /><Relationship Type="http://schemas.openxmlformats.org/officeDocument/2006/relationships/notesSlide" Target="/ppt/notesSlides/notesSlide35.xml" Id="R71a7b2193ecd4402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f765d9445b4edc" /><Relationship Type="http://schemas.openxmlformats.org/officeDocument/2006/relationships/notesSlide" Target="/ppt/notesSlides/notesSlide36.xml" Id="R48481562165940c7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9f58fb82b04134" /><Relationship Type="http://schemas.openxmlformats.org/officeDocument/2006/relationships/notesSlide" Target="/ppt/notesSlides/notesSlide37.xml" Id="Rc01fb79e964b40ed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1925efe5314dee" /><Relationship Type="http://schemas.openxmlformats.org/officeDocument/2006/relationships/notesSlide" Target="/ppt/notesSlides/notesSlide38.xml" Id="Rbbbbd05b59ab4256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67b80e89a549c4" /><Relationship Type="http://schemas.openxmlformats.org/officeDocument/2006/relationships/notesSlide" Target="/ppt/notesSlides/notesSlide39.xml" Id="Rfc7fef2db3a04975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0c5bc302394f9f" /><Relationship Type="http://schemas.openxmlformats.org/officeDocument/2006/relationships/notesSlide" Target="/ppt/notesSlides/notesSlide40.xml" Id="Rb0317a88938c45b7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ca59d081f448d8" /><Relationship Type="http://schemas.openxmlformats.org/officeDocument/2006/relationships/notesSlide" Target="/ppt/notesSlides/notesSlide41.xml" Id="Rfdb11da3693f4dd5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40284dc0a74da8" /><Relationship Type="http://schemas.openxmlformats.org/officeDocument/2006/relationships/notesSlide" Target="/ppt/notesSlides/notesSlide42.xml" Id="Rf22a12548685448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303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op-accent">
            <a:extLst xmlns:a="http://schemas.openxmlformats.org/drawingml/2006/main">
              <a:ext uri="{FF2B5EF4-FFF2-40B4-BE49-F238E27FC236}">
                <a16:creationId xmlns:a16="http://schemas.microsoft.com/office/drawing/2014/main" id="{DE517D98-AA13-406A-81A1-89DECBBB4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06B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7F25C273-6029-487B-88FC-EEAA57340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0063"/>
            <a:ext cx="1952774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71CED0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71CED0"/>
                </a:solidFill>
                <a:latin typeface="Arial"/>
                <a:ea typeface="Arial"/>
                <a:cs typeface="Arial"/>
              </a:rPr>
              <a:t>OOPSLA 2026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08F8F433-34A3-414D-9ACC-F48A0EC10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3448"/>
            <a:ext cx="2970788" cy="10782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450" b="1" i="0">
                <a:solidFill>
                  <a:srgbClr val="84D4D1"/>
                </a:solidFill>
                <a:latin typeface="Arial"/>
                <a:ea typeface="Arial"/>
                <a:cs typeface="Arial"/>
              </a:defRPr>
            </a:pPr>
            <a:r>
              <a:rPr sz="6450" b="1" i="0">
                <a:solidFill>
                  <a:srgbClr val="84D4D1"/>
                </a:solidFill>
                <a:latin typeface="Arial"/>
                <a:ea typeface="Arial"/>
                <a:cs typeface="Arial"/>
              </a:rPr>
              <a:t>QSymb</a:t>
            </a:r>
          </a:p>
        </p:txBody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07CD7217-104A-477E-976D-C8832C9DF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5481191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0" i="0">
                <a:solidFill>
                  <a:srgbClr val="F8F6EF"/>
                </a:solidFill>
                <a:latin typeface="Arial"/>
                <a:ea typeface="Arial"/>
                <a:cs typeface="Arial"/>
              </a:defRPr>
            </a:pPr>
            <a:r>
              <a:rPr sz="2625" b="0" i="0">
                <a:solidFill>
                  <a:srgbClr val="F8F6EF"/>
                </a:solidFill>
                <a:latin typeface="Arial"/>
                <a:ea typeface="Arial"/>
                <a:cs typeface="Arial"/>
              </a:rPr>
              <a:t>Synthesis of Compact and Expressive</a:t>
            </a:r>
          </a:p>
        </p:txBody>
      </p:sp>
      <p:sp>
        <p:nvSpPr>
          <p:cNvPr id="5" name="object-3-s0-ux">
            <a:extLst xmlns:a="http://schemas.openxmlformats.org/drawingml/2006/main">
              <a:ext uri="{FF2B5EF4-FFF2-40B4-BE49-F238E27FC236}">
                <a16:creationId xmlns:a16="http://schemas.microsoft.com/office/drawing/2014/main" id="{B862FEE1-5784-4615-B2A3-BFB1F7A23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444564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0" i="0">
                <a:solidFill>
                  <a:srgbClr val="F8F6EF"/>
                </a:solidFill>
                <a:latin typeface="Arial"/>
                <a:ea typeface="Arial"/>
                <a:cs typeface="Arial"/>
              </a:defRPr>
            </a:pPr>
            <a:r>
              <a:rPr sz="2625" b="0" i="0">
                <a:solidFill>
                  <a:srgbClr val="F8F6EF"/>
                </a:solidFill>
                <a:latin typeface="Arial"/>
                <a:ea typeface="Arial"/>
                <a:cs typeface="Arial"/>
              </a:rPr>
              <a:t>Quantum-Circuit Optimizations</a:t>
            </a:r>
          </a:p>
        </p:txBody>
      </p:sp>
      <p:sp>
        <p:nvSpPr>
          <p:cNvPr id="6" name="object-4-s0-ux">
            <a:extLst xmlns:a="http://schemas.openxmlformats.org/drawingml/2006/main">
              <a:ext uri="{FF2B5EF4-FFF2-40B4-BE49-F238E27FC236}">
                <a16:creationId xmlns:a16="http://schemas.microsoft.com/office/drawing/2014/main" id="{EBA533B3-D2A6-46A3-A487-0F5CA3BFA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67100"/>
            <a:ext cx="118363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F8F6EF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F8F6EF"/>
                </a:solidFill>
                <a:latin typeface="Arial"/>
                <a:ea typeface="Arial"/>
                <a:cs typeface="Arial"/>
              </a:rPr>
              <a:t>Wei Qiang</a:t>
            </a:r>
          </a:p>
        </p:txBody>
      </p:sp>
      <p:sp>
        <p:nvSpPr>
          <p:cNvPr id="7" name="object-5-s0-ux">
            <a:extLst xmlns:a="http://schemas.openxmlformats.org/drawingml/2006/main">
              <a:ext uri="{FF2B5EF4-FFF2-40B4-BE49-F238E27FC236}">
                <a16:creationId xmlns:a16="http://schemas.microsoft.com/office/drawing/2014/main" id="{2518643A-4F87-4C76-9B0B-97C179C5D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2755" y="3472547"/>
            <a:ext cx="161032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84D4D1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84D4D1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object-6-s0-ux">
            <a:extLst xmlns:a="http://schemas.openxmlformats.org/drawingml/2006/main">
              <a:ext uri="{FF2B5EF4-FFF2-40B4-BE49-F238E27FC236}">
                <a16:creationId xmlns:a16="http://schemas.microsoft.com/office/drawing/2014/main" id="{423AAB18-66DD-4CD1-BB6A-89FC9B6EE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7587" y="3467100"/>
            <a:ext cx="16383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F8F6EF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F8F6EF"/>
                </a:solidFill>
                <a:latin typeface="Arial"/>
                <a:ea typeface="Arial"/>
                <a:cs typeface="Arial"/>
              </a:rPr>
              <a:t> &amp; Ronghui Gu</a:t>
            </a:r>
          </a:p>
        </p:txBody>
      </p:sp>
      <p:sp>
        <p:nvSpPr>
          <p:cNvPr id="9" name="object-7-s0-ux">
            <a:extLst xmlns:a="http://schemas.openxmlformats.org/drawingml/2006/main">
              <a:ext uri="{FF2B5EF4-FFF2-40B4-BE49-F238E27FC236}">
                <a16:creationId xmlns:a16="http://schemas.microsoft.com/office/drawing/2014/main" id="{3700DECB-E1C3-4F78-B44D-2B77D2F88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8262" y="3472547"/>
            <a:ext cx="288131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84D4D1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84D4D1"/>
                </a:solidFill>
                <a:latin typeface="Arial"/>
                <a:ea typeface="Arial"/>
                <a:cs typeface="Arial"/>
              </a:rPr>
              <a:t>1,2</a:t>
            </a:r>
          </a:p>
        </p:txBody>
      </p:sp>
      <p:sp>
        <p:nvSpPr>
          <p:cNvPr id="10" name="object-8-s0-ux">
            <a:extLst xmlns:a="http://schemas.openxmlformats.org/drawingml/2006/main">
              <a:ext uri="{FF2B5EF4-FFF2-40B4-BE49-F238E27FC236}">
                <a16:creationId xmlns:a16="http://schemas.microsoft.com/office/drawing/2014/main" id="{C2B21FCE-18F4-4A9C-A397-E5F974872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56264"/>
            <a:ext cx="161032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84D4D1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84D4D1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384d576f43411c">
            <a:extLst>
              <a:ext uri="{96DAC541-7B7A-43D3-8B79-37D633B846F1}">
                <asvg:svgBlip xmlns:asvg="http://schemas.microsoft.com/office/drawing/2016/SVG/main" r:embed="R7ecce8851c8d42c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18282" y="4171504"/>
            <a:ext cx="2819400" cy="419844"/>
          </a:xfrm>
          <a:prstGeom xmlns:a="http://schemas.openxmlformats.org/drawingml/2006/main" prst="rect">
            <a:avLst/>
          </a:prstGeom>
        </p:spPr>
      </p:pic>
      <p:sp>
        <p:nvSpPr>
          <p:cNvPr id="12" name="object-10-s0-ux">
            <a:extLst xmlns:a="http://schemas.openxmlformats.org/drawingml/2006/main">
              <a:ext uri="{FF2B5EF4-FFF2-40B4-BE49-F238E27FC236}">
                <a16:creationId xmlns:a16="http://schemas.microsoft.com/office/drawing/2014/main" id="{1B0AC731-0C36-4959-B389-B4D42832F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6332" y="4175760"/>
            <a:ext cx="161032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84D4D1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84D4D1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4db2dcd9ec4fa9">
            <a:extLst>
              <a:ext uri="{96DAC541-7B7A-43D3-8B79-37D633B846F1}">
                <asvg:svgBlip xmlns:asvg="http://schemas.microsoft.com/office/drawing/2016/SVG/main" r:embed="R2764aa4f72ca411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646414" y="4228505"/>
            <a:ext cx="1524000" cy="305842"/>
          </a:xfrm>
          <a:prstGeom xmlns:a="http://schemas.openxmlformats.org/drawingml/2006/main" prst="rect">
            <a:avLst/>
          </a:prstGeom>
        </p:spPr>
      </p:pic>
      <p:sp>
        <p:nvSpPr>
          <p:cNvPr id="14" name="object-12-s0-ux">
            <a:extLst xmlns:a="http://schemas.openxmlformats.org/drawingml/2006/main">
              <a:ext uri="{FF2B5EF4-FFF2-40B4-BE49-F238E27FC236}">
                <a16:creationId xmlns:a16="http://schemas.microsoft.com/office/drawing/2014/main" id="{1D9DFA9F-B893-4CCA-8D7C-3BD4F33AC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53125"/>
            <a:ext cx="10858500" cy="95"/>
          </a:xfrm>
          <a:custGeom xmlns:a="http://schemas.openxmlformats.org/drawingml/2006/main">
            <a:pathLst>
              <a:path w="10858500" h="95">
                <a:moveTo>
                  <a:pt x="0" y="0"/>
                </a:moveTo>
                <a:lnTo>
                  <a:pt x="10858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466269"/>
            </a:solidFill>
            <a:prstDash val="solid"/>
          </a:ln>
        </p:spPr>
      </p:sp>
      <p:sp>
        <p:nvSpPr>
          <p:cNvPr id="15" name="object-13-s0-ux">
            <a:extLst xmlns:a="http://schemas.openxmlformats.org/drawingml/2006/main">
              <a:ext uri="{FF2B5EF4-FFF2-40B4-BE49-F238E27FC236}">
                <a16:creationId xmlns:a16="http://schemas.microsoft.com/office/drawing/2014/main" id="{33859870-F347-4DBD-A3BA-B740E300E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36005"/>
            <a:ext cx="304933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B7C9C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B7C9C9"/>
                </a:solidFill>
                <a:latin typeface="Arial"/>
                <a:ea typeface="Arial"/>
                <a:cs typeface="Arial"/>
              </a:rPr>
              <a:t>Compact rules. Long-distance rewrites.</a:t>
            </a:r>
          </a:p>
        </p:txBody>
      </p:sp>
      <p:sp>
        <p:nvSpPr>
          <p:cNvPr id="16" name="object-14-s0-ux">
            <a:extLst xmlns:a="http://schemas.openxmlformats.org/drawingml/2006/main">
              <a:ext uri="{FF2B5EF4-FFF2-40B4-BE49-F238E27FC236}">
                <a16:creationId xmlns:a16="http://schemas.microsoft.com/office/drawing/2014/main" id="{EC9F4951-9FC5-48D3-BA03-514BE345E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3657" y="6136005"/>
            <a:ext cx="1867793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B7C9C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B7C9C9"/>
                </a:solidFill>
                <a:latin typeface="Arial"/>
                <a:ea typeface="Arial"/>
                <a:cs typeface="Arial"/>
              </a:rPr>
              <a:t>15-minute research talk</a:t>
            </a:r>
          </a:p>
        </p:txBody>
      </p:sp>
    </p:spTree>
    <p:extLst>
      <p:ext uri="{BB962C8B-B14F-4D97-AF65-F5344CB8AC3E}">
        <p14:creationId xmlns:p14="http://schemas.microsoft.com/office/powerpoint/2010/main" val="12998723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top-accent">
            <a:extLst xmlns:a="http://schemas.openxmlformats.org/drawingml/2006/main">
              <a:ext uri="{FF2B5EF4-FFF2-40B4-BE49-F238E27FC236}">
                <a16:creationId xmlns:a16="http://schemas.microsoft.com/office/drawing/2014/main" id="{0E2D1C29-375C-40E7-B593-7C4D2AEE0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D70CA830-703C-4EA1-B031-8A9DDA690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5194429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Quantum-circuit optimization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F9C89C4F-EC65-40E1-9344-870612490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0544"/>
            <a:ext cx="8366760" cy="3486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Given a quantum circuit, find a cheaper circuit with the same behavior.</a:t>
            </a:r>
          </a:p>
        </p:txBody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84633015-8E8B-4496-99FD-E203D0B71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2029"/>
            <a:ext cx="7611219" cy="3033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Preserve its unitary transformation (up to global phase). Reduce gate cost.</a:t>
            </a:r>
          </a:p>
        </p:txBody>
      </p:sp>
      <p:sp>
        <p:nvSpPr>
          <p:cNvPr id="5" name="object-3-s0-ux">
            <a:extLst xmlns:a="http://schemas.openxmlformats.org/drawingml/2006/main">
              <a:ext uri="{FF2B5EF4-FFF2-40B4-BE49-F238E27FC236}">
                <a16:creationId xmlns:a16="http://schemas.microsoft.com/office/drawing/2014/main" id="{B019DB46-7468-4AA0-A39B-D38548F2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4494"/>
            <a:ext cx="1333500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INPUT CIRCUIT</a:t>
            </a:r>
          </a:p>
        </p:txBody>
      </p:sp>
      <p:sp>
        <p:nvSpPr>
          <p:cNvPr id="6" name="object-4-s0-ux">
            <a:extLst xmlns:a="http://schemas.openxmlformats.org/drawingml/2006/main">
              <a:ext uri="{FF2B5EF4-FFF2-40B4-BE49-F238E27FC236}">
                <a16:creationId xmlns:a16="http://schemas.microsoft.com/office/drawing/2014/main" id="{CB5E2AE3-E799-49F9-B069-F2D98D95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84494"/>
            <a:ext cx="1752600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OPTIMIZED CIRCUIT</a:t>
            </a:r>
          </a:p>
        </p:txBody>
      </p:sp>
      <p:sp>
        <p:nvSpPr>
          <p:cNvPr id="7" name="object-5-s0-ux">
            <a:extLst xmlns:a="http://schemas.openxmlformats.org/drawingml/2006/main">
              <a:ext uri="{FF2B5EF4-FFF2-40B4-BE49-F238E27FC236}">
                <a16:creationId xmlns:a16="http://schemas.microsoft.com/office/drawing/2014/main" id="{34B45CDC-114D-4B20-BD06-981DA5CC9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58864"/>
            <a:ext cx="4211955" cy="95"/>
          </a:xfrm>
          <a:custGeom xmlns:a="http://schemas.openxmlformats.org/drawingml/2006/main">
            <a:pathLst>
              <a:path w="4211955" h="95">
                <a:moveTo>
                  <a:pt x="0" y="0"/>
                </a:moveTo>
                <a:lnTo>
                  <a:pt x="421195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194">
            <a:solidFill>
              <a:srgbClr val="5E7275"/>
            </a:solidFill>
            <a:prstDash val="solid"/>
          </a:ln>
        </p:spPr>
      </p:sp>
      <p:sp>
        <p:nvSpPr>
          <p:cNvPr id="8" name="object-6-s0-ux">
            <a:extLst xmlns:a="http://schemas.openxmlformats.org/drawingml/2006/main">
              <a:ext uri="{FF2B5EF4-FFF2-40B4-BE49-F238E27FC236}">
                <a16:creationId xmlns:a16="http://schemas.microsoft.com/office/drawing/2014/main" id="{41CEE3BA-37EE-45FC-840A-F59F64AD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57009"/>
            <a:ext cx="4211955" cy="95"/>
          </a:xfrm>
          <a:custGeom xmlns:a="http://schemas.openxmlformats.org/drawingml/2006/main">
            <a:pathLst>
              <a:path w="4211955" h="95">
                <a:moveTo>
                  <a:pt x="0" y="0"/>
                </a:moveTo>
                <a:lnTo>
                  <a:pt x="421195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194">
            <a:solidFill>
              <a:srgbClr val="5E7275"/>
            </a:solidFill>
            <a:prstDash val="solid"/>
          </a:ln>
        </p:spPr>
      </p:sp>
      <p:sp>
        <p:nvSpPr>
          <p:cNvPr id="9" name="object-7-s0-ux">
            <a:extLst xmlns:a="http://schemas.openxmlformats.org/drawingml/2006/main">
              <a:ext uri="{FF2B5EF4-FFF2-40B4-BE49-F238E27FC236}">
                <a16:creationId xmlns:a16="http://schemas.microsoft.com/office/drawing/2014/main" id="{BFEB8845-203B-4656-A3C3-DE295772C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" y="2901702"/>
            <a:ext cx="356235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20955">
            <a:solidFill>
              <a:srgbClr val="123039"/>
            </a:solidFill>
            <a:prstDash val="solid"/>
          </a:ln>
        </p:spPr>
      </p:sp>
      <p:sp>
        <p:nvSpPr>
          <p:cNvPr id="10" name="object-8-s0-ux">
            <a:extLst xmlns:a="http://schemas.openxmlformats.org/drawingml/2006/main">
              <a:ext uri="{FF2B5EF4-FFF2-40B4-BE49-F238E27FC236}">
                <a16:creationId xmlns:a16="http://schemas.microsoft.com/office/drawing/2014/main" id="{4B1F0E8D-6A89-4AC3-8436-96DF07708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959" y="2941993"/>
            <a:ext cx="204936" cy="2356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3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03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1" name="object-9-s0-ux">
            <a:extLst xmlns:a="http://schemas.openxmlformats.org/drawingml/2006/main">
              <a:ext uri="{FF2B5EF4-FFF2-40B4-BE49-F238E27FC236}">
                <a16:creationId xmlns:a16="http://schemas.microsoft.com/office/drawing/2014/main" id="{4502A2DC-875E-4D18-A4E9-2B04CFB03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023" y="3058864"/>
            <a:ext cx="95" cy="398145"/>
          </a:xfrm>
          <a:custGeom xmlns:a="http://schemas.openxmlformats.org/drawingml/2006/main">
            <a:pathLst>
              <a:path w="95" h="398145">
                <a:moveTo>
                  <a:pt x="0" y="0"/>
                </a:moveTo>
                <a:lnTo>
                  <a:pt x="0" y="398145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6194">
            <a:solidFill>
              <a:srgbClr val="D66A3E"/>
            </a:solidFill>
            <a:prstDash val="solid"/>
          </a:ln>
        </p:spPr>
      </p:sp>
      <p:sp>
        <p:nvSpPr>
          <p:cNvPr id="12" name="object-10-s0-ux">
            <a:extLst xmlns:a="http://schemas.openxmlformats.org/drawingml/2006/main">
              <a:ext uri="{FF2B5EF4-FFF2-40B4-BE49-F238E27FC236}">
                <a16:creationId xmlns:a16="http://schemas.microsoft.com/office/drawing/2014/main" id="{A26C15C2-F855-4C73-BFC7-6703489E8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6874" y="3011716"/>
            <a:ext cx="94297" cy="94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478">
            <a:noFill/>
            <a:prstDash val="solid"/>
          </a:ln>
        </p:spPr>
      </p:sp>
      <p:sp>
        <p:nvSpPr>
          <p:cNvPr id="13" name="object-11-s0-ux">
            <a:extLst xmlns:a="http://schemas.openxmlformats.org/drawingml/2006/main">
              <a:ext uri="{FF2B5EF4-FFF2-40B4-BE49-F238E27FC236}">
                <a16:creationId xmlns:a16="http://schemas.microsoft.com/office/drawing/2014/main" id="{B12F4D62-4197-410F-8B8D-B4938C9D2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4009" y="3346996"/>
            <a:ext cx="220028" cy="2200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6194">
            <a:solidFill>
              <a:srgbClr val="D66A3E"/>
            </a:solidFill>
            <a:prstDash val="solid"/>
          </a:ln>
        </p:spPr>
      </p:sp>
      <p:sp>
        <p:nvSpPr>
          <p:cNvPr id="14" name="object-12-s0-ux">
            <a:extLst xmlns:a="http://schemas.openxmlformats.org/drawingml/2006/main">
              <a:ext uri="{FF2B5EF4-FFF2-40B4-BE49-F238E27FC236}">
                <a16:creationId xmlns:a16="http://schemas.microsoft.com/office/drawing/2014/main" id="{C3912740-8E5E-4DC8-A77D-9A19D594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680" y="3383667"/>
            <a:ext cx="146685" cy="146685"/>
          </a:xfrm>
          <a:custGeom xmlns:a="http://schemas.openxmlformats.org/drawingml/2006/main">
            <a:pathLst>
              <a:path w="146685" h="146685">
                <a:moveTo>
                  <a:pt x="0" y="73343"/>
                </a:moveTo>
                <a:lnTo>
                  <a:pt x="146685" y="73343"/>
                </a:lnTo>
              </a:path>
              <a:path w="146685" h="146685">
                <a:moveTo>
                  <a:pt x="73343" y="0"/>
                </a:moveTo>
                <a:lnTo>
                  <a:pt x="73343" y="146685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6194">
            <a:solidFill>
              <a:srgbClr val="D66A3E"/>
            </a:solidFill>
            <a:prstDash val="solid"/>
          </a:ln>
        </p:spPr>
      </p:sp>
      <p:sp>
        <p:nvSpPr>
          <p:cNvPr id="15" name="object-13-s0-ux">
            <a:extLst xmlns:a="http://schemas.openxmlformats.org/drawingml/2006/main">
              <a:ext uri="{FF2B5EF4-FFF2-40B4-BE49-F238E27FC236}">
                <a16:creationId xmlns:a16="http://schemas.microsoft.com/office/drawing/2014/main" id="{119358ED-D5C0-4AFB-A44F-344497F4F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718" y="3058864"/>
            <a:ext cx="95" cy="398145"/>
          </a:xfrm>
          <a:custGeom xmlns:a="http://schemas.openxmlformats.org/drawingml/2006/main">
            <a:pathLst>
              <a:path w="95" h="398145">
                <a:moveTo>
                  <a:pt x="0" y="0"/>
                </a:moveTo>
                <a:lnTo>
                  <a:pt x="0" y="398145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6194">
            <a:solidFill>
              <a:srgbClr val="D66A3E"/>
            </a:solidFill>
            <a:prstDash val="solid"/>
          </a:ln>
        </p:spPr>
      </p:sp>
      <p:sp>
        <p:nvSpPr>
          <p:cNvPr id="16" name="object-14-s0-ux">
            <a:extLst xmlns:a="http://schemas.openxmlformats.org/drawingml/2006/main">
              <a:ext uri="{FF2B5EF4-FFF2-40B4-BE49-F238E27FC236}">
                <a16:creationId xmlns:a16="http://schemas.microsoft.com/office/drawing/2014/main" id="{C5B1D29E-CD0B-4AFA-BE30-B2994C337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4569" y="3011716"/>
            <a:ext cx="94298" cy="94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478">
            <a:noFill/>
            <a:prstDash val="solid"/>
          </a:ln>
        </p:spPr>
      </p:sp>
      <p:sp>
        <p:nvSpPr>
          <p:cNvPr id="17" name="object-15-s0-ux">
            <a:extLst xmlns:a="http://schemas.openxmlformats.org/drawingml/2006/main">
              <a:ext uri="{FF2B5EF4-FFF2-40B4-BE49-F238E27FC236}">
                <a16:creationId xmlns:a16="http://schemas.microsoft.com/office/drawing/2014/main" id="{8410698E-184E-4610-982F-25F0CD98C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1704" y="3346996"/>
            <a:ext cx="220027" cy="2200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6194">
            <a:solidFill>
              <a:srgbClr val="D66A3E"/>
            </a:solidFill>
            <a:prstDash val="solid"/>
          </a:ln>
        </p:spPr>
      </p:sp>
      <p:sp>
        <p:nvSpPr>
          <p:cNvPr id="18" name="object-16-s0-ux">
            <a:extLst xmlns:a="http://schemas.openxmlformats.org/drawingml/2006/main">
              <a:ext uri="{FF2B5EF4-FFF2-40B4-BE49-F238E27FC236}">
                <a16:creationId xmlns:a16="http://schemas.microsoft.com/office/drawing/2014/main" id="{B10B1BFC-C72A-4DDC-82ED-694CE2BB5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383667"/>
            <a:ext cx="146685" cy="146685"/>
          </a:xfrm>
          <a:custGeom xmlns:a="http://schemas.openxmlformats.org/drawingml/2006/main">
            <a:pathLst>
              <a:path w="146685" h="146685">
                <a:moveTo>
                  <a:pt x="0" y="73343"/>
                </a:moveTo>
                <a:lnTo>
                  <a:pt x="146685" y="73343"/>
                </a:lnTo>
              </a:path>
              <a:path w="146685" h="146685">
                <a:moveTo>
                  <a:pt x="73343" y="0"/>
                </a:moveTo>
                <a:lnTo>
                  <a:pt x="73343" y="146685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6194">
            <a:solidFill>
              <a:srgbClr val="D66A3E"/>
            </a:solidFill>
            <a:prstDash val="solid"/>
          </a:ln>
        </p:spPr>
      </p:sp>
      <p:sp>
        <p:nvSpPr>
          <p:cNvPr id="19" name="object-17-s0-ux">
            <a:extLst xmlns:a="http://schemas.openxmlformats.org/drawingml/2006/main">
              <a:ext uri="{FF2B5EF4-FFF2-40B4-BE49-F238E27FC236}">
                <a16:creationId xmlns:a16="http://schemas.microsoft.com/office/drawing/2014/main" id="{F4EE00FF-F54C-4936-9845-B7F949F39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9385" y="2901702"/>
            <a:ext cx="754380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20955">
            <a:solidFill>
              <a:srgbClr val="123039"/>
            </a:solidFill>
            <a:prstDash val="solid"/>
          </a:ln>
        </p:spPr>
      </p:sp>
      <p:sp>
        <p:nvSpPr>
          <p:cNvPr id="20" name="object-18-s0-ux">
            <a:extLst xmlns:a="http://schemas.openxmlformats.org/drawingml/2006/main">
              <a:ext uri="{FF2B5EF4-FFF2-40B4-BE49-F238E27FC236}">
                <a16:creationId xmlns:a16="http://schemas.microsoft.com/office/drawing/2014/main" id="{FA4CCBC1-5CB6-4C37-BECD-5CA4076A2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8839" y="2941993"/>
            <a:ext cx="511671" cy="2356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3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03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Rz(θ)</a:t>
            </a:r>
          </a:p>
        </p:txBody>
      </p:sp>
      <p:sp>
        <p:nvSpPr>
          <p:cNvPr id="21" name="object-19-s0-ux">
            <a:extLst xmlns:a="http://schemas.openxmlformats.org/drawingml/2006/main">
              <a:ext uri="{FF2B5EF4-FFF2-40B4-BE49-F238E27FC236}">
                <a16:creationId xmlns:a16="http://schemas.microsoft.com/office/drawing/2014/main" id="{89D47E0B-825E-4B28-B0B6-1A15AB234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3315" y="3299847"/>
            <a:ext cx="356235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20955">
            <a:solidFill>
              <a:srgbClr val="123039"/>
            </a:solidFill>
            <a:prstDash val="solid"/>
          </a:ln>
        </p:spPr>
      </p:sp>
      <p:sp>
        <p:nvSpPr>
          <p:cNvPr id="22" name="object-20-s0-ux">
            <a:extLst xmlns:a="http://schemas.openxmlformats.org/drawingml/2006/main">
              <a:ext uri="{FF2B5EF4-FFF2-40B4-BE49-F238E27FC236}">
                <a16:creationId xmlns:a16="http://schemas.microsoft.com/office/drawing/2014/main" id="{6D221ED1-833E-479D-BED1-56CE378D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976" y="3340138"/>
            <a:ext cx="195114" cy="2356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3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03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23" name="object-21-s0-ux">
            <a:extLst xmlns:a="http://schemas.openxmlformats.org/drawingml/2006/main">
              <a:ext uri="{FF2B5EF4-FFF2-40B4-BE49-F238E27FC236}">
                <a16:creationId xmlns:a16="http://schemas.microsoft.com/office/drawing/2014/main" id="{EF7E0134-7599-4430-B78E-58070D69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010" y="3299847"/>
            <a:ext cx="356235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20955">
            <a:solidFill>
              <a:srgbClr val="123039"/>
            </a:solidFill>
            <a:prstDash val="solid"/>
          </a:ln>
        </p:spPr>
      </p:sp>
      <p:sp>
        <p:nvSpPr>
          <p:cNvPr id="24" name="object-22-s0-ux">
            <a:extLst xmlns:a="http://schemas.openxmlformats.org/drawingml/2006/main">
              <a:ext uri="{FF2B5EF4-FFF2-40B4-BE49-F238E27FC236}">
                <a16:creationId xmlns:a16="http://schemas.microsoft.com/office/drawing/2014/main" id="{F91B938A-4593-4932-887C-F8BB45959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671" y="3340138"/>
            <a:ext cx="195114" cy="2356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3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03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25" name="object-23-s0-ux">
            <a:extLst xmlns:a="http://schemas.openxmlformats.org/drawingml/2006/main">
              <a:ext uri="{FF2B5EF4-FFF2-40B4-BE49-F238E27FC236}">
                <a16:creationId xmlns:a16="http://schemas.microsoft.com/office/drawing/2014/main" id="{57875239-CFDF-4576-BC70-8935CEE4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3258889"/>
            <a:ext cx="2047875" cy="95"/>
          </a:xfrm>
          <a:custGeom xmlns:a="http://schemas.openxmlformats.org/drawingml/2006/main">
            <a:pathLst>
              <a:path w="2047875" h="95">
                <a:moveTo>
                  <a:pt x="0" y="0"/>
                </a:moveTo>
                <a:lnTo>
                  <a:pt x="2047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26" name="object-23-s0-ux-arrow">
            <a:extLst xmlns:a="http://schemas.openxmlformats.org/drawingml/2006/main">
              <a:ext uri="{FF2B5EF4-FFF2-40B4-BE49-F238E27FC236}">
                <a16:creationId xmlns:a16="http://schemas.microsoft.com/office/drawing/2014/main" id="{2B85CE6E-F4EF-4429-8D0D-6C313CE1C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201739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7" name="object-24-s0-ux">
            <a:extLst xmlns:a="http://schemas.openxmlformats.org/drawingml/2006/main">
              <a:ext uri="{FF2B5EF4-FFF2-40B4-BE49-F238E27FC236}">
                <a16:creationId xmlns:a16="http://schemas.microsoft.com/office/drawing/2014/main" id="{AFAD023B-85A3-41A9-ACC8-75D758E65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2510" y="2802642"/>
            <a:ext cx="1494681" cy="2362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equivalent rewrite</a:t>
            </a:r>
          </a:p>
        </p:txBody>
      </p:sp>
      <p:sp>
        <p:nvSpPr>
          <p:cNvPr id="28" name="object-25-s0-ux">
            <a:extLst xmlns:a="http://schemas.openxmlformats.org/drawingml/2006/main">
              <a:ext uri="{FF2B5EF4-FFF2-40B4-BE49-F238E27FC236}">
                <a16:creationId xmlns:a16="http://schemas.microsoft.com/office/drawing/2014/main" id="{552D4FB0-BE78-43BE-9987-AB5CE5048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058864"/>
            <a:ext cx="1781175" cy="95"/>
          </a:xfrm>
          <a:custGeom xmlns:a="http://schemas.openxmlformats.org/drawingml/2006/main">
            <a:pathLst>
              <a:path w="1781175" h="95">
                <a:moveTo>
                  <a:pt x="0" y="0"/>
                </a:moveTo>
                <a:lnTo>
                  <a:pt x="1781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194">
            <a:solidFill>
              <a:srgbClr val="5E7275"/>
            </a:solidFill>
            <a:prstDash val="solid"/>
          </a:ln>
        </p:spPr>
      </p:sp>
      <p:sp>
        <p:nvSpPr>
          <p:cNvPr id="29" name="object-26-s0-ux">
            <a:extLst xmlns:a="http://schemas.openxmlformats.org/drawingml/2006/main">
              <a:ext uri="{FF2B5EF4-FFF2-40B4-BE49-F238E27FC236}">
                <a16:creationId xmlns:a16="http://schemas.microsoft.com/office/drawing/2014/main" id="{4E11A506-762F-4EDE-92AF-415147F83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457009"/>
            <a:ext cx="1781175" cy="95"/>
          </a:xfrm>
          <a:custGeom xmlns:a="http://schemas.openxmlformats.org/drawingml/2006/main">
            <a:pathLst>
              <a:path w="1781175" h="95">
                <a:moveTo>
                  <a:pt x="0" y="0"/>
                </a:moveTo>
                <a:lnTo>
                  <a:pt x="1781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194">
            <a:solidFill>
              <a:srgbClr val="5E7275"/>
            </a:solidFill>
            <a:prstDash val="solid"/>
          </a:ln>
        </p:spPr>
      </p:sp>
      <p:sp>
        <p:nvSpPr>
          <p:cNvPr id="30" name="object-27-s0-ux">
            <a:extLst xmlns:a="http://schemas.openxmlformats.org/drawingml/2006/main">
              <a:ext uri="{FF2B5EF4-FFF2-40B4-BE49-F238E27FC236}">
                <a16:creationId xmlns:a16="http://schemas.microsoft.com/office/drawing/2014/main" id="{A65EF941-8956-47CB-900C-E813A4756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9635" y="2901702"/>
            <a:ext cx="356235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20955">
            <a:solidFill>
              <a:srgbClr val="123039"/>
            </a:solidFill>
            <a:prstDash val="solid"/>
          </a:ln>
        </p:spPr>
      </p:sp>
      <p:sp>
        <p:nvSpPr>
          <p:cNvPr id="31" name="object-28-s0-ux">
            <a:extLst xmlns:a="http://schemas.openxmlformats.org/drawingml/2006/main">
              <a:ext uri="{FF2B5EF4-FFF2-40B4-BE49-F238E27FC236}">
                <a16:creationId xmlns:a16="http://schemas.microsoft.com/office/drawing/2014/main" id="{08595C2B-2AE7-4F4E-B784-0EA286F2E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3384" y="2941993"/>
            <a:ext cx="204936" cy="2356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3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03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32" name="object-29-s0-ux">
            <a:extLst xmlns:a="http://schemas.openxmlformats.org/drawingml/2006/main">
              <a:ext uri="{FF2B5EF4-FFF2-40B4-BE49-F238E27FC236}">
                <a16:creationId xmlns:a16="http://schemas.microsoft.com/office/drawing/2014/main" id="{EA63DAD9-2549-4B5E-94EF-32A405C76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5420" y="2901702"/>
            <a:ext cx="754380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20955">
            <a:solidFill>
              <a:srgbClr val="123039"/>
            </a:solidFill>
            <a:prstDash val="solid"/>
          </a:ln>
        </p:spPr>
      </p:sp>
      <p:sp>
        <p:nvSpPr>
          <p:cNvPr id="33" name="object-30-s0-ux">
            <a:extLst xmlns:a="http://schemas.openxmlformats.org/drawingml/2006/main">
              <a:ext uri="{FF2B5EF4-FFF2-40B4-BE49-F238E27FC236}">
                <a16:creationId xmlns:a16="http://schemas.microsoft.com/office/drawing/2014/main" id="{CDD18906-34AD-4E6F-8B52-6ED5C49A9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4875" y="2941993"/>
            <a:ext cx="511671" cy="2356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3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03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Rz(θ)</a:t>
            </a:r>
          </a:p>
        </p:txBody>
      </p:sp>
      <p:sp>
        <p:nvSpPr>
          <p:cNvPr id="34" name="object-31-s0-ux">
            <a:extLst xmlns:a="http://schemas.openxmlformats.org/drawingml/2006/main">
              <a:ext uri="{FF2B5EF4-FFF2-40B4-BE49-F238E27FC236}">
                <a16:creationId xmlns:a16="http://schemas.microsoft.com/office/drawing/2014/main" id="{A09CF6DF-4F93-438D-821D-DE60AE2F8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651" y="3625602"/>
            <a:ext cx="857399" cy="316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6 gates</a:t>
            </a:r>
          </a:p>
        </p:txBody>
      </p:sp>
      <p:sp>
        <p:nvSpPr>
          <p:cNvPr id="35" name="object-32-s0-ux">
            <a:extLst xmlns:a="http://schemas.openxmlformats.org/drawingml/2006/main">
              <a:ext uri="{FF2B5EF4-FFF2-40B4-BE49-F238E27FC236}">
                <a16:creationId xmlns:a16="http://schemas.microsoft.com/office/drawing/2014/main" id="{CD627D50-746E-4D75-8A0E-C04A669F8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131" y="3625602"/>
            <a:ext cx="896987" cy="316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2 gates</a:t>
            </a:r>
          </a:p>
        </p:txBody>
      </p:sp>
      <p:sp>
        <p:nvSpPr>
          <p:cNvPr id="36" name="object-33-s0-ux">
            <a:extLst xmlns:a="http://schemas.openxmlformats.org/drawingml/2006/main">
              <a:ext uri="{FF2B5EF4-FFF2-40B4-BE49-F238E27FC236}">
                <a16:creationId xmlns:a16="http://schemas.microsoft.com/office/drawing/2014/main" id="{3D0481BC-570B-4717-B1E5-D52474159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4239"/>
            <a:ext cx="10782300" cy="95"/>
          </a:xfrm>
          <a:custGeom xmlns:a="http://schemas.openxmlformats.org/drawingml/2006/main">
            <a:pathLst>
              <a:path w="10782300" h="95">
                <a:moveTo>
                  <a:pt x="0" y="0"/>
                </a:moveTo>
                <a:lnTo>
                  <a:pt x="10782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BECBC7"/>
            </a:solidFill>
            <a:prstDash val="solid"/>
          </a:ln>
        </p:spPr>
      </p:sp>
      <p:sp>
        <p:nvSpPr>
          <p:cNvPr id="37" name="object-34-s0-ux">
            <a:extLst xmlns:a="http://schemas.openxmlformats.org/drawingml/2006/main">
              <a:ext uri="{FF2B5EF4-FFF2-40B4-BE49-F238E27FC236}">
                <a16:creationId xmlns:a16="http://schemas.microsoft.com/office/drawing/2014/main" id="{B2E8D260-9E90-4FE0-ADDC-D79C9F12F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80922"/>
            <a:ext cx="2435185" cy="3371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Why reduce gates?</a:t>
            </a:r>
          </a:p>
        </p:txBody>
      </p:sp>
      <p:sp>
        <p:nvSpPr>
          <p:cNvPr id="38" name="object-35-s0-ux">
            <a:extLst xmlns:a="http://schemas.openxmlformats.org/drawingml/2006/main">
              <a:ext uri="{FF2B5EF4-FFF2-40B4-BE49-F238E27FC236}">
                <a16:creationId xmlns:a16="http://schemas.microsoft.com/office/drawing/2014/main" id="{4E7DE645-38D9-4D14-8A1B-6AEEB0C3D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2877"/>
            <a:ext cx="3544491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Each operation introduces noise.</a:t>
            </a:r>
          </a:p>
        </p:txBody>
      </p:sp>
      <p:sp>
        <p:nvSpPr>
          <p:cNvPr id="39" name="object-36-s0-ux">
            <a:extLst xmlns:a="http://schemas.openxmlformats.org/drawingml/2006/main">
              <a:ext uri="{FF2B5EF4-FFF2-40B4-BE49-F238E27FC236}">
                <a16:creationId xmlns:a16="http://schemas.microsoft.com/office/drawing/2014/main" id="{B676FA36-5EAD-4FA5-809A-3AC660D55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63877"/>
            <a:ext cx="4364236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Short coherence times limit circuit depth.</a:t>
            </a:r>
          </a:p>
        </p:txBody>
      </p:sp>
      <p:sp>
        <p:nvSpPr>
          <p:cNvPr id="40" name="object-37-s0-ux">
            <a:extLst xmlns:a="http://schemas.openxmlformats.org/drawingml/2006/main">
              <a:ext uri="{FF2B5EF4-FFF2-40B4-BE49-F238E27FC236}">
                <a16:creationId xmlns:a16="http://schemas.microsoft.com/office/drawing/2014/main" id="{EA790D0A-CAA9-44BE-B1F1-68E3A95F9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280922"/>
            <a:ext cx="1106150" cy="3371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Purpose</a:t>
            </a:r>
          </a:p>
        </p:txBody>
      </p:sp>
      <p:sp>
        <p:nvSpPr>
          <p:cNvPr id="41" name="object-38-s0-ux">
            <a:extLst xmlns:a="http://schemas.openxmlformats.org/drawingml/2006/main">
              <a:ext uri="{FF2B5EF4-FFF2-40B4-BE49-F238E27FC236}">
                <a16:creationId xmlns:a16="http://schemas.microsoft.com/office/drawing/2014/main" id="{21A61941-8FDC-4FCC-847C-B093696C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682877"/>
            <a:ext cx="3491359" cy="316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Reduce exposure to gate errors.</a:t>
            </a:r>
          </a:p>
        </p:txBody>
      </p:sp>
      <p:sp>
        <p:nvSpPr>
          <p:cNvPr id="42" name="object-39-s0-ux">
            <a:extLst xmlns:a="http://schemas.openxmlformats.org/drawingml/2006/main">
              <a:ext uri="{FF2B5EF4-FFF2-40B4-BE49-F238E27FC236}">
                <a16:creationId xmlns:a16="http://schemas.microsoft.com/office/drawing/2014/main" id="{08103380-3C93-48B1-BD00-5F23FA4E2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5063877"/>
            <a:ext cx="3252788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Make execution more reliable.</a:t>
            </a:r>
          </a:p>
        </p:txBody>
      </p:sp>
      <p:sp>
        <p:nvSpPr>
          <p:cNvPr id="43" name="object-40-s0-ux">
            <a:extLst xmlns:a="http://schemas.openxmlformats.org/drawingml/2006/main">
              <a:ext uri="{FF2B5EF4-FFF2-40B4-BE49-F238E27FC236}">
                <a16:creationId xmlns:a16="http://schemas.microsoft.com/office/drawing/2014/main" id="{753A5072-82D1-4A36-BEB1-8309D1234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7360890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QSymb focuses on reducing two-qubit gates through equivalent circuit rewrites. Circuit time runs left to right.</a:t>
            </a:r>
          </a:p>
        </p:txBody>
      </p:sp>
      <p:sp>
        <p:nvSpPr>
          <p:cNvPr id="44" name="object-41-s0-ux">
            <a:extLst xmlns:a="http://schemas.openxmlformats.org/drawingml/2006/main">
              <a:ext uri="{FF2B5EF4-FFF2-40B4-BE49-F238E27FC236}">
                <a16:creationId xmlns:a16="http://schemas.microsoft.com/office/drawing/2014/main" id="{11CDDFF0-52CE-4378-9B6F-1FF00DD3E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3854500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§1 Introduction; §2 quantum-circuit semantics</a:t>
            </a:r>
          </a:p>
        </p:txBody>
      </p:sp>
      <p:sp>
        <p:nvSpPr>
          <p:cNvPr id="45" name="object-42-s0-ux">
            <a:extLst xmlns:a="http://schemas.openxmlformats.org/drawingml/2006/main">
              <a:ext uri="{FF2B5EF4-FFF2-40B4-BE49-F238E27FC236}">
                <a16:creationId xmlns:a16="http://schemas.microsoft.com/office/drawing/2014/main" id="{66B7C6AC-10BE-42F9-9BBE-7E96465DD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02 / 14</a:t>
            </a:r>
          </a:p>
        </p:txBody>
      </p:sp>
    </p:spTree>
    <p:extLst>
      <p:ext uri="{BB962C8B-B14F-4D97-AF65-F5344CB8AC3E}">
        <p14:creationId xmlns:p14="http://schemas.microsoft.com/office/powerpoint/2010/main" val="7428932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accent">
            <a:extLst xmlns:a="http://schemas.openxmlformats.org/drawingml/2006/main">
              <a:ext uri="{FF2B5EF4-FFF2-40B4-BE49-F238E27FC236}">
                <a16:creationId xmlns:a16="http://schemas.microsoft.com/office/drawing/2014/main" id="{EF52E99E-B01B-4C67-A9DC-64201B79F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DB90AE22-5E76-4356-BEB6-E2B863F65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5295"/>
            <a:ext cx="4987588" cy="5276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Challenge 1: rule explosion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5833916C-62C0-402E-B3FF-995C60AF1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73778"/>
            <a:ext cx="8114645" cy="3486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Thousands of concrete rules—many consequences of smaller rules.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666750" y="1893838"/>
          <a:ext xmlns:a="http://schemas.openxmlformats.org/drawingml/2006/main" cx="10858500" cy="3038475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20045"/>
                <a:gridCol w="3234482"/>
                <a:gridCol w="4403973"/>
              </a:tblGrid>
              <a:tr h="438150">
                <a:tc>
                  <a:txBody>
                    <a:bodyPr lIns="133350" tIns="0" rIns="133350" bIns="0"/>
                    <a:lstStyle/>
                    <a:p>
                      <a:pPr algn="l"/>
                      <a:r>
                        <a:rPr sz="1350" b="0">
                          <a:solidFill>
                            <a:srgbClr val="5E7275"/>
                          </a:solidFill>
                          <a:latin typeface="Arial"/>
                          <a:ea typeface="Arial"/>
                          <a:cs typeface="Arial"/>
                        </a:rPr>
                        <a:t>Gate set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350" b="0">
                          <a:solidFill>
                            <a:srgbClr val="5E7275"/>
                          </a:solidFill>
                          <a:latin typeface="Arial"/>
                          <a:ea typeface="Arial"/>
                          <a:cs typeface="Arial"/>
                        </a:rPr>
                        <a:t>Prior rule count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350" b="0">
                          <a:solidFill>
                            <a:srgbClr val="5E7275"/>
                          </a:solidFill>
                          <a:latin typeface="Arial"/>
                          <a:ea typeface="Arial"/>
                          <a:cs typeface="Arial"/>
                        </a:rPr>
                        <a:t>Prior systems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</a:tr>
              <a:tr h="652463">
                <a:tc>
                  <a:txBody>
                    <a:bodyPr lIns="133350" tIns="0" rIns="133350" bIns="0"/>
                    <a:lstStyle/>
                    <a:p>
                      <a:pPr algn="l"/>
                      <a:r>
                        <a:rPr sz="1950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IBM-Eagle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950" b="1">
                          <a:solidFill>
                            <a:srgbClr val="087E86"/>
                          </a:solidFill>
                          <a:latin typeface="Arial"/>
                          <a:ea typeface="Arial"/>
                          <a:cs typeface="Arial"/>
                        </a:rPr>
                        <a:t>4,615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950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Queso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</a:tr>
              <a:tr h="647700">
                <a:tc>
                  <a:txBody>
                    <a:bodyPr lIns="133350" tIns="0" rIns="133350" bIns="0"/>
                    <a:lstStyle/>
                    <a:p>
                      <a:pPr algn="l"/>
                      <a:r>
                        <a:rPr sz="1950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Nam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950" b="1">
                          <a:solidFill>
                            <a:srgbClr val="087E86"/>
                          </a:solidFill>
                          <a:latin typeface="Arial"/>
                          <a:ea typeface="Arial"/>
                          <a:cs typeface="Arial"/>
                        </a:rPr>
                        <a:t>8,816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950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Quartz / Queso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</a:tr>
              <a:tr h="647700">
                <a:tc>
                  <a:txBody>
                    <a:bodyPr lIns="133350" tIns="0" rIns="133350" bIns="0"/>
                    <a:lstStyle/>
                    <a:p>
                      <a:pPr algn="l"/>
                      <a:r>
                        <a:rPr sz="1950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Rigetti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950" b="1">
                          <a:solidFill>
                            <a:srgbClr val="087E86"/>
                          </a:solidFill>
                          <a:latin typeface="Arial"/>
                          <a:ea typeface="Arial"/>
                          <a:cs typeface="Arial"/>
                        </a:rPr>
                        <a:t>8,773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950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Quartz / Queso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</a:tr>
              <a:tr h="647700">
                <a:tc>
                  <a:txBody>
                    <a:bodyPr lIns="133350" tIns="0" rIns="133350" bIns="0"/>
                    <a:lstStyle/>
                    <a:p>
                      <a:pPr algn="l"/>
                      <a:r>
                        <a:rPr sz="1950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Ion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950" b="1">
                          <a:solidFill>
                            <a:srgbClr val="087E86"/>
                          </a:solidFill>
                          <a:latin typeface="Arial"/>
                          <a:ea typeface="Arial"/>
                          <a:cs typeface="Arial"/>
                        </a:rPr>
                        <a:t>11,777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950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Queso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</a:tr>
            </a:tbl>
          </a:graphicData>
        </a:graphic>
      </p:graphicFrame>
      <p:sp>
        <p:nvSpPr>
          <p:cNvPr id="5" name="object-2-s0-ux-border-244.828125">
            <a:extLst xmlns:a="http://schemas.openxmlformats.org/drawingml/2006/main">
              <a:ext uri="{FF2B5EF4-FFF2-40B4-BE49-F238E27FC236}">
                <a16:creationId xmlns:a16="http://schemas.microsoft.com/office/drawing/2014/main" id="{B4847065-578C-4ECB-BFF8-8B3B582ED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1988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BD5"/>
            </a:solidFill>
          </a:ln>
        </p:spPr>
      </p:sp>
      <p:sp>
        <p:nvSpPr>
          <p:cNvPr id="6" name="object-2-s0-ux-border-313.328125">
            <a:extLst xmlns:a="http://schemas.openxmlformats.org/drawingml/2006/main">
              <a:ext uri="{FF2B5EF4-FFF2-40B4-BE49-F238E27FC236}">
                <a16:creationId xmlns:a16="http://schemas.microsoft.com/office/drawing/2014/main" id="{D394EB1E-0C09-4495-B980-EA8637D35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844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BD5"/>
            </a:solidFill>
          </a:ln>
        </p:spPr>
      </p:sp>
      <p:sp>
        <p:nvSpPr>
          <p:cNvPr id="7" name="object-2-s0-ux-border-381.328125">
            <a:extLst xmlns:a="http://schemas.openxmlformats.org/drawingml/2006/main">
              <a:ext uri="{FF2B5EF4-FFF2-40B4-BE49-F238E27FC236}">
                <a16:creationId xmlns:a16="http://schemas.microsoft.com/office/drawing/2014/main" id="{D52FF057-DC3E-401A-B4C4-16956A48E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321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BD5"/>
            </a:solidFill>
          </a:ln>
        </p:spPr>
      </p:sp>
      <p:sp>
        <p:nvSpPr>
          <p:cNvPr id="8" name="object-2-s0-ux-border-449.328125">
            <a:extLst xmlns:a="http://schemas.openxmlformats.org/drawingml/2006/main">
              <a:ext uri="{FF2B5EF4-FFF2-40B4-BE49-F238E27FC236}">
                <a16:creationId xmlns:a16="http://schemas.microsoft.com/office/drawing/2014/main" id="{24383063-ABF0-45C9-A6F8-436CE5215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798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BD5"/>
            </a:solidFill>
          </a:ln>
        </p:spPr>
      </p:sp>
      <p:sp>
        <p:nvSpPr>
          <p:cNvPr id="9" name="object-2-s0-ux-border-517.328125">
            <a:extLst xmlns:a="http://schemas.openxmlformats.org/drawingml/2006/main">
              <a:ext uri="{FF2B5EF4-FFF2-40B4-BE49-F238E27FC236}">
                <a16:creationId xmlns:a16="http://schemas.microsoft.com/office/drawing/2014/main" id="{3A839EA0-0BB2-43EA-897E-E50858212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275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BD5"/>
            </a:solidFill>
          </a:ln>
        </p:spPr>
      </p:sp>
      <p:sp>
        <p:nvSpPr>
          <p:cNvPr id="10" name="object-3-s0-ux">
            <a:extLst xmlns:a="http://schemas.openxmlformats.org/drawingml/2006/main">
              <a:ext uri="{FF2B5EF4-FFF2-40B4-BE49-F238E27FC236}">
                <a16:creationId xmlns:a16="http://schemas.microsoft.com/office/drawing/2014/main" id="{68BB04DC-938B-497D-9E8D-E44F88F9B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75349"/>
            <a:ext cx="10858500" cy="95"/>
          </a:xfrm>
          <a:custGeom xmlns:a="http://schemas.openxmlformats.org/drawingml/2006/main">
            <a:pathLst>
              <a:path w="10858500" h="95">
                <a:moveTo>
                  <a:pt x="0" y="0"/>
                </a:moveTo>
                <a:lnTo>
                  <a:pt x="10858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9CBC7"/>
            </a:solidFill>
            <a:prstDash val="solid"/>
          </a:ln>
        </p:spPr>
      </p:sp>
      <p:sp>
        <p:nvSpPr>
          <p:cNvPr id="11" name="object-4-s0-ux">
            <a:extLst xmlns:a="http://schemas.openxmlformats.org/drawingml/2006/main">
              <a:ext uri="{FF2B5EF4-FFF2-40B4-BE49-F238E27FC236}">
                <a16:creationId xmlns:a16="http://schemas.microsoft.com/office/drawing/2014/main" id="{2BC3957F-BD04-455B-A141-CDDC3AE2E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62992"/>
            <a:ext cx="7285434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Challenge: keep full coverage with a compact basis of non-derivable rules.</a:t>
            </a:r>
          </a:p>
        </p:txBody>
      </p:sp>
      <p:sp>
        <p:nvSpPr>
          <p:cNvPr id="12" name="object-5-s0-ux">
            <a:extLst xmlns:a="http://schemas.openxmlformats.org/drawingml/2006/main">
              <a:ext uri="{FF2B5EF4-FFF2-40B4-BE49-F238E27FC236}">
                <a16:creationId xmlns:a16="http://schemas.microsoft.com/office/drawing/2014/main" id="{2BA1C9B6-B399-4C6D-8D65-6312F18E6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8295977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Concrete rule-set counts reported in QSymb, Table 1, by gate set. Quartz / Queso is the table’s joint attribution, not a sum.</a:t>
            </a:r>
          </a:p>
        </p:txBody>
      </p:sp>
      <p:sp>
        <p:nvSpPr>
          <p:cNvPr id="13" name="object-6-s0-ux">
            <a:extLst xmlns:a="http://schemas.openxmlformats.org/drawingml/2006/main">
              <a:ext uri="{FF2B5EF4-FFF2-40B4-BE49-F238E27FC236}">
                <a16:creationId xmlns:a16="http://schemas.microsoft.com/office/drawing/2014/main" id="{5ABEC53F-5C77-46EB-956E-67F0FB800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339119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§7.1, Table 1: prior concrete rule sets</a:t>
            </a:r>
          </a:p>
        </p:txBody>
      </p:sp>
      <p:sp>
        <p:nvSpPr>
          <p:cNvPr id="14" name="object-7-s0-ux">
            <a:extLst xmlns:a="http://schemas.openxmlformats.org/drawingml/2006/main">
              <a:ext uri="{FF2B5EF4-FFF2-40B4-BE49-F238E27FC236}">
                <a16:creationId xmlns:a16="http://schemas.microsoft.com/office/drawing/2014/main" id="{14C9C33D-409C-4C32-8A91-4D4F20311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03 / 14</a:t>
            </a:r>
          </a:p>
        </p:txBody>
      </p:sp>
    </p:spTree>
    <p:extLst>
      <p:ext uri="{BB962C8B-B14F-4D97-AF65-F5344CB8AC3E}">
        <p14:creationId xmlns:p14="http://schemas.microsoft.com/office/powerpoint/2010/main" val="10417966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top-accent">
            <a:extLst xmlns:a="http://schemas.openxmlformats.org/drawingml/2006/main">
              <a:ext uri="{FF2B5EF4-FFF2-40B4-BE49-F238E27FC236}">
                <a16:creationId xmlns:a16="http://schemas.microsoft.com/office/drawing/2014/main" id="{764AD640-E310-4CFF-B2D5-5FB55DC92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7959F755-91D0-4CC2-9EEF-C8326B698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5295"/>
            <a:ext cx="9060567" cy="5276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Challenge 2: limited reach across long subcircuits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914268E4-A6ED-425E-88B3-C8377C94F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4258"/>
            <a:ext cx="3604320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INPUT: CZ AND CX SEPARATED BY A 12-GATE S</a:t>
            </a:r>
          </a:p>
        </p:txBody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1D128A49-FDAA-44D1-B581-210827659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581448"/>
            <a:ext cx="7105650" cy="1257300"/>
          </a:xfrm>
          <a:prstGeom xmlns:a="http://schemas.openxmlformats.org/drawingml/2006/main" prst="roundRect">
            <a:avLst>
              <a:gd name="adj" fmla="val 3788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9050">
            <a:solidFill>
              <a:srgbClr val="087E86"/>
            </a:solidFill>
            <a:prstDash val="solid"/>
          </a:ln>
        </p:spPr>
      </p:sp>
      <p:sp>
        <p:nvSpPr>
          <p:cNvPr id="5" name="object-3-s0-ux">
            <a:extLst xmlns:a="http://schemas.openxmlformats.org/drawingml/2006/main">
              <a:ext uri="{FF2B5EF4-FFF2-40B4-BE49-F238E27FC236}">
                <a16:creationId xmlns:a16="http://schemas.microsoft.com/office/drawing/2014/main" id="{295E2FCF-A867-4240-BAA4-DA2E8DEE7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248" y="1638598"/>
            <a:ext cx="4349204" cy="2764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S: H first, then 6 Rz gates on q₀ + 5 SX gates on q₁</a:t>
            </a:r>
          </a:p>
        </p:txBody>
      </p:sp>
      <p:sp>
        <p:nvSpPr>
          <p:cNvPr id="6" name="object-4-s0-ux">
            <a:extLst xmlns:a="http://schemas.openxmlformats.org/drawingml/2006/main">
              <a:ext uri="{FF2B5EF4-FFF2-40B4-BE49-F238E27FC236}">
                <a16:creationId xmlns:a16="http://schemas.microsoft.com/office/drawing/2014/main" id="{1C129D83-6A6A-49BB-9E78-582E132D7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1500"/>
            <a:ext cx="227261" cy="2616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q₀</a:t>
            </a:r>
          </a:p>
        </p:txBody>
      </p:sp>
      <p:sp>
        <p:nvSpPr>
          <p:cNvPr id="7" name="object-5-s0-ux">
            <a:extLst xmlns:a="http://schemas.openxmlformats.org/drawingml/2006/main">
              <a:ext uri="{FF2B5EF4-FFF2-40B4-BE49-F238E27FC236}">
                <a16:creationId xmlns:a16="http://schemas.microsoft.com/office/drawing/2014/main" id="{DCAA6B35-445B-4FDC-B7D8-27A5E838B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58700"/>
            <a:ext cx="227261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q₁</a:t>
            </a:r>
          </a:p>
        </p:txBody>
      </p:sp>
      <p:sp>
        <p:nvSpPr>
          <p:cNvPr id="8" name="object-6-s0-ux">
            <a:extLst xmlns:a="http://schemas.openxmlformats.org/drawingml/2006/main">
              <a:ext uri="{FF2B5EF4-FFF2-40B4-BE49-F238E27FC236}">
                <a16:creationId xmlns:a16="http://schemas.microsoft.com/office/drawing/2014/main" id="{0D21EB19-3B37-416B-A826-C78EE8EF6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124373"/>
            <a:ext cx="10001250" cy="95"/>
          </a:xfrm>
          <a:custGeom xmlns:a="http://schemas.openxmlformats.org/drawingml/2006/main">
            <a:pathLst>
              <a:path w="10001250" h="95">
                <a:moveTo>
                  <a:pt x="0" y="0"/>
                </a:moveTo>
                <a:lnTo>
                  <a:pt x="1000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9" name="object-7-s0-ux">
            <a:extLst xmlns:a="http://schemas.openxmlformats.org/drawingml/2006/main">
              <a:ext uri="{FF2B5EF4-FFF2-40B4-BE49-F238E27FC236}">
                <a16:creationId xmlns:a16="http://schemas.microsoft.com/office/drawing/2014/main" id="{51001A10-7644-4C58-92E9-D0844B7B9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581573"/>
            <a:ext cx="10001250" cy="95"/>
          </a:xfrm>
          <a:custGeom xmlns:a="http://schemas.openxmlformats.org/drawingml/2006/main">
            <a:pathLst>
              <a:path w="10001250" h="95">
                <a:moveTo>
                  <a:pt x="0" y="0"/>
                </a:moveTo>
                <a:lnTo>
                  <a:pt x="1000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0" name="object-8-s0-ux">
            <a:extLst xmlns:a="http://schemas.openxmlformats.org/drawingml/2006/main">
              <a:ext uri="{FF2B5EF4-FFF2-40B4-BE49-F238E27FC236}">
                <a16:creationId xmlns:a16="http://schemas.microsoft.com/office/drawing/2014/main" id="{061160BA-B530-4B58-90C7-BE22DD8E2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438698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1" name="object-9-s0-ux">
            <a:extLst xmlns:a="http://schemas.openxmlformats.org/drawingml/2006/main">
              <a:ext uri="{FF2B5EF4-FFF2-40B4-BE49-F238E27FC236}">
                <a16:creationId xmlns:a16="http://schemas.microsoft.com/office/drawing/2014/main" id="{061648A9-FB74-4B75-93F3-29EC389D6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8863" y="2469178"/>
            <a:ext cx="200025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2" name="object-10-s0-ux">
            <a:extLst xmlns:a="http://schemas.openxmlformats.org/drawingml/2006/main">
              <a:ext uri="{FF2B5EF4-FFF2-40B4-BE49-F238E27FC236}">
                <a16:creationId xmlns:a16="http://schemas.microsoft.com/office/drawing/2014/main" id="{9AAD7044-B9E3-4083-A40A-B28C6C9D3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9814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3" name="object-11-s0-ux">
            <a:extLst xmlns:a="http://schemas.openxmlformats.org/drawingml/2006/main">
              <a:ext uri="{FF2B5EF4-FFF2-40B4-BE49-F238E27FC236}">
                <a16:creationId xmlns:a16="http://schemas.microsoft.com/office/drawing/2014/main" id="{D4728260-2BDE-4BAF-B52B-1A6DABB7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5440" y="2001500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Rz(θ₁)</a:t>
            </a:r>
          </a:p>
        </p:txBody>
      </p:sp>
      <p:sp>
        <p:nvSpPr>
          <p:cNvPr id="14" name="object-12-s0-ux">
            <a:extLst xmlns:a="http://schemas.openxmlformats.org/drawingml/2006/main">
              <a:ext uri="{FF2B5EF4-FFF2-40B4-BE49-F238E27FC236}">
                <a16:creationId xmlns:a16="http://schemas.microsoft.com/office/drawing/2014/main" id="{E262110B-2D2F-4061-AF9D-0E26E140E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4386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5" name="object-13-s0-ux">
            <a:extLst xmlns:a="http://schemas.openxmlformats.org/drawingml/2006/main">
              <a:ext uri="{FF2B5EF4-FFF2-40B4-BE49-F238E27FC236}">
                <a16:creationId xmlns:a16="http://schemas.microsoft.com/office/drawing/2014/main" id="{AA66C791-B420-45F6-B2BA-F5ED3CA55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451" y="24691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16" name="object-14-s0-ux">
            <a:extLst xmlns:a="http://schemas.openxmlformats.org/drawingml/2006/main">
              <a:ext uri="{FF2B5EF4-FFF2-40B4-BE49-F238E27FC236}">
                <a16:creationId xmlns:a16="http://schemas.microsoft.com/office/drawing/2014/main" id="{D5917121-9C38-44CC-A214-AA6E2817D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19814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7" name="object-15-s0-ux">
            <a:extLst xmlns:a="http://schemas.openxmlformats.org/drawingml/2006/main">
              <a:ext uri="{FF2B5EF4-FFF2-40B4-BE49-F238E27FC236}">
                <a16:creationId xmlns:a16="http://schemas.microsoft.com/office/drawing/2014/main" id="{F7EB438A-FDDA-449B-A978-34B083DC9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2715" y="2001500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Rz(θ₂)</a:t>
            </a:r>
          </a:p>
        </p:txBody>
      </p:sp>
      <p:sp>
        <p:nvSpPr>
          <p:cNvPr id="18" name="object-16-s0-ux">
            <a:extLst xmlns:a="http://schemas.openxmlformats.org/drawingml/2006/main">
              <a:ext uri="{FF2B5EF4-FFF2-40B4-BE49-F238E27FC236}">
                <a16:creationId xmlns:a16="http://schemas.microsoft.com/office/drawing/2014/main" id="{464EE5AE-0D3E-404D-B7E0-9EF71566F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4386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9" name="object-17-s0-ux">
            <a:extLst xmlns:a="http://schemas.openxmlformats.org/drawingml/2006/main">
              <a:ext uri="{FF2B5EF4-FFF2-40B4-BE49-F238E27FC236}">
                <a16:creationId xmlns:a16="http://schemas.microsoft.com/office/drawing/2014/main" id="{C0BDAF8F-053F-42A5-96F8-0F05C2092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726" y="24691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0" name="object-18-s0-ux">
            <a:extLst xmlns:a="http://schemas.openxmlformats.org/drawingml/2006/main">
              <a:ext uri="{FF2B5EF4-FFF2-40B4-BE49-F238E27FC236}">
                <a16:creationId xmlns:a16="http://schemas.microsoft.com/office/drawing/2014/main" id="{3DDB02A5-D5ED-4BD7-A7B7-493E51724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9814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1" name="object-19-s0-ux">
            <a:extLst xmlns:a="http://schemas.openxmlformats.org/drawingml/2006/main">
              <a:ext uri="{FF2B5EF4-FFF2-40B4-BE49-F238E27FC236}">
                <a16:creationId xmlns:a16="http://schemas.microsoft.com/office/drawing/2014/main" id="{34852012-C8B4-4FED-A3D7-B09E13732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9990" y="2001500"/>
            <a:ext cx="568970" cy="261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Rz(θ₃)</a:t>
            </a:r>
          </a:p>
        </p:txBody>
      </p:sp>
      <p:sp>
        <p:nvSpPr>
          <p:cNvPr id="22" name="object-20-s0-ux">
            <a:extLst xmlns:a="http://schemas.openxmlformats.org/drawingml/2006/main">
              <a:ext uri="{FF2B5EF4-FFF2-40B4-BE49-F238E27FC236}">
                <a16:creationId xmlns:a16="http://schemas.microsoft.com/office/drawing/2014/main" id="{7EA422AE-A978-410B-A55E-BD25237A3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386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3" name="object-21-s0-ux">
            <a:extLst xmlns:a="http://schemas.openxmlformats.org/drawingml/2006/main">
              <a:ext uri="{FF2B5EF4-FFF2-40B4-BE49-F238E27FC236}">
                <a16:creationId xmlns:a16="http://schemas.microsoft.com/office/drawing/2014/main" id="{44A789EF-6121-4A99-AD81-CF7279E8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01" y="24691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4" name="object-22-s0-ux">
            <a:extLst xmlns:a="http://schemas.openxmlformats.org/drawingml/2006/main">
              <a:ext uri="{FF2B5EF4-FFF2-40B4-BE49-F238E27FC236}">
                <a16:creationId xmlns:a16="http://schemas.microsoft.com/office/drawing/2014/main" id="{BB539C71-D2AE-4C06-B5EF-249A18A3A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19814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5" name="object-23-s0-ux">
            <a:extLst xmlns:a="http://schemas.openxmlformats.org/drawingml/2006/main">
              <a:ext uri="{FF2B5EF4-FFF2-40B4-BE49-F238E27FC236}">
                <a16:creationId xmlns:a16="http://schemas.microsoft.com/office/drawing/2014/main" id="{BE5E0434-4F86-4EA2-B614-373FE24F4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7265" y="2001500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Rz(θ₄)</a:t>
            </a:r>
          </a:p>
        </p:txBody>
      </p:sp>
      <p:sp>
        <p:nvSpPr>
          <p:cNvPr id="26" name="object-24-s0-ux">
            <a:extLst xmlns:a="http://schemas.openxmlformats.org/drawingml/2006/main">
              <a:ext uri="{FF2B5EF4-FFF2-40B4-BE49-F238E27FC236}">
                <a16:creationId xmlns:a16="http://schemas.microsoft.com/office/drawing/2014/main" id="{C03F6E98-132C-4668-B869-FA8F184A4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4386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7" name="object-25-s0-ux">
            <a:extLst xmlns:a="http://schemas.openxmlformats.org/drawingml/2006/main">
              <a:ext uri="{FF2B5EF4-FFF2-40B4-BE49-F238E27FC236}">
                <a16:creationId xmlns:a16="http://schemas.microsoft.com/office/drawing/2014/main" id="{0AB3E273-8347-44D4-BA60-09F0F5F26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276" y="24691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8" name="object-26-s0-ux">
            <a:extLst xmlns:a="http://schemas.openxmlformats.org/drawingml/2006/main">
              <a:ext uri="{FF2B5EF4-FFF2-40B4-BE49-F238E27FC236}">
                <a16:creationId xmlns:a16="http://schemas.microsoft.com/office/drawing/2014/main" id="{2558AC7E-BD2C-43CE-9E8C-0CC9E7604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9814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9" name="object-27-s0-ux">
            <a:extLst xmlns:a="http://schemas.openxmlformats.org/drawingml/2006/main">
              <a:ext uri="{FF2B5EF4-FFF2-40B4-BE49-F238E27FC236}">
                <a16:creationId xmlns:a16="http://schemas.microsoft.com/office/drawing/2014/main" id="{B31CEED1-9C8E-4115-8A56-26794A61C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4540" y="2001500"/>
            <a:ext cx="568970" cy="2615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Rz(θ₅)</a:t>
            </a:r>
          </a:p>
        </p:txBody>
      </p:sp>
      <p:sp>
        <p:nvSpPr>
          <p:cNvPr id="30" name="object-28-s0-ux">
            <a:extLst xmlns:a="http://schemas.openxmlformats.org/drawingml/2006/main">
              <a:ext uri="{FF2B5EF4-FFF2-40B4-BE49-F238E27FC236}">
                <a16:creationId xmlns:a16="http://schemas.microsoft.com/office/drawing/2014/main" id="{B18E8713-906A-41B1-A080-276C511E4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4386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31" name="object-29-s0-ux">
            <a:extLst xmlns:a="http://schemas.openxmlformats.org/drawingml/2006/main">
              <a:ext uri="{FF2B5EF4-FFF2-40B4-BE49-F238E27FC236}">
                <a16:creationId xmlns:a16="http://schemas.microsoft.com/office/drawing/2014/main" id="{D182448F-2199-421D-9BB1-323C392B3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551" y="24691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32" name="object-30-s0-ux">
            <a:extLst xmlns:a="http://schemas.openxmlformats.org/drawingml/2006/main">
              <a:ext uri="{FF2B5EF4-FFF2-40B4-BE49-F238E27FC236}">
                <a16:creationId xmlns:a16="http://schemas.microsoft.com/office/drawing/2014/main" id="{4F15385C-2487-41C2-B0A2-1E21B660B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9814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33" name="object-31-s0-ux">
            <a:extLst xmlns:a="http://schemas.openxmlformats.org/drawingml/2006/main">
              <a:ext uri="{FF2B5EF4-FFF2-40B4-BE49-F238E27FC236}">
                <a16:creationId xmlns:a16="http://schemas.microsoft.com/office/drawing/2014/main" id="{366FC4C1-2D64-4885-B77A-66372C97F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815" y="2001500"/>
            <a:ext cx="568970" cy="2615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Rz(θ₆)</a:t>
            </a:r>
          </a:p>
        </p:txBody>
      </p:sp>
      <p:sp>
        <p:nvSpPr>
          <p:cNvPr id="34" name="object-32-s0-ux">
            <a:extLst xmlns:a="http://schemas.openxmlformats.org/drawingml/2006/main">
              <a:ext uri="{FF2B5EF4-FFF2-40B4-BE49-F238E27FC236}">
                <a16:creationId xmlns:a16="http://schemas.microsoft.com/office/drawing/2014/main" id="{C7075B41-4452-4F7D-B7E0-80AF3286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24373"/>
            <a:ext cx="95" cy="457200"/>
          </a:xfrm>
          <a:custGeom xmlns:a="http://schemas.openxmlformats.org/drawingml/2006/main">
            <a:pathLst>
              <a:path w="95" h="457200">
                <a:moveTo>
                  <a:pt x="0" y="0"/>
                </a:moveTo>
                <a:lnTo>
                  <a:pt x="0" y="45720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35" name="object-33-s0-ux">
            <a:extLst xmlns:a="http://schemas.openxmlformats.org/drawingml/2006/main">
              <a:ext uri="{FF2B5EF4-FFF2-40B4-BE49-F238E27FC236}">
                <a16:creationId xmlns:a16="http://schemas.microsoft.com/office/drawing/2014/main" id="{0E40831C-9FCC-4A4E-95AB-C8D4E813C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07674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6" name="object-34-s0-ux">
            <a:extLst xmlns:a="http://schemas.openxmlformats.org/drawingml/2006/main">
              <a:ext uri="{FF2B5EF4-FFF2-40B4-BE49-F238E27FC236}">
                <a16:creationId xmlns:a16="http://schemas.microsoft.com/office/drawing/2014/main" id="{792C2D1B-73CB-46B0-B44D-C6B7284F4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53394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7" name="object-35-s0-ux">
            <a:extLst xmlns:a="http://schemas.openxmlformats.org/drawingml/2006/main">
              <a:ext uri="{FF2B5EF4-FFF2-40B4-BE49-F238E27FC236}">
                <a16:creationId xmlns:a16="http://schemas.microsoft.com/office/drawing/2014/main" id="{F85C2DF8-FC60-4EC8-8678-539E7A112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124373"/>
            <a:ext cx="95" cy="457200"/>
          </a:xfrm>
          <a:custGeom xmlns:a="http://schemas.openxmlformats.org/drawingml/2006/main">
            <a:pathLst>
              <a:path w="95" h="457200">
                <a:moveTo>
                  <a:pt x="0" y="0"/>
                </a:moveTo>
                <a:lnTo>
                  <a:pt x="0" y="45720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38" name="object-36-s0-ux">
            <a:extLst xmlns:a="http://schemas.openxmlformats.org/drawingml/2006/main">
              <a:ext uri="{FF2B5EF4-FFF2-40B4-BE49-F238E27FC236}">
                <a16:creationId xmlns:a16="http://schemas.microsoft.com/office/drawing/2014/main" id="{392D83CE-5E4F-41C5-99CA-1373ADA0A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207674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9" name="object-37-s0-ux">
            <a:extLst xmlns:a="http://schemas.openxmlformats.org/drawingml/2006/main">
              <a:ext uri="{FF2B5EF4-FFF2-40B4-BE49-F238E27FC236}">
                <a16:creationId xmlns:a16="http://schemas.microsoft.com/office/drawing/2014/main" id="{29F344EA-DF1D-450B-9691-082AF12BF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2476798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40" name="object-38-s0-ux">
            <a:extLst xmlns:a="http://schemas.openxmlformats.org/drawingml/2006/main">
              <a:ext uri="{FF2B5EF4-FFF2-40B4-BE49-F238E27FC236}">
                <a16:creationId xmlns:a16="http://schemas.microsoft.com/office/drawing/2014/main" id="{433D1EEA-F9AA-4E4E-A02A-1702555EA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7025" y="2514898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41" name="object-39-s0-u0">
            <a:extLst xmlns:a="http://schemas.openxmlformats.org/drawingml/2006/main">
              <a:ext uri="{FF2B5EF4-FFF2-40B4-BE49-F238E27FC236}">
                <a16:creationId xmlns:a16="http://schemas.microsoft.com/office/drawing/2014/main" id="{26F9EDE1-4227-4F62-B69E-DBBD2BD1F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387" y="3071158"/>
            <a:ext cx="7138606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A bounded pattern cannot cover an arbitrarily long middle circuit.</a:t>
            </a:r>
          </a:p>
        </p:txBody>
      </p:sp>
      <p:sp>
        <p:nvSpPr>
          <p:cNvPr id="42" name="object-40-s0-u0">
            <a:extLst xmlns:a="http://schemas.openxmlformats.org/drawingml/2006/main">
              <a:ext uri="{FF2B5EF4-FFF2-40B4-BE49-F238E27FC236}">
                <a16:creationId xmlns:a16="http://schemas.microsoft.com/office/drawing/2014/main" id="{973EFB20-3FBF-4B03-B3E5-116B6C3C8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55980"/>
            <a:ext cx="4336613" cy="3371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02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Here: 12 gates separate CZ from CX.</a:t>
            </a:r>
          </a:p>
        </p:txBody>
      </p:sp>
      <p:sp>
        <p:nvSpPr>
          <p:cNvPr id="43" name="object-41-s0-u0">
            <a:extLst xmlns:a="http://schemas.openxmlformats.org/drawingml/2006/main">
              <a:ext uri="{FF2B5EF4-FFF2-40B4-BE49-F238E27FC236}">
                <a16:creationId xmlns:a16="http://schemas.microsoft.com/office/drawing/2014/main" id="{F97FBAEF-43CE-43EE-BE65-1AFD1D571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401" y="4034135"/>
            <a:ext cx="7183687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A local optimizer must discover and compose intermediate rewrites.</a:t>
            </a:r>
          </a:p>
        </p:txBody>
      </p:sp>
      <p:sp>
        <p:nvSpPr>
          <p:cNvPr id="44" name="object-42-s0-u0">
            <a:extLst xmlns:a="http://schemas.openxmlformats.org/drawingml/2006/main">
              <a:ext uri="{FF2B5EF4-FFF2-40B4-BE49-F238E27FC236}">
                <a16:creationId xmlns:a16="http://schemas.microsoft.com/office/drawing/2014/main" id="{289BEA04-5B12-4E9D-92C2-9C6923BCB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753273"/>
            <a:ext cx="1400175" cy="95"/>
          </a:xfrm>
          <a:custGeom xmlns:a="http://schemas.openxmlformats.org/drawingml/2006/main">
            <a:pathLst>
              <a:path w="1400175" h="95">
                <a:moveTo>
                  <a:pt x="0" y="0"/>
                </a:moveTo>
                <a:lnTo>
                  <a:pt x="1400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003">
            <a:solidFill>
              <a:srgbClr val="5E7275"/>
            </a:solidFill>
            <a:prstDash val="solid"/>
          </a:ln>
        </p:spPr>
      </p:sp>
      <p:sp>
        <p:nvSpPr>
          <p:cNvPr id="45" name="object-43-s0-u0">
            <a:extLst xmlns:a="http://schemas.openxmlformats.org/drawingml/2006/main">
              <a:ext uri="{FF2B5EF4-FFF2-40B4-BE49-F238E27FC236}">
                <a16:creationId xmlns:a16="http://schemas.microsoft.com/office/drawing/2014/main" id="{3797C205-FA74-4D10-BEBA-1C19826CE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133320"/>
            <a:ext cx="1400175" cy="95"/>
          </a:xfrm>
          <a:custGeom xmlns:a="http://schemas.openxmlformats.org/drawingml/2006/main">
            <a:pathLst>
              <a:path w="1400175" h="95">
                <a:moveTo>
                  <a:pt x="0" y="0"/>
                </a:moveTo>
                <a:lnTo>
                  <a:pt x="1400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003">
            <a:solidFill>
              <a:srgbClr val="5E7275"/>
            </a:solidFill>
            <a:prstDash val="solid"/>
          </a:ln>
        </p:spPr>
      </p:sp>
      <p:sp>
        <p:nvSpPr>
          <p:cNvPr id="46" name="object-44-s0-u0">
            <a:extLst xmlns:a="http://schemas.openxmlformats.org/drawingml/2006/main">
              <a:ext uri="{FF2B5EF4-FFF2-40B4-BE49-F238E27FC236}">
                <a16:creationId xmlns:a16="http://schemas.microsoft.com/office/drawing/2014/main" id="{628661BD-BF0D-413B-A276-6D0B58FC9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0051" y="4753273"/>
            <a:ext cx="95" cy="380047"/>
          </a:xfrm>
          <a:custGeom xmlns:a="http://schemas.openxmlformats.org/drawingml/2006/main">
            <a:pathLst>
              <a:path w="95" h="380047">
                <a:moveTo>
                  <a:pt x="0" y="0"/>
                </a:moveTo>
                <a:lnTo>
                  <a:pt x="0" y="380047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003">
            <a:solidFill>
              <a:srgbClr val="D66A3E"/>
            </a:solidFill>
            <a:prstDash val="solid"/>
          </a:ln>
        </p:spPr>
      </p:sp>
      <p:sp>
        <p:nvSpPr>
          <p:cNvPr id="47" name="object-45-s0-u0">
            <a:extLst xmlns:a="http://schemas.openxmlformats.org/drawingml/2006/main">
              <a:ext uri="{FF2B5EF4-FFF2-40B4-BE49-F238E27FC236}">
                <a16:creationId xmlns:a16="http://schemas.microsoft.com/office/drawing/2014/main" id="{147A3BA7-F483-420B-A488-28DBA5719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5046" y="4708267"/>
            <a:ext cx="90011" cy="9001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001">
            <a:noFill/>
            <a:prstDash val="solid"/>
          </a:ln>
        </p:spPr>
      </p:sp>
      <p:sp>
        <p:nvSpPr>
          <p:cNvPr id="48" name="object-46-s0-u0">
            <a:extLst xmlns:a="http://schemas.openxmlformats.org/drawingml/2006/main">
              <a:ext uri="{FF2B5EF4-FFF2-40B4-BE49-F238E27FC236}">
                <a16:creationId xmlns:a16="http://schemas.microsoft.com/office/drawing/2014/main" id="{B744879A-0559-417D-9805-3DCC85239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5046" y="5088314"/>
            <a:ext cx="90011" cy="9001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001">
            <a:noFill/>
            <a:prstDash val="solid"/>
          </a:ln>
        </p:spPr>
      </p:sp>
      <p:sp>
        <p:nvSpPr>
          <p:cNvPr id="49" name="object-47-s0-u0">
            <a:extLst xmlns:a="http://schemas.openxmlformats.org/drawingml/2006/main">
              <a:ext uri="{FF2B5EF4-FFF2-40B4-BE49-F238E27FC236}">
                <a16:creationId xmlns:a16="http://schemas.microsoft.com/office/drawing/2014/main" id="{9A79660B-40E9-4E04-88E5-EFF9816A1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0096" y="4633258"/>
            <a:ext cx="440055" cy="620078"/>
          </a:xfrm>
          <a:prstGeom xmlns:a="http://schemas.openxmlformats.org/drawingml/2006/main" prst="roundRect">
            <a:avLst>
              <a:gd name="adj" fmla="val 6494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0002">
            <a:solidFill>
              <a:srgbClr val="087E86"/>
            </a:solidFill>
            <a:prstDash val="solid"/>
          </a:ln>
        </p:spPr>
      </p:sp>
      <p:sp>
        <p:nvSpPr>
          <p:cNvPr id="50" name="object-48-s0-u0">
            <a:extLst xmlns:a="http://schemas.openxmlformats.org/drawingml/2006/main">
              <a:ext uri="{FF2B5EF4-FFF2-40B4-BE49-F238E27FC236}">
                <a16:creationId xmlns:a16="http://schemas.microsoft.com/office/drawing/2014/main" id="{7FF631E7-B70C-4330-BEDC-A5A0CB3D8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6705" y="4779704"/>
            <a:ext cx="243036" cy="3357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69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969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51" name="object-49-s0-u0">
            <a:extLst xmlns:a="http://schemas.openxmlformats.org/drawingml/2006/main">
              <a:ext uri="{FF2B5EF4-FFF2-40B4-BE49-F238E27FC236}">
                <a16:creationId xmlns:a16="http://schemas.microsoft.com/office/drawing/2014/main" id="{32330437-3ADA-4050-8DF1-942AB258C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652" y="4726079"/>
            <a:ext cx="274135" cy="4049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41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441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52" name="object-50-s0-u0">
            <a:extLst xmlns:a="http://schemas.openxmlformats.org/drawingml/2006/main">
              <a:ext uri="{FF2B5EF4-FFF2-40B4-BE49-F238E27FC236}">
                <a16:creationId xmlns:a16="http://schemas.microsoft.com/office/drawing/2014/main" id="{BD9FF754-8D88-436C-829F-74562FCFD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0255" y="4753273"/>
            <a:ext cx="1400175" cy="95"/>
          </a:xfrm>
          <a:custGeom xmlns:a="http://schemas.openxmlformats.org/drawingml/2006/main">
            <a:pathLst>
              <a:path w="1400175" h="95">
                <a:moveTo>
                  <a:pt x="0" y="0"/>
                </a:moveTo>
                <a:lnTo>
                  <a:pt x="1400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003">
            <a:solidFill>
              <a:srgbClr val="5E7275"/>
            </a:solidFill>
            <a:prstDash val="solid"/>
          </a:ln>
        </p:spPr>
      </p:sp>
      <p:sp>
        <p:nvSpPr>
          <p:cNvPr id="53" name="object-51-s0-u0">
            <a:extLst xmlns:a="http://schemas.openxmlformats.org/drawingml/2006/main">
              <a:ext uri="{FF2B5EF4-FFF2-40B4-BE49-F238E27FC236}">
                <a16:creationId xmlns:a16="http://schemas.microsoft.com/office/drawing/2014/main" id="{B2C0F514-1C06-44DF-9431-1F8AF976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0255" y="5133320"/>
            <a:ext cx="1400175" cy="95"/>
          </a:xfrm>
          <a:custGeom xmlns:a="http://schemas.openxmlformats.org/drawingml/2006/main">
            <a:pathLst>
              <a:path w="1400175" h="95">
                <a:moveTo>
                  <a:pt x="0" y="0"/>
                </a:moveTo>
                <a:lnTo>
                  <a:pt x="1400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003">
            <a:solidFill>
              <a:srgbClr val="5E7275"/>
            </a:solidFill>
            <a:prstDash val="solid"/>
          </a:ln>
        </p:spPr>
      </p:sp>
      <p:sp>
        <p:nvSpPr>
          <p:cNvPr id="54" name="object-52-s0-u0">
            <a:extLst xmlns:a="http://schemas.openxmlformats.org/drawingml/2006/main">
              <a:ext uri="{FF2B5EF4-FFF2-40B4-BE49-F238E27FC236}">
                <a16:creationId xmlns:a16="http://schemas.microsoft.com/office/drawing/2014/main" id="{E209A456-3070-49C2-B1E5-02ADFE2E4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0278" y="4633258"/>
            <a:ext cx="440055" cy="620078"/>
          </a:xfrm>
          <a:prstGeom xmlns:a="http://schemas.openxmlformats.org/drawingml/2006/main" prst="roundRect">
            <a:avLst>
              <a:gd name="adj" fmla="val 6494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0002">
            <a:solidFill>
              <a:srgbClr val="087E86"/>
            </a:solidFill>
            <a:prstDash val="solid"/>
          </a:ln>
        </p:spPr>
      </p:sp>
      <p:sp>
        <p:nvSpPr>
          <p:cNvPr id="55" name="object-53-s0-u0">
            <a:extLst xmlns:a="http://schemas.openxmlformats.org/drawingml/2006/main">
              <a:ext uri="{FF2B5EF4-FFF2-40B4-BE49-F238E27FC236}">
                <a16:creationId xmlns:a16="http://schemas.microsoft.com/office/drawing/2014/main" id="{FAD76390-E3AF-4B6B-B4E1-EAE9EC490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6888" y="4779704"/>
            <a:ext cx="243036" cy="3357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69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969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56" name="object-54-s0-u0">
            <a:extLst xmlns:a="http://schemas.openxmlformats.org/drawingml/2006/main">
              <a:ext uri="{FF2B5EF4-FFF2-40B4-BE49-F238E27FC236}">
                <a16:creationId xmlns:a16="http://schemas.microsoft.com/office/drawing/2014/main" id="{DDAB16BD-A5B3-4949-B29D-E7690D89A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0379" y="4753273"/>
            <a:ext cx="95" cy="380047"/>
          </a:xfrm>
          <a:custGeom xmlns:a="http://schemas.openxmlformats.org/drawingml/2006/main">
            <a:pathLst>
              <a:path w="95" h="380047">
                <a:moveTo>
                  <a:pt x="0" y="0"/>
                </a:moveTo>
                <a:lnTo>
                  <a:pt x="0" y="380047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003">
            <a:solidFill>
              <a:srgbClr val="D66A3E"/>
            </a:solidFill>
            <a:prstDash val="solid"/>
          </a:ln>
        </p:spPr>
      </p:sp>
      <p:sp>
        <p:nvSpPr>
          <p:cNvPr id="57" name="object-55-s0-u0">
            <a:extLst xmlns:a="http://schemas.openxmlformats.org/drawingml/2006/main">
              <a:ext uri="{FF2B5EF4-FFF2-40B4-BE49-F238E27FC236}">
                <a16:creationId xmlns:a16="http://schemas.microsoft.com/office/drawing/2014/main" id="{4109C482-9A28-4085-B3FB-17D5BDCF1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5373" y="4708267"/>
            <a:ext cx="90011" cy="9001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001">
            <a:noFill/>
            <a:prstDash val="solid"/>
          </a:ln>
        </p:spPr>
      </p:sp>
      <p:sp>
        <p:nvSpPr>
          <p:cNvPr id="58" name="object-56-s0-u0">
            <a:extLst xmlns:a="http://schemas.openxmlformats.org/drawingml/2006/main">
              <a:ext uri="{FF2B5EF4-FFF2-40B4-BE49-F238E27FC236}">
                <a16:creationId xmlns:a16="http://schemas.microsoft.com/office/drawing/2014/main" id="{D99CAD55-6C17-4402-923B-D041BE06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5366" y="5028307"/>
            <a:ext cx="210026" cy="210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5003">
            <a:solidFill>
              <a:srgbClr val="D66A3E"/>
            </a:solidFill>
            <a:prstDash val="solid"/>
          </a:ln>
        </p:spPr>
      </p:sp>
      <p:sp>
        <p:nvSpPr>
          <p:cNvPr id="59" name="object-57-s0-u0">
            <a:extLst xmlns:a="http://schemas.openxmlformats.org/drawingml/2006/main">
              <a:ext uri="{FF2B5EF4-FFF2-40B4-BE49-F238E27FC236}">
                <a16:creationId xmlns:a16="http://schemas.microsoft.com/office/drawing/2014/main" id="{0E3E1EBB-45C3-4DD0-9F4B-D7FA57269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0370" y="5063311"/>
            <a:ext cx="140017" cy="140017"/>
          </a:xfrm>
          <a:custGeom xmlns:a="http://schemas.openxmlformats.org/drawingml/2006/main">
            <a:pathLst>
              <a:path w="140017" h="140017">
                <a:moveTo>
                  <a:pt x="0" y="70009"/>
                </a:moveTo>
                <a:lnTo>
                  <a:pt x="140017" y="70009"/>
                </a:lnTo>
              </a:path>
              <a:path w="140017" h="140017">
                <a:moveTo>
                  <a:pt x="70009" y="0"/>
                </a:moveTo>
                <a:lnTo>
                  <a:pt x="70009" y="140017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003">
            <a:solidFill>
              <a:srgbClr val="D66A3E"/>
            </a:solidFill>
            <a:prstDash val="solid"/>
          </a:ln>
        </p:spPr>
      </p:sp>
      <p:sp>
        <p:nvSpPr>
          <p:cNvPr id="60" name="object-58-s0-u0">
            <a:extLst xmlns:a="http://schemas.openxmlformats.org/drawingml/2006/main">
              <a:ext uri="{FF2B5EF4-FFF2-40B4-BE49-F238E27FC236}">
                <a16:creationId xmlns:a16="http://schemas.microsoft.com/office/drawing/2014/main" id="{BA9063B2-BDC1-4523-B348-BFBC0879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55190"/>
            <a:ext cx="1506736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if S CZ = CX S</a:t>
            </a:r>
          </a:p>
        </p:txBody>
      </p:sp>
      <p:sp>
        <p:nvSpPr>
          <p:cNvPr id="61" name="object-135-s0-ux">
            <a:extLst xmlns:a="http://schemas.openxmlformats.org/drawingml/2006/main">
              <a:ext uri="{FF2B5EF4-FFF2-40B4-BE49-F238E27FC236}">
                <a16:creationId xmlns:a16="http://schemas.microsoft.com/office/drawing/2014/main" id="{936FF647-4649-4D02-8F3A-2E81944AE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8123337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A constrained symbolic S can cover a long subcircuit. Local rewrite sequences may also derive this illustrative example.</a:t>
            </a:r>
          </a:p>
        </p:txBody>
      </p:sp>
      <p:sp>
        <p:nvSpPr>
          <p:cNvPr id="62" name="object-136-s0-ux">
            <a:extLst xmlns:a="http://schemas.openxmlformats.org/drawingml/2006/main">
              <a:ext uri="{FF2B5EF4-FFF2-40B4-BE49-F238E27FC236}">
                <a16:creationId xmlns:a16="http://schemas.microsoft.com/office/drawing/2014/main" id="{8B023A3E-6269-4071-BDE1-189A486E1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3620393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§§2–3, 5.5; illustrative CZ → CX instance</a:t>
            </a:r>
          </a:p>
        </p:txBody>
      </p:sp>
      <p:sp>
        <p:nvSpPr>
          <p:cNvPr id="63" name="object-137-s0-ux">
            <a:extLst xmlns:a="http://schemas.openxmlformats.org/drawingml/2006/main">
              <a:ext uri="{FF2B5EF4-FFF2-40B4-BE49-F238E27FC236}">
                <a16:creationId xmlns:a16="http://schemas.microsoft.com/office/drawing/2014/main" id="{EA6EA619-C371-41F4-87C7-6E44710F1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04 / 14</a:t>
            </a:r>
          </a:p>
        </p:txBody>
      </p:sp>
      <p:sp>
        <p:nvSpPr>
          <p:cNvPr id="64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B282B70D-DA79-4EB7-952F-3D8E63D91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1 / 3</a:t>
            </a:r>
          </a:p>
        </p:txBody>
      </p:sp>
    </p:spTree>
    <p:extLst>
      <p:ext uri="{BB962C8B-B14F-4D97-AF65-F5344CB8AC3E}">
        <p14:creationId xmlns:p14="http://schemas.microsoft.com/office/powerpoint/2010/main" val="167796075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9" name="top-accent">
            <a:extLst xmlns:a="http://schemas.openxmlformats.org/drawingml/2006/main">
              <a:ext uri="{FF2B5EF4-FFF2-40B4-BE49-F238E27FC236}">
                <a16:creationId xmlns:a16="http://schemas.microsoft.com/office/drawing/2014/main" id="{C076084D-DD92-47D7-8DD0-EA0CF54D3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C1B16B7E-8241-498A-B7D9-63F60CBE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5295"/>
            <a:ext cx="9060567" cy="5276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Challenge 2: limited reach across long subcircuits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3D41A9D4-B105-4A04-A6C1-4252CD52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4258"/>
            <a:ext cx="3604320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INPUT: CZ AND CX SEPARATED BY A 12-GATE S</a:t>
            </a:r>
          </a:p>
        </p:txBody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78180E3B-EE0E-408D-B997-F20803101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581448"/>
            <a:ext cx="7105650" cy="1257300"/>
          </a:xfrm>
          <a:prstGeom xmlns:a="http://schemas.openxmlformats.org/drawingml/2006/main" prst="roundRect">
            <a:avLst>
              <a:gd name="adj" fmla="val 3788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9050">
            <a:solidFill>
              <a:srgbClr val="087E86"/>
            </a:solidFill>
            <a:prstDash val="solid"/>
          </a:ln>
        </p:spPr>
      </p:sp>
      <p:sp>
        <p:nvSpPr>
          <p:cNvPr id="5" name="object-3-s0-ux">
            <a:extLst xmlns:a="http://schemas.openxmlformats.org/drawingml/2006/main">
              <a:ext uri="{FF2B5EF4-FFF2-40B4-BE49-F238E27FC236}">
                <a16:creationId xmlns:a16="http://schemas.microsoft.com/office/drawing/2014/main" id="{3C9D4132-F465-4C02-8C7F-0BAF5D2A8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248" y="1638598"/>
            <a:ext cx="4349204" cy="2764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S: H first, then 6 Rz gates on q₀ + 5 SX gates on q₁</a:t>
            </a:r>
          </a:p>
        </p:txBody>
      </p:sp>
      <p:sp>
        <p:nvSpPr>
          <p:cNvPr id="6" name="object-4-s0-ux">
            <a:extLst xmlns:a="http://schemas.openxmlformats.org/drawingml/2006/main">
              <a:ext uri="{FF2B5EF4-FFF2-40B4-BE49-F238E27FC236}">
                <a16:creationId xmlns:a16="http://schemas.microsoft.com/office/drawing/2014/main" id="{6DF27A69-DFAE-4BB0-81C3-CFD3CD5DB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1500"/>
            <a:ext cx="227261" cy="2616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q₀</a:t>
            </a:r>
          </a:p>
        </p:txBody>
      </p:sp>
      <p:sp>
        <p:nvSpPr>
          <p:cNvPr id="7" name="object-5-s0-ux">
            <a:extLst xmlns:a="http://schemas.openxmlformats.org/drawingml/2006/main">
              <a:ext uri="{FF2B5EF4-FFF2-40B4-BE49-F238E27FC236}">
                <a16:creationId xmlns:a16="http://schemas.microsoft.com/office/drawing/2014/main" id="{9480EA6E-19A8-4F6F-B81B-39D8499FC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58700"/>
            <a:ext cx="227261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q₁</a:t>
            </a:r>
          </a:p>
        </p:txBody>
      </p:sp>
      <p:sp>
        <p:nvSpPr>
          <p:cNvPr id="8" name="object-6-s0-ux">
            <a:extLst xmlns:a="http://schemas.openxmlformats.org/drawingml/2006/main">
              <a:ext uri="{FF2B5EF4-FFF2-40B4-BE49-F238E27FC236}">
                <a16:creationId xmlns:a16="http://schemas.microsoft.com/office/drawing/2014/main" id="{B64FCC50-85BD-4B92-A2A5-FBCCA48BC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124373"/>
            <a:ext cx="10001250" cy="95"/>
          </a:xfrm>
          <a:custGeom xmlns:a="http://schemas.openxmlformats.org/drawingml/2006/main">
            <a:pathLst>
              <a:path w="10001250" h="95">
                <a:moveTo>
                  <a:pt x="0" y="0"/>
                </a:moveTo>
                <a:lnTo>
                  <a:pt x="1000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9" name="object-7-s0-ux">
            <a:extLst xmlns:a="http://schemas.openxmlformats.org/drawingml/2006/main">
              <a:ext uri="{FF2B5EF4-FFF2-40B4-BE49-F238E27FC236}">
                <a16:creationId xmlns:a16="http://schemas.microsoft.com/office/drawing/2014/main" id="{636FFA5C-94DB-47F4-A123-65E81D6C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581573"/>
            <a:ext cx="10001250" cy="95"/>
          </a:xfrm>
          <a:custGeom xmlns:a="http://schemas.openxmlformats.org/drawingml/2006/main">
            <a:pathLst>
              <a:path w="10001250" h="95">
                <a:moveTo>
                  <a:pt x="0" y="0"/>
                </a:moveTo>
                <a:lnTo>
                  <a:pt x="1000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0" name="object-8-s0-ux">
            <a:extLst xmlns:a="http://schemas.openxmlformats.org/drawingml/2006/main">
              <a:ext uri="{FF2B5EF4-FFF2-40B4-BE49-F238E27FC236}">
                <a16:creationId xmlns:a16="http://schemas.microsoft.com/office/drawing/2014/main" id="{EEDDECBA-D556-434C-93BF-5437C12F9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438698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1" name="object-9-s0-ux">
            <a:extLst xmlns:a="http://schemas.openxmlformats.org/drawingml/2006/main">
              <a:ext uri="{FF2B5EF4-FFF2-40B4-BE49-F238E27FC236}">
                <a16:creationId xmlns:a16="http://schemas.microsoft.com/office/drawing/2014/main" id="{372275C0-5273-453E-A134-ED5243E3D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8863" y="2469178"/>
            <a:ext cx="200025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2" name="object-10-s0-ux">
            <a:extLst xmlns:a="http://schemas.openxmlformats.org/drawingml/2006/main">
              <a:ext uri="{FF2B5EF4-FFF2-40B4-BE49-F238E27FC236}">
                <a16:creationId xmlns:a16="http://schemas.microsoft.com/office/drawing/2014/main" id="{52C6BA0A-FD78-4C49-88BA-628D0D61C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9814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3" name="object-11-s0-ux">
            <a:extLst xmlns:a="http://schemas.openxmlformats.org/drawingml/2006/main">
              <a:ext uri="{FF2B5EF4-FFF2-40B4-BE49-F238E27FC236}">
                <a16:creationId xmlns:a16="http://schemas.microsoft.com/office/drawing/2014/main" id="{91961637-78BB-4139-8ABE-F34AC75C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5440" y="2001500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Rz(θ₁)</a:t>
            </a:r>
          </a:p>
        </p:txBody>
      </p:sp>
      <p:sp>
        <p:nvSpPr>
          <p:cNvPr id="14" name="object-12-s0-ux">
            <a:extLst xmlns:a="http://schemas.openxmlformats.org/drawingml/2006/main">
              <a:ext uri="{FF2B5EF4-FFF2-40B4-BE49-F238E27FC236}">
                <a16:creationId xmlns:a16="http://schemas.microsoft.com/office/drawing/2014/main" id="{F629E780-87BC-4D15-A737-64EC8738E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4386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5" name="object-13-s0-ux">
            <a:extLst xmlns:a="http://schemas.openxmlformats.org/drawingml/2006/main">
              <a:ext uri="{FF2B5EF4-FFF2-40B4-BE49-F238E27FC236}">
                <a16:creationId xmlns:a16="http://schemas.microsoft.com/office/drawing/2014/main" id="{0BD2C8E0-EC14-41D3-AA3F-0E2AB7148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451" y="24691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16" name="object-14-s0-ux">
            <a:extLst xmlns:a="http://schemas.openxmlformats.org/drawingml/2006/main">
              <a:ext uri="{FF2B5EF4-FFF2-40B4-BE49-F238E27FC236}">
                <a16:creationId xmlns:a16="http://schemas.microsoft.com/office/drawing/2014/main" id="{2AEB86F0-E3BE-4F52-98C5-434D712E3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19814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7" name="object-15-s0-ux">
            <a:extLst xmlns:a="http://schemas.openxmlformats.org/drawingml/2006/main">
              <a:ext uri="{FF2B5EF4-FFF2-40B4-BE49-F238E27FC236}">
                <a16:creationId xmlns:a16="http://schemas.microsoft.com/office/drawing/2014/main" id="{BF8845EE-7E2F-4950-BCBD-2A7F4CA5E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2715" y="2001500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Rz(θ₂)</a:t>
            </a:r>
          </a:p>
        </p:txBody>
      </p:sp>
      <p:sp>
        <p:nvSpPr>
          <p:cNvPr id="18" name="object-16-s0-ux">
            <a:extLst xmlns:a="http://schemas.openxmlformats.org/drawingml/2006/main">
              <a:ext uri="{FF2B5EF4-FFF2-40B4-BE49-F238E27FC236}">
                <a16:creationId xmlns:a16="http://schemas.microsoft.com/office/drawing/2014/main" id="{4F3C36EA-2BB7-4CDE-A590-7A08E843C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4386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9" name="object-17-s0-ux">
            <a:extLst xmlns:a="http://schemas.openxmlformats.org/drawingml/2006/main">
              <a:ext uri="{FF2B5EF4-FFF2-40B4-BE49-F238E27FC236}">
                <a16:creationId xmlns:a16="http://schemas.microsoft.com/office/drawing/2014/main" id="{88481DB5-27C3-498E-B383-9A01394DD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726" y="24691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0" name="object-18-s0-ux">
            <a:extLst xmlns:a="http://schemas.openxmlformats.org/drawingml/2006/main">
              <a:ext uri="{FF2B5EF4-FFF2-40B4-BE49-F238E27FC236}">
                <a16:creationId xmlns:a16="http://schemas.microsoft.com/office/drawing/2014/main" id="{3E6DAB4C-D94D-4E74-BC53-FBA127D02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9814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1" name="object-19-s0-ux">
            <a:extLst xmlns:a="http://schemas.openxmlformats.org/drawingml/2006/main">
              <a:ext uri="{FF2B5EF4-FFF2-40B4-BE49-F238E27FC236}">
                <a16:creationId xmlns:a16="http://schemas.microsoft.com/office/drawing/2014/main" id="{58E89786-DE75-4CCB-B25A-7DEB6A2A6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9990" y="2001500"/>
            <a:ext cx="568970" cy="261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Rz(θ₃)</a:t>
            </a:r>
          </a:p>
        </p:txBody>
      </p:sp>
      <p:sp>
        <p:nvSpPr>
          <p:cNvPr id="22" name="object-20-s0-ux">
            <a:extLst xmlns:a="http://schemas.openxmlformats.org/drawingml/2006/main">
              <a:ext uri="{FF2B5EF4-FFF2-40B4-BE49-F238E27FC236}">
                <a16:creationId xmlns:a16="http://schemas.microsoft.com/office/drawing/2014/main" id="{9FA2EB62-C8A7-41B7-9FA0-90278A586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386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3" name="object-21-s0-ux">
            <a:extLst xmlns:a="http://schemas.openxmlformats.org/drawingml/2006/main">
              <a:ext uri="{FF2B5EF4-FFF2-40B4-BE49-F238E27FC236}">
                <a16:creationId xmlns:a16="http://schemas.microsoft.com/office/drawing/2014/main" id="{5EBD5612-E6CC-49BF-BEC0-2A1DCBCDD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01" y="24691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4" name="object-22-s0-ux">
            <a:extLst xmlns:a="http://schemas.openxmlformats.org/drawingml/2006/main">
              <a:ext uri="{FF2B5EF4-FFF2-40B4-BE49-F238E27FC236}">
                <a16:creationId xmlns:a16="http://schemas.microsoft.com/office/drawing/2014/main" id="{E34A8693-D501-416E-AB0A-FFF36438D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19814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5" name="object-23-s0-ux">
            <a:extLst xmlns:a="http://schemas.openxmlformats.org/drawingml/2006/main">
              <a:ext uri="{FF2B5EF4-FFF2-40B4-BE49-F238E27FC236}">
                <a16:creationId xmlns:a16="http://schemas.microsoft.com/office/drawing/2014/main" id="{917C5988-9C70-4BE1-8DF0-AFC2E3FBB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7265" y="2001500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Rz(θ₄)</a:t>
            </a:r>
          </a:p>
        </p:txBody>
      </p:sp>
      <p:sp>
        <p:nvSpPr>
          <p:cNvPr id="26" name="object-24-s0-ux">
            <a:extLst xmlns:a="http://schemas.openxmlformats.org/drawingml/2006/main">
              <a:ext uri="{FF2B5EF4-FFF2-40B4-BE49-F238E27FC236}">
                <a16:creationId xmlns:a16="http://schemas.microsoft.com/office/drawing/2014/main" id="{2DF6BA73-3484-4FA7-9681-EFFA2979E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4386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7" name="object-25-s0-ux">
            <a:extLst xmlns:a="http://schemas.openxmlformats.org/drawingml/2006/main">
              <a:ext uri="{FF2B5EF4-FFF2-40B4-BE49-F238E27FC236}">
                <a16:creationId xmlns:a16="http://schemas.microsoft.com/office/drawing/2014/main" id="{42DCB1F2-94AC-4166-8E59-72D532F8C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276" y="24691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8" name="object-26-s0-ux">
            <a:extLst xmlns:a="http://schemas.openxmlformats.org/drawingml/2006/main">
              <a:ext uri="{FF2B5EF4-FFF2-40B4-BE49-F238E27FC236}">
                <a16:creationId xmlns:a16="http://schemas.microsoft.com/office/drawing/2014/main" id="{3D48337F-CD4A-45EC-9799-3B80458DA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9814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9" name="object-27-s0-ux">
            <a:extLst xmlns:a="http://schemas.openxmlformats.org/drawingml/2006/main">
              <a:ext uri="{FF2B5EF4-FFF2-40B4-BE49-F238E27FC236}">
                <a16:creationId xmlns:a16="http://schemas.microsoft.com/office/drawing/2014/main" id="{9A252C8A-2385-4B20-8110-FD691DB73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4540" y="2001500"/>
            <a:ext cx="568970" cy="2615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Rz(θ₅)</a:t>
            </a:r>
          </a:p>
        </p:txBody>
      </p:sp>
      <p:sp>
        <p:nvSpPr>
          <p:cNvPr id="30" name="object-28-s0-ux">
            <a:extLst xmlns:a="http://schemas.openxmlformats.org/drawingml/2006/main">
              <a:ext uri="{FF2B5EF4-FFF2-40B4-BE49-F238E27FC236}">
                <a16:creationId xmlns:a16="http://schemas.microsoft.com/office/drawing/2014/main" id="{5FCC749D-4A66-4AED-BE74-FE1D472D3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4386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31" name="object-29-s0-ux">
            <a:extLst xmlns:a="http://schemas.openxmlformats.org/drawingml/2006/main">
              <a:ext uri="{FF2B5EF4-FFF2-40B4-BE49-F238E27FC236}">
                <a16:creationId xmlns:a16="http://schemas.microsoft.com/office/drawing/2014/main" id="{34E0C417-3743-4E91-AD87-9303B33EB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551" y="24691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32" name="object-30-s0-ux">
            <a:extLst xmlns:a="http://schemas.openxmlformats.org/drawingml/2006/main">
              <a:ext uri="{FF2B5EF4-FFF2-40B4-BE49-F238E27FC236}">
                <a16:creationId xmlns:a16="http://schemas.microsoft.com/office/drawing/2014/main" id="{9A071539-7E9A-4AB1-9BE0-86AB1247C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9814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33" name="object-31-s0-ux">
            <a:extLst xmlns:a="http://schemas.openxmlformats.org/drawingml/2006/main">
              <a:ext uri="{FF2B5EF4-FFF2-40B4-BE49-F238E27FC236}">
                <a16:creationId xmlns:a16="http://schemas.microsoft.com/office/drawing/2014/main" id="{6A5C6237-BB75-4463-973D-921B41DD3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815" y="2001500"/>
            <a:ext cx="568970" cy="2615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Rz(θ₆)</a:t>
            </a:r>
          </a:p>
        </p:txBody>
      </p:sp>
      <p:sp>
        <p:nvSpPr>
          <p:cNvPr id="34" name="object-32-s0-ux">
            <a:extLst xmlns:a="http://schemas.openxmlformats.org/drawingml/2006/main">
              <a:ext uri="{FF2B5EF4-FFF2-40B4-BE49-F238E27FC236}">
                <a16:creationId xmlns:a16="http://schemas.microsoft.com/office/drawing/2014/main" id="{DBFA12E6-0363-406B-8708-90B1B254B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24373"/>
            <a:ext cx="95" cy="457200"/>
          </a:xfrm>
          <a:custGeom xmlns:a="http://schemas.openxmlformats.org/drawingml/2006/main">
            <a:pathLst>
              <a:path w="95" h="457200">
                <a:moveTo>
                  <a:pt x="0" y="0"/>
                </a:moveTo>
                <a:lnTo>
                  <a:pt x="0" y="45720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35" name="object-33-s0-ux">
            <a:extLst xmlns:a="http://schemas.openxmlformats.org/drawingml/2006/main">
              <a:ext uri="{FF2B5EF4-FFF2-40B4-BE49-F238E27FC236}">
                <a16:creationId xmlns:a16="http://schemas.microsoft.com/office/drawing/2014/main" id="{6F075540-5A06-4B14-A79A-47A4EB438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07674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6" name="object-34-s0-ux">
            <a:extLst xmlns:a="http://schemas.openxmlformats.org/drawingml/2006/main">
              <a:ext uri="{FF2B5EF4-FFF2-40B4-BE49-F238E27FC236}">
                <a16:creationId xmlns:a16="http://schemas.microsoft.com/office/drawing/2014/main" id="{1D8BA8E9-980B-4DB0-ABE1-B68021C8B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53394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7" name="object-35-s0-ux">
            <a:extLst xmlns:a="http://schemas.openxmlformats.org/drawingml/2006/main">
              <a:ext uri="{FF2B5EF4-FFF2-40B4-BE49-F238E27FC236}">
                <a16:creationId xmlns:a16="http://schemas.microsoft.com/office/drawing/2014/main" id="{871DA643-8456-4107-866A-97FA75487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124373"/>
            <a:ext cx="95" cy="457200"/>
          </a:xfrm>
          <a:custGeom xmlns:a="http://schemas.openxmlformats.org/drawingml/2006/main">
            <a:pathLst>
              <a:path w="95" h="457200">
                <a:moveTo>
                  <a:pt x="0" y="0"/>
                </a:moveTo>
                <a:lnTo>
                  <a:pt x="0" y="45720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38" name="object-36-s0-ux">
            <a:extLst xmlns:a="http://schemas.openxmlformats.org/drawingml/2006/main">
              <a:ext uri="{FF2B5EF4-FFF2-40B4-BE49-F238E27FC236}">
                <a16:creationId xmlns:a16="http://schemas.microsoft.com/office/drawing/2014/main" id="{77E824A4-59CE-4E7B-A68D-D4E2518A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207674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9" name="object-37-s0-ux">
            <a:extLst xmlns:a="http://schemas.openxmlformats.org/drawingml/2006/main">
              <a:ext uri="{FF2B5EF4-FFF2-40B4-BE49-F238E27FC236}">
                <a16:creationId xmlns:a16="http://schemas.microsoft.com/office/drawing/2014/main" id="{434850E7-1CEC-4F01-8AE2-DAF7DE6C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2476798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40" name="object-38-s0-ux">
            <a:extLst xmlns:a="http://schemas.openxmlformats.org/drawingml/2006/main">
              <a:ext uri="{FF2B5EF4-FFF2-40B4-BE49-F238E27FC236}">
                <a16:creationId xmlns:a16="http://schemas.microsoft.com/office/drawing/2014/main" id="{B4E2FDCA-A621-43D0-AD45-2E28C1370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7025" y="2514898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41" name="object-59-s1-ux">
            <a:extLst xmlns:a="http://schemas.openxmlformats.org/drawingml/2006/main">
              <a:ext uri="{FF2B5EF4-FFF2-40B4-BE49-F238E27FC236}">
                <a16:creationId xmlns:a16="http://schemas.microsoft.com/office/drawing/2014/main" id="{ADF5C3B6-F3BA-4C48-ACEB-F748E82E9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067348"/>
            <a:ext cx="8343900" cy="95"/>
          </a:xfrm>
          <a:custGeom xmlns:a="http://schemas.openxmlformats.org/drawingml/2006/main">
            <a:pathLst>
              <a:path w="8343900" h="95">
                <a:moveTo>
                  <a:pt x="0" y="0"/>
                </a:moveTo>
                <a:lnTo>
                  <a:pt x="8343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42" name="object-59-s1-ux-arrow">
            <a:extLst xmlns:a="http://schemas.openxmlformats.org/drawingml/2006/main">
              <a:ext uri="{FF2B5EF4-FFF2-40B4-BE49-F238E27FC236}">
                <a16:creationId xmlns:a16="http://schemas.microsoft.com/office/drawing/2014/main" id="{BDA65966-C1A6-4103-87E3-C64524D5E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3010198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D66A3E"/>
          </a:solidFill>
          <a:ln xmlns:a="http://schemas.openxmlformats.org/drawingml/2006/main" w="0">
            <a:noFill/>
          </a:ln>
        </p:spPr>
      </p:sp>
      <p:sp>
        <p:nvSpPr>
          <p:cNvPr id="43" name="object-60-s1-ux">
            <a:extLst xmlns:a="http://schemas.openxmlformats.org/drawingml/2006/main">
              <a:ext uri="{FF2B5EF4-FFF2-40B4-BE49-F238E27FC236}">
                <a16:creationId xmlns:a16="http://schemas.microsoft.com/office/drawing/2014/main" id="{03209AF2-A267-40B7-BEE1-CBBD36076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9728" y="3186410"/>
            <a:ext cx="4807744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Move across the whole S when S CZ = CX S</a:t>
            </a:r>
          </a:p>
        </p:txBody>
      </p:sp>
      <p:sp>
        <p:nvSpPr>
          <p:cNvPr id="44" name="object-61-s1-u1">
            <a:extLst xmlns:a="http://schemas.openxmlformats.org/drawingml/2006/main">
              <a:ext uri="{FF2B5EF4-FFF2-40B4-BE49-F238E27FC236}">
                <a16:creationId xmlns:a16="http://schemas.microsoft.com/office/drawing/2014/main" id="{84FAAC2A-FEF4-433B-B3EC-26E45FB03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8858"/>
            <a:ext cx="3736628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MATCH ACCEPTED: MOVE CZ THROUGH S AS CX</a:t>
            </a:r>
          </a:p>
        </p:txBody>
      </p:sp>
      <p:sp>
        <p:nvSpPr>
          <p:cNvPr id="45" name="object-62-s1-u1">
            <a:extLst xmlns:a="http://schemas.openxmlformats.org/drawingml/2006/main">
              <a:ext uri="{FF2B5EF4-FFF2-40B4-BE49-F238E27FC236}">
                <a16:creationId xmlns:a16="http://schemas.microsoft.com/office/drawing/2014/main" id="{435830FC-14B6-4898-9452-CC5F2440C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96048"/>
            <a:ext cx="7105650" cy="1257300"/>
          </a:xfrm>
          <a:prstGeom xmlns:a="http://schemas.openxmlformats.org/drawingml/2006/main" prst="roundRect">
            <a:avLst>
              <a:gd name="adj" fmla="val 3788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9050">
            <a:solidFill>
              <a:srgbClr val="087E86"/>
            </a:solidFill>
            <a:prstDash val="solid"/>
          </a:ln>
        </p:spPr>
      </p:sp>
      <p:sp>
        <p:nvSpPr>
          <p:cNvPr id="46" name="object-63-s1-u1">
            <a:extLst xmlns:a="http://schemas.openxmlformats.org/drawingml/2006/main">
              <a:ext uri="{FF2B5EF4-FFF2-40B4-BE49-F238E27FC236}">
                <a16:creationId xmlns:a16="http://schemas.microsoft.com/office/drawing/2014/main" id="{BAA6E480-9782-4A34-909E-9D0722569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248" y="4153198"/>
            <a:ext cx="4349204" cy="2764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S: H first, then 6 Rz gates on q₀ + 5 SX gates on q₁</a:t>
            </a:r>
          </a:p>
        </p:txBody>
      </p:sp>
      <p:sp>
        <p:nvSpPr>
          <p:cNvPr id="47" name="object-64-s1-u1">
            <a:extLst xmlns:a="http://schemas.openxmlformats.org/drawingml/2006/main">
              <a:ext uri="{FF2B5EF4-FFF2-40B4-BE49-F238E27FC236}">
                <a16:creationId xmlns:a16="http://schemas.microsoft.com/office/drawing/2014/main" id="{91FBC2BF-88F8-4CF3-A1DE-AB27274E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16100"/>
            <a:ext cx="227261" cy="2616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q₀</a:t>
            </a:r>
          </a:p>
        </p:txBody>
      </p:sp>
      <p:sp>
        <p:nvSpPr>
          <p:cNvPr id="48" name="object-65-s1-u1">
            <a:extLst xmlns:a="http://schemas.openxmlformats.org/drawingml/2006/main">
              <a:ext uri="{FF2B5EF4-FFF2-40B4-BE49-F238E27FC236}">
                <a16:creationId xmlns:a16="http://schemas.microsoft.com/office/drawing/2014/main" id="{D224F24F-DD12-4FEC-B935-A1E3AC7F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73300"/>
            <a:ext cx="227261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q₁</a:t>
            </a:r>
          </a:p>
        </p:txBody>
      </p:sp>
      <p:sp>
        <p:nvSpPr>
          <p:cNvPr id="49" name="object-66-s1-u1">
            <a:extLst xmlns:a="http://schemas.openxmlformats.org/drawingml/2006/main">
              <a:ext uri="{FF2B5EF4-FFF2-40B4-BE49-F238E27FC236}">
                <a16:creationId xmlns:a16="http://schemas.microsoft.com/office/drawing/2014/main" id="{E254F43D-EB76-4D12-988F-0F7F7304E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638973"/>
            <a:ext cx="10001250" cy="95"/>
          </a:xfrm>
          <a:custGeom xmlns:a="http://schemas.openxmlformats.org/drawingml/2006/main">
            <a:pathLst>
              <a:path w="10001250" h="95">
                <a:moveTo>
                  <a:pt x="0" y="0"/>
                </a:moveTo>
                <a:lnTo>
                  <a:pt x="1000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50" name="object-67-s1-u1">
            <a:extLst xmlns:a="http://schemas.openxmlformats.org/drawingml/2006/main">
              <a:ext uri="{FF2B5EF4-FFF2-40B4-BE49-F238E27FC236}">
                <a16:creationId xmlns:a16="http://schemas.microsoft.com/office/drawing/2014/main" id="{5E302A0F-59CB-43DB-A4ED-DDBA36F91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096173"/>
            <a:ext cx="10001250" cy="95"/>
          </a:xfrm>
          <a:custGeom xmlns:a="http://schemas.openxmlformats.org/drawingml/2006/main">
            <a:pathLst>
              <a:path w="10001250" h="95">
                <a:moveTo>
                  <a:pt x="0" y="0"/>
                </a:moveTo>
                <a:lnTo>
                  <a:pt x="1000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51" name="object-68-s1-u1">
            <a:extLst xmlns:a="http://schemas.openxmlformats.org/drawingml/2006/main">
              <a:ext uri="{FF2B5EF4-FFF2-40B4-BE49-F238E27FC236}">
                <a16:creationId xmlns:a16="http://schemas.microsoft.com/office/drawing/2014/main" id="{1EB545C7-7FA1-4693-9803-EF705BEE0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953298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52" name="object-69-s1-u1">
            <a:extLst xmlns:a="http://schemas.openxmlformats.org/drawingml/2006/main">
              <a:ext uri="{FF2B5EF4-FFF2-40B4-BE49-F238E27FC236}">
                <a16:creationId xmlns:a16="http://schemas.microsoft.com/office/drawing/2014/main" id="{C3DBA028-972D-45A5-9FAD-AF2A6AC3D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8863" y="4983778"/>
            <a:ext cx="200025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53" name="object-70-s1-u1">
            <a:extLst xmlns:a="http://schemas.openxmlformats.org/drawingml/2006/main">
              <a:ext uri="{FF2B5EF4-FFF2-40B4-BE49-F238E27FC236}">
                <a16:creationId xmlns:a16="http://schemas.microsoft.com/office/drawing/2014/main" id="{EC547B7E-4959-42FB-8B75-8AB5E8F12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4960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54" name="object-71-s1-u1">
            <a:extLst xmlns:a="http://schemas.openxmlformats.org/drawingml/2006/main">
              <a:ext uri="{FF2B5EF4-FFF2-40B4-BE49-F238E27FC236}">
                <a16:creationId xmlns:a16="http://schemas.microsoft.com/office/drawing/2014/main" id="{02402F4B-6216-4D60-8B5B-F1F929437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5440" y="4516100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Rz(θ₁)</a:t>
            </a:r>
          </a:p>
        </p:txBody>
      </p:sp>
      <p:sp>
        <p:nvSpPr>
          <p:cNvPr id="55" name="object-72-s1-u1">
            <a:extLst xmlns:a="http://schemas.openxmlformats.org/drawingml/2006/main">
              <a:ext uri="{FF2B5EF4-FFF2-40B4-BE49-F238E27FC236}">
                <a16:creationId xmlns:a16="http://schemas.microsoft.com/office/drawing/2014/main" id="{9463B858-6E56-4F5C-8144-4B59C5F8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9532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56" name="object-73-s1-u1">
            <a:extLst xmlns:a="http://schemas.openxmlformats.org/drawingml/2006/main">
              <a:ext uri="{FF2B5EF4-FFF2-40B4-BE49-F238E27FC236}">
                <a16:creationId xmlns:a16="http://schemas.microsoft.com/office/drawing/2014/main" id="{5AA5F99D-03C2-4E01-A73C-F01A7B14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451" y="49837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57" name="object-74-s1-u1">
            <a:extLst xmlns:a="http://schemas.openxmlformats.org/drawingml/2006/main">
              <a:ext uri="{FF2B5EF4-FFF2-40B4-BE49-F238E27FC236}">
                <a16:creationId xmlns:a16="http://schemas.microsoft.com/office/drawing/2014/main" id="{689E7469-2641-499F-AA25-DCD888939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44960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58" name="object-75-s1-u1">
            <a:extLst xmlns:a="http://schemas.openxmlformats.org/drawingml/2006/main">
              <a:ext uri="{FF2B5EF4-FFF2-40B4-BE49-F238E27FC236}">
                <a16:creationId xmlns:a16="http://schemas.microsoft.com/office/drawing/2014/main" id="{E71BEAA4-C757-4CEF-BC07-2A64392DA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2715" y="4516100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Rz(θ₂)</a:t>
            </a:r>
          </a:p>
        </p:txBody>
      </p:sp>
      <p:sp>
        <p:nvSpPr>
          <p:cNvPr id="59" name="object-76-s1-u1">
            <a:extLst xmlns:a="http://schemas.openxmlformats.org/drawingml/2006/main">
              <a:ext uri="{FF2B5EF4-FFF2-40B4-BE49-F238E27FC236}">
                <a16:creationId xmlns:a16="http://schemas.microsoft.com/office/drawing/2014/main" id="{5B30D9F5-0FEF-4FE5-A4AF-8670F2ECE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9532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60" name="object-77-s1-u1">
            <a:extLst xmlns:a="http://schemas.openxmlformats.org/drawingml/2006/main">
              <a:ext uri="{FF2B5EF4-FFF2-40B4-BE49-F238E27FC236}">
                <a16:creationId xmlns:a16="http://schemas.microsoft.com/office/drawing/2014/main" id="{34310964-D7D3-40FC-AA87-C51012C55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726" y="49837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61" name="object-78-s1-u1">
            <a:extLst xmlns:a="http://schemas.openxmlformats.org/drawingml/2006/main">
              <a:ext uri="{FF2B5EF4-FFF2-40B4-BE49-F238E27FC236}">
                <a16:creationId xmlns:a16="http://schemas.microsoft.com/office/drawing/2014/main" id="{171AC5EC-6F12-4BF9-BEFF-B30709925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4960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62" name="object-79-s1-u1">
            <a:extLst xmlns:a="http://schemas.openxmlformats.org/drawingml/2006/main">
              <a:ext uri="{FF2B5EF4-FFF2-40B4-BE49-F238E27FC236}">
                <a16:creationId xmlns:a16="http://schemas.microsoft.com/office/drawing/2014/main" id="{E893F1A3-51E8-4DF6-A336-A8AC8369C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9990" y="4516100"/>
            <a:ext cx="568970" cy="261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Rz(θ₃)</a:t>
            </a:r>
          </a:p>
        </p:txBody>
      </p:sp>
      <p:sp>
        <p:nvSpPr>
          <p:cNvPr id="63" name="object-80-s1-u1">
            <a:extLst xmlns:a="http://schemas.openxmlformats.org/drawingml/2006/main">
              <a:ext uri="{FF2B5EF4-FFF2-40B4-BE49-F238E27FC236}">
                <a16:creationId xmlns:a16="http://schemas.microsoft.com/office/drawing/2014/main" id="{6E21B503-23B7-4795-B7FC-2E88905F7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9532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64" name="object-81-s1-u1">
            <a:extLst xmlns:a="http://schemas.openxmlformats.org/drawingml/2006/main">
              <a:ext uri="{FF2B5EF4-FFF2-40B4-BE49-F238E27FC236}">
                <a16:creationId xmlns:a16="http://schemas.microsoft.com/office/drawing/2014/main" id="{F46D3E37-EF5C-42AB-8D0C-464C4F08E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01" y="49837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65" name="object-82-s1-u1">
            <a:extLst xmlns:a="http://schemas.openxmlformats.org/drawingml/2006/main">
              <a:ext uri="{FF2B5EF4-FFF2-40B4-BE49-F238E27FC236}">
                <a16:creationId xmlns:a16="http://schemas.microsoft.com/office/drawing/2014/main" id="{E683A393-85E0-4452-A795-F71F0ADEA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44960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66" name="object-83-s1-u1">
            <a:extLst xmlns:a="http://schemas.openxmlformats.org/drawingml/2006/main">
              <a:ext uri="{FF2B5EF4-FFF2-40B4-BE49-F238E27FC236}">
                <a16:creationId xmlns:a16="http://schemas.microsoft.com/office/drawing/2014/main" id="{7D6334BC-C6BB-4775-9669-5A7B22F36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7265" y="4516100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Rz(θ₄)</a:t>
            </a:r>
          </a:p>
        </p:txBody>
      </p:sp>
      <p:sp>
        <p:nvSpPr>
          <p:cNvPr id="67" name="object-84-s1-u1">
            <a:extLst xmlns:a="http://schemas.openxmlformats.org/drawingml/2006/main">
              <a:ext uri="{FF2B5EF4-FFF2-40B4-BE49-F238E27FC236}">
                <a16:creationId xmlns:a16="http://schemas.microsoft.com/office/drawing/2014/main" id="{08368636-D075-489F-87D2-F3AB1536A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49532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68" name="object-85-s1-u1">
            <a:extLst xmlns:a="http://schemas.openxmlformats.org/drawingml/2006/main">
              <a:ext uri="{FF2B5EF4-FFF2-40B4-BE49-F238E27FC236}">
                <a16:creationId xmlns:a16="http://schemas.microsoft.com/office/drawing/2014/main" id="{0846689A-A37C-4DD8-8199-CA3042310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276" y="49837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69" name="object-86-s1-u1">
            <a:extLst xmlns:a="http://schemas.openxmlformats.org/drawingml/2006/main">
              <a:ext uri="{FF2B5EF4-FFF2-40B4-BE49-F238E27FC236}">
                <a16:creationId xmlns:a16="http://schemas.microsoft.com/office/drawing/2014/main" id="{5E603FEA-AA92-4252-8060-C220C3C4A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4960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70" name="object-87-s1-u1">
            <a:extLst xmlns:a="http://schemas.openxmlformats.org/drawingml/2006/main">
              <a:ext uri="{FF2B5EF4-FFF2-40B4-BE49-F238E27FC236}">
                <a16:creationId xmlns:a16="http://schemas.microsoft.com/office/drawing/2014/main" id="{465FCA06-99BB-4C1B-9912-72834BB5A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4540" y="4516100"/>
            <a:ext cx="568970" cy="2615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Rz(θ₅)</a:t>
            </a:r>
          </a:p>
        </p:txBody>
      </p:sp>
      <p:sp>
        <p:nvSpPr>
          <p:cNvPr id="71" name="object-88-s1-u1">
            <a:extLst xmlns:a="http://schemas.openxmlformats.org/drawingml/2006/main">
              <a:ext uri="{FF2B5EF4-FFF2-40B4-BE49-F238E27FC236}">
                <a16:creationId xmlns:a16="http://schemas.microsoft.com/office/drawing/2014/main" id="{2507572A-CE62-4CBE-9116-537F9B1BC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9532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72" name="object-89-s1-u1">
            <a:extLst xmlns:a="http://schemas.openxmlformats.org/drawingml/2006/main">
              <a:ext uri="{FF2B5EF4-FFF2-40B4-BE49-F238E27FC236}">
                <a16:creationId xmlns:a16="http://schemas.microsoft.com/office/drawing/2014/main" id="{5593D9B4-D54B-4536-8ECD-EA9F2809F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551" y="49837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73" name="object-90-s1-u1">
            <a:extLst xmlns:a="http://schemas.openxmlformats.org/drawingml/2006/main">
              <a:ext uri="{FF2B5EF4-FFF2-40B4-BE49-F238E27FC236}">
                <a16:creationId xmlns:a16="http://schemas.microsoft.com/office/drawing/2014/main" id="{25257E42-C312-4F62-9F94-AE1C3A7C7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4960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74" name="object-91-s1-u1">
            <a:extLst xmlns:a="http://schemas.openxmlformats.org/drawingml/2006/main">
              <a:ext uri="{FF2B5EF4-FFF2-40B4-BE49-F238E27FC236}">
                <a16:creationId xmlns:a16="http://schemas.microsoft.com/office/drawing/2014/main" id="{C78CA55C-42C7-4D3E-A162-804FC44B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815" y="4516100"/>
            <a:ext cx="568970" cy="2615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Rz(θ₆)</a:t>
            </a:r>
          </a:p>
        </p:txBody>
      </p:sp>
      <p:sp>
        <p:nvSpPr>
          <p:cNvPr id="75" name="object-92-s1-u1">
            <a:extLst xmlns:a="http://schemas.openxmlformats.org/drawingml/2006/main">
              <a:ext uri="{FF2B5EF4-FFF2-40B4-BE49-F238E27FC236}">
                <a16:creationId xmlns:a16="http://schemas.microsoft.com/office/drawing/2014/main" id="{E2181187-82A7-4DB3-A73F-401C14C25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638973"/>
            <a:ext cx="95" cy="457200"/>
          </a:xfrm>
          <a:custGeom xmlns:a="http://schemas.openxmlformats.org/drawingml/2006/main">
            <a:pathLst>
              <a:path w="95" h="457200">
                <a:moveTo>
                  <a:pt x="0" y="0"/>
                </a:moveTo>
                <a:lnTo>
                  <a:pt x="0" y="45720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76" name="object-93-s1-u1">
            <a:extLst xmlns:a="http://schemas.openxmlformats.org/drawingml/2006/main">
              <a:ext uri="{FF2B5EF4-FFF2-40B4-BE49-F238E27FC236}">
                <a16:creationId xmlns:a16="http://schemas.microsoft.com/office/drawing/2014/main" id="{5DECA453-8EF4-43AE-B8E4-13D189ACD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59134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77" name="object-94-s1-u1">
            <a:extLst xmlns:a="http://schemas.openxmlformats.org/drawingml/2006/main">
              <a:ext uri="{FF2B5EF4-FFF2-40B4-BE49-F238E27FC236}">
                <a16:creationId xmlns:a16="http://schemas.microsoft.com/office/drawing/2014/main" id="{FC5289E0-DAB5-4C19-A4DE-2A71A6A2B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991398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78" name="object-95-s1-u1">
            <a:extLst xmlns:a="http://schemas.openxmlformats.org/drawingml/2006/main">
              <a:ext uri="{FF2B5EF4-FFF2-40B4-BE49-F238E27FC236}">
                <a16:creationId xmlns:a16="http://schemas.microsoft.com/office/drawing/2014/main" id="{3578A7AB-D3FC-468E-9203-1A77F5152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029498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79" name="object-96-s1-u1">
            <a:extLst xmlns:a="http://schemas.openxmlformats.org/drawingml/2006/main">
              <a:ext uri="{FF2B5EF4-FFF2-40B4-BE49-F238E27FC236}">
                <a16:creationId xmlns:a16="http://schemas.microsoft.com/office/drawing/2014/main" id="{3C1F0179-B160-442B-9E10-A3764768D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4638973"/>
            <a:ext cx="95" cy="457200"/>
          </a:xfrm>
          <a:custGeom xmlns:a="http://schemas.openxmlformats.org/drawingml/2006/main">
            <a:pathLst>
              <a:path w="95" h="457200">
                <a:moveTo>
                  <a:pt x="0" y="0"/>
                </a:moveTo>
                <a:lnTo>
                  <a:pt x="0" y="45720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80" name="object-97-s1-u1">
            <a:extLst xmlns:a="http://schemas.openxmlformats.org/drawingml/2006/main">
              <a:ext uri="{FF2B5EF4-FFF2-40B4-BE49-F238E27FC236}">
                <a16:creationId xmlns:a16="http://schemas.microsoft.com/office/drawing/2014/main" id="{7741ECC8-2CD6-4434-AF90-F578A6BC0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459134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81" name="object-98-s1-u1">
            <a:extLst xmlns:a="http://schemas.openxmlformats.org/drawingml/2006/main">
              <a:ext uri="{FF2B5EF4-FFF2-40B4-BE49-F238E27FC236}">
                <a16:creationId xmlns:a16="http://schemas.microsoft.com/office/drawing/2014/main" id="{DA9515F6-7371-4EC5-93B8-A278BB1C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4991398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82" name="object-99-s1-u1">
            <a:extLst xmlns:a="http://schemas.openxmlformats.org/drawingml/2006/main">
              <a:ext uri="{FF2B5EF4-FFF2-40B4-BE49-F238E27FC236}">
                <a16:creationId xmlns:a16="http://schemas.microsoft.com/office/drawing/2014/main" id="{053236B9-B748-43C3-A45E-58EF899F0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7025" y="5029498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83" name="object-100-s1-u1">
            <a:extLst xmlns:a="http://schemas.openxmlformats.org/drawingml/2006/main">
              <a:ext uri="{FF2B5EF4-FFF2-40B4-BE49-F238E27FC236}">
                <a16:creationId xmlns:a16="http://schemas.microsoft.com/office/drawing/2014/main" id="{7D163C28-5C9E-4CE2-9CC6-BD29FE875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467523"/>
            <a:ext cx="1038225" cy="800100"/>
          </a:xfrm>
          <a:prstGeom xmlns:a="http://schemas.openxmlformats.org/drawingml/2006/main" prst="roundRect">
            <a:avLst>
              <a:gd name="adj" fmla="val 4762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66A3E"/>
            </a:solidFill>
            <a:prstDash val="dash"/>
          </a:ln>
        </p:spPr>
      </p:sp>
      <p:sp>
        <p:nvSpPr>
          <p:cNvPr id="84" name="object-101-s1-u1">
            <a:extLst xmlns:a="http://schemas.openxmlformats.org/drawingml/2006/main">
              <a:ext uri="{FF2B5EF4-FFF2-40B4-BE49-F238E27FC236}">
                <a16:creationId xmlns:a16="http://schemas.microsoft.com/office/drawing/2014/main" id="{881FD953-FACB-4E63-9BD0-08E538E3A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005" y="4125575"/>
            <a:ext cx="991791" cy="2362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cancel next</a:t>
            </a:r>
          </a:p>
        </p:txBody>
      </p:sp>
      <p:sp>
        <p:nvSpPr>
          <p:cNvPr id="85" name="object-135-s0-ux">
            <a:extLst xmlns:a="http://schemas.openxmlformats.org/drawingml/2006/main">
              <a:ext uri="{FF2B5EF4-FFF2-40B4-BE49-F238E27FC236}">
                <a16:creationId xmlns:a16="http://schemas.microsoft.com/office/drawing/2014/main" id="{C70129F6-C9F9-406C-AAE2-404B1284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8123337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A constrained symbolic S can cover a long subcircuit. Local rewrite sequences may also derive this illustrative example.</a:t>
            </a:r>
          </a:p>
        </p:txBody>
      </p:sp>
      <p:sp>
        <p:nvSpPr>
          <p:cNvPr id="86" name="object-136-s0-ux">
            <a:extLst xmlns:a="http://schemas.openxmlformats.org/drawingml/2006/main">
              <a:ext uri="{FF2B5EF4-FFF2-40B4-BE49-F238E27FC236}">
                <a16:creationId xmlns:a16="http://schemas.microsoft.com/office/drawing/2014/main" id="{CEA9DEE0-C87F-44D8-81E1-D70EDD7A6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3620393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§§2–3, 5.5; illustrative CZ → CX instance</a:t>
            </a:r>
          </a:p>
        </p:txBody>
      </p:sp>
      <p:sp>
        <p:nvSpPr>
          <p:cNvPr id="87" name="object-137-s0-ux">
            <a:extLst xmlns:a="http://schemas.openxmlformats.org/drawingml/2006/main">
              <a:ext uri="{FF2B5EF4-FFF2-40B4-BE49-F238E27FC236}">
                <a16:creationId xmlns:a16="http://schemas.microsoft.com/office/drawing/2014/main" id="{CC79B316-1CA2-4FF2-B2D8-D913D483B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04 / 14</a:t>
            </a:r>
          </a:p>
        </p:txBody>
      </p:sp>
      <p:sp>
        <p:nvSpPr>
          <p:cNvPr id="88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27B9562C-91D3-4DD7-AFA2-AEC28628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2 / 3</a:t>
            </a:r>
          </a:p>
        </p:txBody>
      </p:sp>
    </p:spTree>
    <p:extLst>
      <p:ext uri="{BB962C8B-B14F-4D97-AF65-F5344CB8AC3E}">
        <p14:creationId xmlns:p14="http://schemas.microsoft.com/office/powerpoint/2010/main" val="119195775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1" name="top-accent">
            <a:extLst xmlns:a="http://schemas.openxmlformats.org/drawingml/2006/main">
              <a:ext uri="{FF2B5EF4-FFF2-40B4-BE49-F238E27FC236}">
                <a16:creationId xmlns:a16="http://schemas.microsoft.com/office/drawing/2014/main" id="{9EFB8114-A2CD-4E11-B3B7-C4D11F65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ADBF4937-632A-4643-B69E-53108178C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5295"/>
            <a:ext cx="9060567" cy="5276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Challenge 2: limited reach across long subcircuits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3343DA03-785B-4744-9DCE-9D04ED875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4258"/>
            <a:ext cx="3604320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INPUT: CZ AND CX SEPARATED BY A 12-GATE S</a:t>
            </a:r>
          </a:p>
        </p:txBody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47475E38-6E0B-4D28-8286-E52EC6B6F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581448"/>
            <a:ext cx="7105650" cy="1257300"/>
          </a:xfrm>
          <a:prstGeom xmlns:a="http://schemas.openxmlformats.org/drawingml/2006/main" prst="roundRect">
            <a:avLst>
              <a:gd name="adj" fmla="val 3788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9050">
            <a:solidFill>
              <a:srgbClr val="087E86"/>
            </a:solidFill>
            <a:prstDash val="solid"/>
          </a:ln>
        </p:spPr>
      </p:sp>
      <p:sp>
        <p:nvSpPr>
          <p:cNvPr id="5" name="object-3-s0-ux">
            <a:extLst xmlns:a="http://schemas.openxmlformats.org/drawingml/2006/main">
              <a:ext uri="{FF2B5EF4-FFF2-40B4-BE49-F238E27FC236}">
                <a16:creationId xmlns:a16="http://schemas.microsoft.com/office/drawing/2014/main" id="{344D46AC-C837-423B-8858-CF38F5870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248" y="1638598"/>
            <a:ext cx="4349204" cy="2764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S: H first, then 6 Rz gates on q₀ + 5 SX gates on q₁</a:t>
            </a:r>
          </a:p>
        </p:txBody>
      </p:sp>
      <p:sp>
        <p:nvSpPr>
          <p:cNvPr id="6" name="object-4-s0-ux">
            <a:extLst xmlns:a="http://schemas.openxmlformats.org/drawingml/2006/main">
              <a:ext uri="{FF2B5EF4-FFF2-40B4-BE49-F238E27FC236}">
                <a16:creationId xmlns:a16="http://schemas.microsoft.com/office/drawing/2014/main" id="{28282EBE-2A92-42A9-B8CD-4F015A52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1500"/>
            <a:ext cx="227261" cy="2616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q₀</a:t>
            </a:r>
          </a:p>
        </p:txBody>
      </p:sp>
      <p:sp>
        <p:nvSpPr>
          <p:cNvPr id="7" name="object-5-s0-ux">
            <a:extLst xmlns:a="http://schemas.openxmlformats.org/drawingml/2006/main">
              <a:ext uri="{FF2B5EF4-FFF2-40B4-BE49-F238E27FC236}">
                <a16:creationId xmlns:a16="http://schemas.microsoft.com/office/drawing/2014/main" id="{6E60EC90-8235-4ADB-B507-2BA465873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58700"/>
            <a:ext cx="227261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q₁</a:t>
            </a:r>
          </a:p>
        </p:txBody>
      </p:sp>
      <p:sp>
        <p:nvSpPr>
          <p:cNvPr id="8" name="object-6-s0-ux">
            <a:extLst xmlns:a="http://schemas.openxmlformats.org/drawingml/2006/main">
              <a:ext uri="{FF2B5EF4-FFF2-40B4-BE49-F238E27FC236}">
                <a16:creationId xmlns:a16="http://schemas.microsoft.com/office/drawing/2014/main" id="{55B6CC1A-478A-48FA-A85C-65F643A11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124373"/>
            <a:ext cx="10001250" cy="95"/>
          </a:xfrm>
          <a:custGeom xmlns:a="http://schemas.openxmlformats.org/drawingml/2006/main">
            <a:pathLst>
              <a:path w="10001250" h="95">
                <a:moveTo>
                  <a:pt x="0" y="0"/>
                </a:moveTo>
                <a:lnTo>
                  <a:pt x="1000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9" name="object-7-s0-ux">
            <a:extLst xmlns:a="http://schemas.openxmlformats.org/drawingml/2006/main">
              <a:ext uri="{FF2B5EF4-FFF2-40B4-BE49-F238E27FC236}">
                <a16:creationId xmlns:a16="http://schemas.microsoft.com/office/drawing/2014/main" id="{0C53BC82-EE51-4D10-9519-68C94AD71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581573"/>
            <a:ext cx="10001250" cy="95"/>
          </a:xfrm>
          <a:custGeom xmlns:a="http://schemas.openxmlformats.org/drawingml/2006/main">
            <a:pathLst>
              <a:path w="10001250" h="95">
                <a:moveTo>
                  <a:pt x="0" y="0"/>
                </a:moveTo>
                <a:lnTo>
                  <a:pt x="1000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0" name="object-8-s0-ux">
            <a:extLst xmlns:a="http://schemas.openxmlformats.org/drawingml/2006/main">
              <a:ext uri="{FF2B5EF4-FFF2-40B4-BE49-F238E27FC236}">
                <a16:creationId xmlns:a16="http://schemas.microsoft.com/office/drawing/2014/main" id="{4A06BCAD-F18F-4245-B03C-F17244B57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438698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1" name="object-9-s0-ux">
            <a:extLst xmlns:a="http://schemas.openxmlformats.org/drawingml/2006/main">
              <a:ext uri="{FF2B5EF4-FFF2-40B4-BE49-F238E27FC236}">
                <a16:creationId xmlns:a16="http://schemas.microsoft.com/office/drawing/2014/main" id="{234308B4-E392-4C16-BD1E-BDF4BA9BD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8863" y="2469178"/>
            <a:ext cx="200025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2" name="object-10-s0-ux">
            <a:extLst xmlns:a="http://schemas.openxmlformats.org/drawingml/2006/main">
              <a:ext uri="{FF2B5EF4-FFF2-40B4-BE49-F238E27FC236}">
                <a16:creationId xmlns:a16="http://schemas.microsoft.com/office/drawing/2014/main" id="{70B7FEFB-304B-4859-9BEC-3851FCE0E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9814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3" name="object-11-s0-ux">
            <a:extLst xmlns:a="http://schemas.openxmlformats.org/drawingml/2006/main">
              <a:ext uri="{FF2B5EF4-FFF2-40B4-BE49-F238E27FC236}">
                <a16:creationId xmlns:a16="http://schemas.microsoft.com/office/drawing/2014/main" id="{AC6821F5-66DA-47A4-9E77-B9D2C7DA5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5440" y="2001500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Rz(θ₁)</a:t>
            </a:r>
          </a:p>
        </p:txBody>
      </p:sp>
      <p:sp>
        <p:nvSpPr>
          <p:cNvPr id="14" name="object-12-s0-ux">
            <a:extLst xmlns:a="http://schemas.openxmlformats.org/drawingml/2006/main">
              <a:ext uri="{FF2B5EF4-FFF2-40B4-BE49-F238E27FC236}">
                <a16:creationId xmlns:a16="http://schemas.microsoft.com/office/drawing/2014/main" id="{A77CD196-5527-40B2-BC45-04D89428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4386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5" name="object-13-s0-ux">
            <a:extLst xmlns:a="http://schemas.openxmlformats.org/drawingml/2006/main">
              <a:ext uri="{FF2B5EF4-FFF2-40B4-BE49-F238E27FC236}">
                <a16:creationId xmlns:a16="http://schemas.microsoft.com/office/drawing/2014/main" id="{5BBCD17E-BFBE-418A-9075-BBDA45588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451" y="24691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16" name="object-14-s0-ux">
            <a:extLst xmlns:a="http://schemas.openxmlformats.org/drawingml/2006/main">
              <a:ext uri="{FF2B5EF4-FFF2-40B4-BE49-F238E27FC236}">
                <a16:creationId xmlns:a16="http://schemas.microsoft.com/office/drawing/2014/main" id="{42AE0A2A-126F-41E8-B786-462D95255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19814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7" name="object-15-s0-ux">
            <a:extLst xmlns:a="http://schemas.openxmlformats.org/drawingml/2006/main">
              <a:ext uri="{FF2B5EF4-FFF2-40B4-BE49-F238E27FC236}">
                <a16:creationId xmlns:a16="http://schemas.microsoft.com/office/drawing/2014/main" id="{31510C7F-B6EE-4CA0-96C6-018A56788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2715" y="2001500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Rz(θ₂)</a:t>
            </a:r>
          </a:p>
        </p:txBody>
      </p:sp>
      <p:sp>
        <p:nvSpPr>
          <p:cNvPr id="18" name="object-16-s0-ux">
            <a:extLst xmlns:a="http://schemas.openxmlformats.org/drawingml/2006/main">
              <a:ext uri="{FF2B5EF4-FFF2-40B4-BE49-F238E27FC236}">
                <a16:creationId xmlns:a16="http://schemas.microsoft.com/office/drawing/2014/main" id="{56516376-8DB2-4187-9BE8-B44244BDD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4386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9" name="object-17-s0-ux">
            <a:extLst xmlns:a="http://schemas.openxmlformats.org/drawingml/2006/main">
              <a:ext uri="{FF2B5EF4-FFF2-40B4-BE49-F238E27FC236}">
                <a16:creationId xmlns:a16="http://schemas.microsoft.com/office/drawing/2014/main" id="{3D7129BD-F812-4333-8350-F079F954B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726" y="24691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0" name="object-18-s0-ux">
            <a:extLst xmlns:a="http://schemas.openxmlformats.org/drawingml/2006/main">
              <a:ext uri="{FF2B5EF4-FFF2-40B4-BE49-F238E27FC236}">
                <a16:creationId xmlns:a16="http://schemas.microsoft.com/office/drawing/2014/main" id="{F2136C91-B34F-4293-A52E-399B0653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9814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1" name="object-19-s0-ux">
            <a:extLst xmlns:a="http://schemas.openxmlformats.org/drawingml/2006/main">
              <a:ext uri="{FF2B5EF4-FFF2-40B4-BE49-F238E27FC236}">
                <a16:creationId xmlns:a16="http://schemas.microsoft.com/office/drawing/2014/main" id="{8C9B087C-B0BC-495E-98B5-C2D0E4B5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9990" y="2001500"/>
            <a:ext cx="568970" cy="261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Rz(θ₃)</a:t>
            </a:r>
          </a:p>
        </p:txBody>
      </p:sp>
      <p:sp>
        <p:nvSpPr>
          <p:cNvPr id="22" name="object-20-s0-ux">
            <a:extLst xmlns:a="http://schemas.openxmlformats.org/drawingml/2006/main">
              <a:ext uri="{FF2B5EF4-FFF2-40B4-BE49-F238E27FC236}">
                <a16:creationId xmlns:a16="http://schemas.microsoft.com/office/drawing/2014/main" id="{47EE76CE-5138-4B17-A588-E07830DA9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386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3" name="object-21-s0-ux">
            <a:extLst xmlns:a="http://schemas.openxmlformats.org/drawingml/2006/main">
              <a:ext uri="{FF2B5EF4-FFF2-40B4-BE49-F238E27FC236}">
                <a16:creationId xmlns:a16="http://schemas.microsoft.com/office/drawing/2014/main" id="{02D1FADD-CDBC-40AA-95D2-7ED3C3EFB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01" y="24691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4" name="object-22-s0-ux">
            <a:extLst xmlns:a="http://schemas.openxmlformats.org/drawingml/2006/main">
              <a:ext uri="{FF2B5EF4-FFF2-40B4-BE49-F238E27FC236}">
                <a16:creationId xmlns:a16="http://schemas.microsoft.com/office/drawing/2014/main" id="{795AFE01-28F3-4A84-8BFA-6DFE8CAA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19814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5" name="object-23-s0-ux">
            <a:extLst xmlns:a="http://schemas.openxmlformats.org/drawingml/2006/main">
              <a:ext uri="{FF2B5EF4-FFF2-40B4-BE49-F238E27FC236}">
                <a16:creationId xmlns:a16="http://schemas.microsoft.com/office/drawing/2014/main" id="{F8462AE3-A63D-4540-9B31-718E3142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7265" y="2001500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Rz(θ₄)</a:t>
            </a:r>
          </a:p>
        </p:txBody>
      </p:sp>
      <p:sp>
        <p:nvSpPr>
          <p:cNvPr id="26" name="object-24-s0-ux">
            <a:extLst xmlns:a="http://schemas.openxmlformats.org/drawingml/2006/main">
              <a:ext uri="{FF2B5EF4-FFF2-40B4-BE49-F238E27FC236}">
                <a16:creationId xmlns:a16="http://schemas.microsoft.com/office/drawing/2014/main" id="{88D41ACC-6529-4A20-A73D-E24EE8E15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4386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7" name="object-25-s0-ux">
            <a:extLst xmlns:a="http://schemas.openxmlformats.org/drawingml/2006/main">
              <a:ext uri="{FF2B5EF4-FFF2-40B4-BE49-F238E27FC236}">
                <a16:creationId xmlns:a16="http://schemas.microsoft.com/office/drawing/2014/main" id="{5421F563-B4CA-421E-87A9-7CFBC47B1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276" y="24691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8" name="object-26-s0-ux">
            <a:extLst xmlns:a="http://schemas.openxmlformats.org/drawingml/2006/main">
              <a:ext uri="{FF2B5EF4-FFF2-40B4-BE49-F238E27FC236}">
                <a16:creationId xmlns:a16="http://schemas.microsoft.com/office/drawing/2014/main" id="{ADE9FD3D-069B-4B5F-B317-13D7B5E2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9814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9" name="object-27-s0-ux">
            <a:extLst xmlns:a="http://schemas.openxmlformats.org/drawingml/2006/main">
              <a:ext uri="{FF2B5EF4-FFF2-40B4-BE49-F238E27FC236}">
                <a16:creationId xmlns:a16="http://schemas.microsoft.com/office/drawing/2014/main" id="{0512A83B-2016-4912-8BA5-15D49A19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4540" y="2001500"/>
            <a:ext cx="568970" cy="2615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Rz(θ₅)</a:t>
            </a:r>
          </a:p>
        </p:txBody>
      </p:sp>
      <p:sp>
        <p:nvSpPr>
          <p:cNvPr id="30" name="object-28-s0-ux">
            <a:extLst xmlns:a="http://schemas.openxmlformats.org/drawingml/2006/main">
              <a:ext uri="{FF2B5EF4-FFF2-40B4-BE49-F238E27FC236}">
                <a16:creationId xmlns:a16="http://schemas.microsoft.com/office/drawing/2014/main" id="{0316EC06-4AC5-4152-BF54-5C3891466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4386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31" name="object-29-s0-ux">
            <a:extLst xmlns:a="http://schemas.openxmlformats.org/drawingml/2006/main">
              <a:ext uri="{FF2B5EF4-FFF2-40B4-BE49-F238E27FC236}">
                <a16:creationId xmlns:a16="http://schemas.microsoft.com/office/drawing/2014/main" id="{362A8CF4-D3F8-4578-9D9D-B6C3EDA7C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551" y="24691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32" name="object-30-s0-ux">
            <a:extLst xmlns:a="http://schemas.openxmlformats.org/drawingml/2006/main">
              <a:ext uri="{FF2B5EF4-FFF2-40B4-BE49-F238E27FC236}">
                <a16:creationId xmlns:a16="http://schemas.microsoft.com/office/drawing/2014/main" id="{650733F2-D040-4B8E-BF7E-D32E712E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9814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33" name="object-31-s0-ux">
            <a:extLst xmlns:a="http://schemas.openxmlformats.org/drawingml/2006/main">
              <a:ext uri="{FF2B5EF4-FFF2-40B4-BE49-F238E27FC236}">
                <a16:creationId xmlns:a16="http://schemas.microsoft.com/office/drawing/2014/main" id="{458FD549-5D9D-441C-9018-BFCF43C2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815" y="2001500"/>
            <a:ext cx="568970" cy="2615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Rz(θ₆)</a:t>
            </a:r>
          </a:p>
        </p:txBody>
      </p:sp>
      <p:sp>
        <p:nvSpPr>
          <p:cNvPr id="34" name="object-32-s0-ux">
            <a:extLst xmlns:a="http://schemas.openxmlformats.org/drawingml/2006/main">
              <a:ext uri="{FF2B5EF4-FFF2-40B4-BE49-F238E27FC236}">
                <a16:creationId xmlns:a16="http://schemas.microsoft.com/office/drawing/2014/main" id="{10D21DB6-8420-4922-84A8-9AA199B30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24373"/>
            <a:ext cx="95" cy="457200"/>
          </a:xfrm>
          <a:custGeom xmlns:a="http://schemas.openxmlformats.org/drawingml/2006/main">
            <a:pathLst>
              <a:path w="95" h="457200">
                <a:moveTo>
                  <a:pt x="0" y="0"/>
                </a:moveTo>
                <a:lnTo>
                  <a:pt x="0" y="45720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35" name="object-33-s0-ux">
            <a:extLst xmlns:a="http://schemas.openxmlformats.org/drawingml/2006/main">
              <a:ext uri="{FF2B5EF4-FFF2-40B4-BE49-F238E27FC236}">
                <a16:creationId xmlns:a16="http://schemas.microsoft.com/office/drawing/2014/main" id="{81C954B8-8713-4BA7-9A9A-3FA03660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07674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6" name="object-34-s0-ux">
            <a:extLst xmlns:a="http://schemas.openxmlformats.org/drawingml/2006/main">
              <a:ext uri="{FF2B5EF4-FFF2-40B4-BE49-F238E27FC236}">
                <a16:creationId xmlns:a16="http://schemas.microsoft.com/office/drawing/2014/main" id="{DE0C3A96-7AE7-4BF4-883E-D345DFC14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53394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7" name="object-35-s0-ux">
            <a:extLst xmlns:a="http://schemas.openxmlformats.org/drawingml/2006/main">
              <a:ext uri="{FF2B5EF4-FFF2-40B4-BE49-F238E27FC236}">
                <a16:creationId xmlns:a16="http://schemas.microsoft.com/office/drawing/2014/main" id="{D8B3724A-25A3-4CA3-924A-BA16F4293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124373"/>
            <a:ext cx="95" cy="457200"/>
          </a:xfrm>
          <a:custGeom xmlns:a="http://schemas.openxmlformats.org/drawingml/2006/main">
            <a:pathLst>
              <a:path w="95" h="457200">
                <a:moveTo>
                  <a:pt x="0" y="0"/>
                </a:moveTo>
                <a:lnTo>
                  <a:pt x="0" y="45720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38" name="object-36-s0-ux">
            <a:extLst xmlns:a="http://schemas.openxmlformats.org/drawingml/2006/main">
              <a:ext uri="{FF2B5EF4-FFF2-40B4-BE49-F238E27FC236}">
                <a16:creationId xmlns:a16="http://schemas.microsoft.com/office/drawing/2014/main" id="{AE0612CF-7C27-4C7F-A211-C29B3BF9C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207674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9" name="object-37-s0-ux">
            <a:extLst xmlns:a="http://schemas.openxmlformats.org/drawingml/2006/main">
              <a:ext uri="{FF2B5EF4-FFF2-40B4-BE49-F238E27FC236}">
                <a16:creationId xmlns:a16="http://schemas.microsoft.com/office/drawing/2014/main" id="{1EF9CFB9-2080-46EB-8DD9-C1133A3CC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2476798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40" name="object-38-s0-ux">
            <a:extLst xmlns:a="http://schemas.openxmlformats.org/drawingml/2006/main">
              <a:ext uri="{FF2B5EF4-FFF2-40B4-BE49-F238E27FC236}">
                <a16:creationId xmlns:a16="http://schemas.microsoft.com/office/drawing/2014/main" id="{EE90382D-F03E-4C8D-9E18-8D5E8DEDB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7025" y="2514898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41" name="object-59-s1-ux">
            <a:extLst xmlns:a="http://schemas.openxmlformats.org/drawingml/2006/main">
              <a:ext uri="{FF2B5EF4-FFF2-40B4-BE49-F238E27FC236}">
                <a16:creationId xmlns:a16="http://schemas.microsoft.com/office/drawing/2014/main" id="{C433E18A-9570-4313-8919-2FEA429E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067348"/>
            <a:ext cx="8343900" cy="95"/>
          </a:xfrm>
          <a:custGeom xmlns:a="http://schemas.openxmlformats.org/drawingml/2006/main">
            <a:pathLst>
              <a:path w="8343900" h="95">
                <a:moveTo>
                  <a:pt x="0" y="0"/>
                </a:moveTo>
                <a:lnTo>
                  <a:pt x="8343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42" name="object-59-s1-ux-arrow">
            <a:extLst xmlns:a="http://schemas.openxmlformats.org/drawingml/2006/main">
              <a:ext uri="{FF2B5EF4-FFF2-40B4-BE49-F238E27FC236}">
                <a16:creationId xmlns:a16="http://schemas.microsoft.com/office/drawing/2014/main" id="{DA10E9A0-1CB6-4A1C-BD5E-82F28C473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3010198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D66A3E"/>
          </a:solidFill>
          <a:ln xmlns:a="http://schemas.openxmlformats.org/drawingml/2006/main" w="0">
            <a:noFill/>
          </a:ln>
        </p:spPr>
      </p:sp>
      <p:sp>
        <p:nvSpPr>
          <p:cNvPr id="43" name="object-60-s1-ux">
            <a:extLst xmlns:a="http://schemas.openxmlformats.org/drawingml/2006/main">
              <a:ext uri="{FF2B5EF4-FFF2-40B4-BE49-F238E27FC236}">
                <a16:creationId xmlns:a16="http://schemas.microsoft.com/office/drawing/2014/main" id="{F93AE360-AC4F-4C69-895C-ACEB9D69F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9728" y="3186410"/>
            <a:ext cx="4807744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Move across the whole S when S CZ = CX S</a:t>
            </a:r>
          </a:p>
        </p:txBody>
      </p:sp>
      <p:sp>
        <p:nvSpPr>
          <p:cNvPr id="44" name="object-102-s2-ux">
            <a:extLst xmlns:a="http://schemas.openxmlformats.org/drawingml/2006/main">
              <a:ext uri="{FF2B5EF4-FFF2-40B4-BE49-F238E27FC236}">
                <a16:creationId xmlns:a16="http://schemas.microsoft.com/office/drawing/2014/main" id="{D8319168-85D9-47D9-981F-E538245EC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8858"/>
            <a:ext cx="2571304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CANCEL THE ADJACENT CX PAIR</a:t>
            </a:r>
          </a:p>
        </p:txBody>
      </p:sp>
      <p:sp>
        <p:nvSpPr>
          <p:cNvPr id="45" name="object-103-s2-ux">
            <a:extLst xmlns:a="http://schemas.openxmlformats.org/drawingml/2006/main">
              <a:ext uri="{FF2B5EF4-FFF2-40B4-BE49-F238E27FC236}">
                <a16:creationId xmlns:a16="http://schemas.microsoft.com/office/drawing/2014/main" id="{26E03EC8-FF55-421C-AA3A-045C845D8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96048"/>
            <a:ext cx="7105650" cy="1257300"/>
          </a:xfrm>
          <a:prstGeom xmlns:a="http://schemas.openxmlformats.org/drawingml/2006/main" prst="roundRect">
            <a:avLst>
              <a:gd name="adj" fmla="val 3788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9050">
            <a:solidFill>
              <a:srgbClr val="087E86"/>
            </a:solidFill>
            <a:prstDash val="solid"/>
          </a:ln>
        </p:spPr>
      </p:sp>
      <p:sp>
        <p:nvSpPr>
          <p:cNvPr id="46" name="object-104-s2-ux">
            <a:extLst xmlns:a="http://schemas.openxmlformats.org/drawingml/2006/main">
              <a:ext uri="{FF2B5EF4-FFF2-40B4-BE49-F238E27FC236}">
                <a16:creationId xmlns:a16="http://schemas.microsoft.com/office/drawing/2014/main" id="{3ADC70A1-728E-4B22-9673-5C36702E7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248" y="4153198"/>
            <a:ext cx="4349204" cy="2764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S: H first, then 6 Rz gates on q₀ + 5 SX gates on q₁</a:t>
            </a:r>
          </a:p>
        </p:txBody>
      </p:sp>
      <p:sp>
        <p:nvSpPr>
          <p:cNvPr id="47" name="object-105-s2-ux">
            <a:extLst xmlns:a="http://schemas.openxmlformats.org/drawingml/2006/main">
              <a:ext uri="{FF2B5EF4-FFF2-40B4-BE49-F238E27FC236}">
                <a16:creationId xmlns:a16="http://schemas.microsoft.com/office/drawing/2014/main" id="{3616A0FE-90D0-411D-9419-10B677476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16100"/>
            <a:ext cx="227261" cy="2616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q₀</a:t>
            </a:r>
          </a:p>
        </p:txBody>
      </p:sp>
      <p:sp>
        <p:nvSpPr>
          <p:cNvPr id="48" name="object-106-s2-ux">
            <a:extLst xmlns:a="http://schemas.openxmlformats.org/drawingml/2006/main">
              <a:ext uri="{FF2B5EF4-FFF2-40B4-BE49-F238E27FC236}">
                <a16:creationId xmlns:a16="http://schemas.microsoft.com/office/drawing/2014/main" id="{A449B3EF-3669-4137-BDE5-A652E1DAF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73300"/>
            <a:ext cx="227261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q₁</a:t>
            </a:r>
          </a:p>
        </p:txBody>
      </p:sp>
      <p:sp>
        <p:nvSpPr>
          <p:cNvPr id="49" name="object-107-s2-ux">
            <a:extLst xmlns:a="http://schemas.openxmlformats.org/drawingml/2006/main">
              <a:ext uri="{FF2B5EF4-FFF2-40B4-BE49-F238E27FC236}">
                <a16:creationId xmlns:a16="http://schemas.microsoft.com/office/drawing/2014/main" id="{9BADB822-A143-4DC2-A9CB-C7C235AFB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638973"/>
            <a:ext cx="8305800" cy="95"/>
          </a:xfrm>
          <a:custGeom xmlns:a="http://schemas.openxmlformats.org/drawingml/2006/main">
            <a:pathLst>
              <a:path w="8305800" h="95">
                <a:moveTo>
                  <a:pt x="0" y="0"/>
                </a:moveTo>
                <a:lnTo>
                  <a:pt x="8305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50" name="object-108-s2-ux">
            <a:extLst xmlns:a="http://schemas.openxmlformats.org/drawingml/2006/main">
              <a:ext uri="{FF2B5EF4-FFF2-40B4-BE49-F238E27FC236}">
                <a16:creationId xmlns:a16="http://schemas.microsoft.com/office/drawing/2014/main" id="{60E507DE-44E6-4058-8010-88365A48F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096173"/>
            <a:ext cx="8305800" cy="95"/>
          </a:xfrm>
          <a:custGeom xmlns:a="http://schemas.openxmlformats.org/drawingml/2006/main">
            <a:pathLst>
              <a:path w="8305800" h="95">
                <a:moveTo>
                  <a:pt x="0" y="0"/>
                </a:moveTo>
                <a:lnTo>
                  <a:pt x="8305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51" name="object-109-s2-ux">
            <a:extLst xmlns:a="http://schemas.openxmlformats.org/drawingml/2006/main">
              <a:ext uri="{FF2B5EF4-FFF2-40B4-BE49-F238E27FC236}">
                <a16:creationId xmlns:a16="http://schemas.microsoft.com/office/drawing/2014/main" id="{F27F9BE0-30F7-427C-A725-4785ED720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953298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52" name="object-110-s2-ux">
            <a:extLst xmlns:a="http://schemas.openxmlformats.org/drawingml/2006/main">
              <a:ext uri="{FF2B5EF4-FFF2-40B4-BE49-F238E27FC236}">
                <a16:creationId xmlns:a16="http://schemas.microsoft.com/office/drawing/2014/main" id="{E3E8FC21-C0CD-4040-A926-2159D894D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8863" y="4983778"/>
            <a:ext cx="200025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53" name="object-111-s2-ux">
            <a:extLst xmlns:a="http://schemas.openxmlformats.org/drawingml/2006/main">
              <a:ext uri="{FF2B5EF4-FFF2-40B4-BE49-F238E27FC236}">
                <a16:creationId xmlns:a16="http://schemas.microsoft.com/office/drawing/2014/main" id="{25E5F6FD-8FDD-4D05-A778-9592F3CD6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4960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54" name="object-112-s2-ux">
            <a:extLst xmlns:a="http://schemas.openxmlformats.org/drawingml/2006/main">
              <a:ext uri="{FF2B5EF4-FFF2-40B4-BE49-F238E27FC236}">
                <a16:creationId xmlns:a16="http://schemas.microsoft.com/office/drawing/2014/main" id="{FC6AB531-A8F3-4A88-A848-0E10EAD4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5440" y="4516100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Rz(θ₁)</a:t>
            </a:r>
          </a:p>
        </p:txBody>
      </p:sp>
      <p:sp>
        <p:nvSpPr>
          <p:cNvPr id="55" name="object-113-s2-ux">
            <a:extLst xmlns:a="http://schemas.openxmlformats.org/drawingml/2006/main">
              <a:ext uri="{FF2B5EF4-FFF2-40B4-BE49-F238E27FC236}">
                <a16:creationId xmlns:a16="http://schemas.microsoft.com/office/drawing/2014/main" id="{22ECB89A-C824-423E-B9D4-18C81358C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9532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56" name="object-114-s2-ux">
            <a:extLst xmlns:a="http://schemas.openxmlformats.org/drawingml/2006/main">
              <a:ext uri="{FF2B5EF4-FFF2-40B4-BE49-F238E27FC236}">
                <a16:creationId xmlns:a16="http://schemas.microsoft.com/office/drawing/2014/main" id="{29862255-E2C4-427D-A8A2-40AA393E4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451" y="49837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57" name="object-115-s2-ux">
            <a:extLst xmlns:a="http://schemas.openxmlformats.org/drawingml/2006/main">
              <a:ext uri="{FF2B5EF4-FFF2-40B4-BE49-F238E27FC236}">
                <a16:creationId xmlns:a16="http://schemas.microsoft.com/office/drawing/2014/main" id="{55960059-153B-4FEF-83A0-201B999B8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44960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58" name="object-116-s2-ux">
            <a:extLst xmlns:a="http://schemas.openxmlformats.org/drawingml/2006/main">
              <a:ext uri="{FF2B5EF4-FFF2-40B4-BE49-F238E27FC236}">
                <a16:creationId xmlns:a16="http://schemas.microsoft.com/office/drawing/2014/main" id="{16DDF662-AB74-435E-AADA-FD620220E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2715" y="4516100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Rz(θ₂)</a:t>
            </a:r>
          </a:p>
        </p:txBody>
      </p:sp>
      <p:sp>
        <p:nvSpPr>
          <p:cNvPr id="59" name="object-117-s2-ux">
            <a:extLst xmlns:a="http://schemas.openxmlformats.org/drawingml/2006/main">
              <a:ext uri="{FF2B5EF4-FFF2-40B4-BE49-F238E27FC236}">
                <a16:creationId xmlns:a16="http://schemas.microsoft.com/office/drawing/2014/main" id="{6520DE15-7FD1-49BC-A98B-18B71BE86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9532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60" name="object-118-s2-ux">
            <a:extLst xmlns:a="http://schemas.openxmlformats.org/drawingml/2006/main">
              <a:ext uri="{FF2B5EF4-FFF2-40B4-BE49-F238E27FC236}">
                <a16:creationId xmlns:a16="http://schemas.microsoft.com/office/drawing/2014/main" id="{207A9CBE-62C8-4E4E-8BAA-71633FAB8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726" y="49837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61" name="object-119-s2-ux">
            <a:extLst xmlns:a="http://schemas.openxmlformats.org/drawingml/2006/main">
              <a:ext uri="{FF2B5EF4-FFF2-40B4-BE49-F238E27FC236}">
                <a16:creationId xmlns:a16="http://schemas.microsoft.com/office/drawing/2014/main" id="{ECBB5684-498B-4D36-A9C2-F90A29EE2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4960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62" name="object-120-s2-ux">
            <a:extLst xmlns:a="http://schemas.openxmlformats.org/drawingml/2006/main">
              <a:ext uri="{FF2B5EF4-FFF2-40B4-BE49-F238E27FC236}">
                <a16:creationId xmlns:a16="http://schemas.microsoft.com/office/drawing/2014/main" id="{7CE05E7B-360B-4C56-B587-ADE3CC4D3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9990" y="4516100"/>
            <a:ext cx="568970" cy="261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Rz(θ₃)</a:t>
            </a:r>
          </a:p>
        </p:txBody>
      </p:sp>
      <p:sp>
        <p:nvSpPr>
          <p:cNvPr id="63" name="object-121-s2-ux">
            <a:extLst xmlns:a="http://schemas.openxmlformats.org/drawingml/2006/main">
              <a:ext uri="{FF2B5EF4-FFF2-40B4-BE49-F238E27FC236}">
                <a16:creationId xmlns:a16="http://schemas.microsoft.com/office/drawing/2014/main" id="{28895CC7-BF8A-4BB9-A60B-BA711E84C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9532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64" name="object-122-s2-ux">
            <a:extLst xmlns:a="http://schemas.openxmlformats.org/drawingml/2006/main">
              <a:ext uri="{FF2B5EF4-FFF2-40B4-BE49-F238E27FC236}">
                <a16:creationId xmlns:a16="http://schemas.microsoft.com/office/drawing/2014/main" id="{64633782-9E24-4CD6-B5E2-FE110BCF0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01" y="49837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65" name="object-123-s2-ux">
            <a:extLst xmlns:a="http://schemas.openxmlformats.org/drawingml/2006/main">
              <a:ext uri="{FF2B5EF4-FFF2-40B4-BE49-F238E27FC236}">
                <a16:creationId xmlns:a16="http://schemas.microsoft.com/office/drawing/2014/main" id="{5A24DCDE-22CF-4C36-95C8-D5A060A7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44960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66" name="object-124-s2-ux">
            <a:extLst xmlns:a="http://schemas.openxmlformats.org/drawingml/2006/main">
              <a:ext uri="{FF2B5EF4-FFF2-40B4-BE49-F238E27FC236}">
                <a16:creationId xmlns:a16="http://schemas.microsoft.com/office/drawing/2014/main" id="{30810402-E466-419B-B3D3-74601F58D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7265" y="4516100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Rz(θ₄)</a:t>
            </a:r>
          </a:p>
        </p:txBody>
      </p:sp>
      <p:sp>
        <p:nvSpPr>
          <p:cNvPr id="67" name="object-125-s2-ux">
            <a:extLst xmlns:a="http://schemas.openxmlformats.org/drawingml/2006/main">
              <a:ext uri="{FF2B5EF4-FFF2-40B4-BE49-F238E27FC236}">
                <a16:creationId xmlns:a16="http://schemas.microsoft.com/office/drawing/2014/main" id="{025414B6-0E3F-4F5F-A69A-98B242BD4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49532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68" name="object-126-s2-ux">
            <a:extLst xmlns:a="http://schemas.openxmlformats.org/drawingml/2006/main">
              <a:ext uri="{FF2B5EF4-FFF2-40B4-BE49-F238E27FC236}">
                <a16:creationId xmlns:a16="http://schemas.microsoft.com/office/drawing/2014/main" id="{DFD9EC72-6DD1-40B9-BDE4-D48F0D11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276" y="49837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69" name="object-127-s2-ux">
            <a:extLst xmlns:a="http://schemas.openxmlformats.org/drawingml/2006/main">
              <a:ext uri="{FF2B5EF4-FFF2-40B4-BE49-F238E27FC236}">
                <a16:creationId xmlns:a16="http://schemas.microsoft.com/office/drawing/2014/main" id="{D533294B-95A0-4607-B639-3EE3D7C35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4960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70" name="object-128-s2-ux">
            <a:extLst xmlns:a="http://schemas.openxmlformats.org/drawingml/2006/main">
              <a:ext uri="{FF2B5EF4-FFF2-40B4-BE49-F238E27FC236}">
                <a16:creationId xmlns:a16="http://schemas.microsoft.com/office/drawing/2014/main" id="{C98208BC-AFF0-42B5-86BE-C57724FAA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4540" y="4516100"/>
            <a:ext cx="568970" cy="2615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Rz(θ₅)</a:t>
            </a:r>
          </a:p>
        </p:txBody>
      </p:sp>
      <p:sp>
        <p:nvSpPr>
          <p:cNvPr id="71" name="object-129-s2-ux">
            <a:extLst xmlns:a="http://schemas.openxmlformats.org/drawingml/2006/main">
              <a:ext uri="{FF2B5EF4-FFF2-40B4-BE49-F238E27FC236}">
                <a16:creationId xmlns:a16="http://schemas.microsoft.com/office/drawing/2014/main" id="{FF99E633-77E5-461C-ACA6-CE4DD3821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9532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72" name="object-130-s2-ux">
            <a:extLst xmlns:a="http://schemas.openxmlformats.org/drawingml/2006/main">
              <a:ext uri="{FF2B5EF4-FFF2-40B4-BE49-F238E27FC236}">
                <a16:creationId xmlns:a16="http://schemas.microsoft.com/office/drawing/2014/main" id="{75FC51B2-020E-4162-BACA-A45777DB0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551" y="49837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73" name="object-131-s2-ux">
            <a:extLst xmlns:a="http://schemas.openxmlformats.org/drawingml/2006/main">
              <a:ext uri="{FF2B5EF4-FFF2-40B4-BE49-F238E27FC236}">
                <a16:creationId xmlns:a16="http://schemas.microsoft.com/office/drawing/2014/main" id="{2EE2D382-E714-49E3-AB6D-8591BF42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4960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74" name="object-132-s2-ux">
            <a:extLst xmlns:a="http://schemas.openxmlformats.org/drawingml/2006/main">
              <a:ext uri="{FF2B5EF4-FFF2-40B4-BE49-F238E27FC236}">
                <a16:creationId xmlns:a16="http://schemas.microsoft.com/office/drawing/2014/main" id="{AEFF9489-FA7B-4AA9-ADC0-5A39B2F18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815" y="4516100"/>
            <a:ext cx="568970" cy="2615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Rz(θ₆)</a:t>
            </a:r>
          </a:p>
        </p:txBody>
      </p:sp>
      <p:sp>
        <p:nvSpPr>
          <p:cNvPr id="75" name="object-133-s2-ux">
            <a:extLst xmlns:a="http://schemas.openxmlformats.org/drawingml/2006/main">
              <a:ext uri="{FF2B5EF4-FFF2-40B4-BE49-F238E27FC236}">
                <a16:creationId xmlns:a16="http://schemas.microsoft.com/office/drawing/2014/main" id="{1C4DFF36-9AEE-4D4E-BC62-07976C674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5604" y="4653260"/>
            <a:ext cx="731341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−1 CZ</a:t>
            </a:r>
          </a:p>
        </p:txBody>
      </p:sp>
      <p:sp>
        <p:nvSpPr>
          <p:cNvPr id="76" name="object-134-s2-ux">
            <a:extLst xmlns:a="http://schemas.openxmlformats.org/drawingml/2006/main">
              <a:ext uri="{FF2B5EF4-FFF2-40B4-BE49-F238E27FC236}">
                <a16:creationId xmlns:a16="http://schemas.microsoft.com/office/drawing/2014/main" id="{0B91A313-69C4-4C8F-82A8-C3F15BB15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8907" y="4948535"/>
            <a:ext cx="744736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−1 CX</a:t>
            </a:r>
          </a:p>
        </p:txBody>
      </p:sp>
      <p:sp>
        <p:nvSpPr>
          <p:cNvPr id="77" name="object-135-s0-ux">
            <a:extLst xmlns:a="http://schemas.openxmlformats.org/drawingml/2006/main">
              <a:ext uri="{FF2B5EF4-FFF2-40B4-BE49-F238E27FC236}">
                <a16:creationId xmlns:a16="http://schemas.microsoft.com/office/drawing/2014/main" id="{815AC290-BD7D-4EE2-9433-62174D598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8123337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A constrained symbolic S can cover a long subcircuit. Local rewrite sequences may also derive this illustrative example.</a:t>
            </a:r>
          </a:p>
        </p:txBody>
      </p:sp>
      <p:sp>
        <p:nvSpPr>
          <p:cNvPr id="78" name="object-136-s0-ux">
            <a:extLst xmlns:a="http://schemas.openxmlformats.org/drawingml/2006/main">
              <a:ext uri="{FF2B5EF4-FFF2-40B4-BE49-F238E27FC236}">
                <a16:creationId xmlns:a16="http://schemas.microsoft.com/office/drawing/2014/main" id="{BD669B9A-AA1F-4D1E-903C-D4D270A62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3620393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§§2–3, 5.5; illustrative CZ → CX instance</a:t>
            </a:r>
          </a:p>
        </p:txBody>
      </p:sp>
      <p:sp>
        <p:nvSpPr>
          <p:cNvPr id="79" name="object-137-s0-ux">
            <a:extLst xmlns:a="http://schemas.openxmlformats.org/drawingml/2006/main">
              <a:ext uri="{FF2B5EF4-FFF2-40B4-BE49-F238E27FC236}">
                <a16:creationId xmlns:a16="http://schemas.microsoft.com/office/drawing/2014/main" id="{6F066E1D-E819-454F-9C00-8340761E5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04 / 14</a:t>
            </a:r>
          </a:p>
        </p:txBody>
      </p:sp>
      <p:sp>
        <p:nvSpPr>
          <p:cNvPr id="80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5E7C310D-434B-4035-9668-8EE8C137A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3 / 3</a:t>
            </a:r>
          </a:p>
        </p:txBody>
      </p:sp>
    </p:spTree>
    <p:extLst>
      <p:ext uri="{BB962C8B-B14F-4D97-AF65-F5344CB8AC3E}">
        <p14:creationId xmlns:p14="http://schemas.microsoft.com/office/powerpoint/2010/main" val="20403754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7" name="top-accent">
            <a:extLst xmlns:a="http://schemas.openxmlformats.org/drawingml/2006/main">
              <a:ext uri="{FF2B5EF4-FFF2-40B4-BE49-F238E27FC236}">
                <a16:creationId xmlns:a16="http://schemas.microsoft.com/office/drawing/2014/main" id="{9C68DE55-C0E4-419B-AED2-4281C1833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9BDF0EF6-19E2-46BD-AEAE-EAAFC1068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7627918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The running example through the workflow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CBA1E665-274A-435C-8E1C-490F055D0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420564"/>
            <a:ext cx="4476750" cy="1219200"/>
          </a:xfrm>
          <a:prstGeom xmlns:a="http://schemas.openxmlformats.org/drawingml/2006/main" prst="roundRect">
            <a:avLst>
              <a:gd name="adj" fmla="val 468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87E86"/>
            </a:solidFill>
            <a:prstDash val="solid"/>
          </a:ln>
        </p:spPr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3E3AA6A3-CD65-4021-B0C2-7001D3A87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548199"/>
            <a:ext cx="245715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object-3-s0-ux">
            <a:extLst xmlns:a="http://schemas.openxmlformats.org/drawingml/2006/main">
              <a:ext uri="{FF2B5EF4-FFF2-40B4-BE49-F238E27FC236}">
                <a16:creationId xmlns:a16="http://schemas.microsoft.com/office/drawing/2014/main" id="{C1A77B6F-3CF7-4116-B82C-899D71EE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6095" y="1452949"/>
            <a:ext cx="2361009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Concrete synthesis</a:t>
            </a:r>
          </a:p>
        </p:txBody>
      </p:sp>
      <p:sp>
        <p:nvSpPr>
          <p:cNvPr id="6" name="object-4-s0-ux">
            <a:extLst xmlns:a="http://schemas.openxmlformats.org/drawingml/2006/main">
              <a:ext uri="{FF2B5EF4-FFF2-40B4-BE49-F238E27FC236}">
                <a16:creationId xmlns:a16="http://schemas.microsoft.com/office/drawing/2014/main" id="{3A6D02F5-8989-4C85-AD60-CF45AD80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420564"/>
            <a:ext cx="4476750" cy="1219200"/>
          </a:xfrm>
          <a:prstGeom xmlns:a="http://schemas.openxmlformats.org/drawingml/2006/main" prst="roundRect">
            <a:avLst>
              <a:gd name="adj" fmla="val 468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87E86"/>
            </a:solidFill>
            <a:prstDash val="solid"/>
          </a:ln>
        </p:spPr>
      </p:sp>
      <p:sp>
        <p:nvSpPr>
          <p:cNvPr id="7" name="object-5-s0-ux">
            <a:extLst xmlns:a="http://schemas.openxmlformats.org/drawingml/2006/main">
              <a:ext uri="{FF2B5EF4-FFF2-40B4-BE49-F238E27FC236}">
                <a16:creationId xmlns:a16="http://schemas.microsoft.com/office/drawing/2014/main" id="{78CB6D5D-93F7-428C-815C-DB7F1F41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1548199"/>
            <a:ext cx="245715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object-6-s0-ux">
            <a:extLst xmlns:a="http://schemas.openxmlformats.org/drawingml/2006/main">
              <a:ext uri="{FF2B5EF4-FFF2-40B4-BE49-F238E27FC236}">
                <a16:creationId xmlns:a16="http://schemas.microsoft.com/office/drawing/2014/main" id="{7684F709-7854-4D85-8097-76386759C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7329" y="1452949"/>
            <a:ext cx="2388543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Symbolic synthesis</a:t>
            </a:r>
          </a:p>
        </p:txBody>
      </p:sp>
      <p:sp>
        <p:nvSpPr>
          <p:cNvPr id="9" name="object-7-s0-ux">
            <a:extLst xmlns:a="http://schemas.openxmlformats.org/drawingml/2006/main">
              <a:ext uri="{FF2B5EF4-FFF2-40B4-BE49-F238E27FC236}">
                <a16:creationId xmlns:a16="http://schemas.microsoft.com/office/drawing/2014/main" id="{9A5CE699-729A-44CF-98E1-83B5A3916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296989"/>
            <a:ext cx="4476750" cy="1219200"/>
          </a:xfrm>
          <a:prstGeom xmlns:a="http://schemas.openxmlformats.org/drawingml/2006/main" prst="roundRect">
            <a:avLst>
              <a:gd name="adj" fmla="val 468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87E86"/>
            </a:solidFill>
            <a:prstDash val="solid"/>
          </a:ln>
        </p:spPr>
      </p:sp>
      <p:sp>
        <p:nvSpPr>
          <p:cNvPr id="10" name="object-8-s0-ux">
            <a:extLst xmlns:a="http://schemas.openxmlformats.org/drawingml/2006/main">
              <a:ext uri="{FF2B5EF4-FFF2-40B4-BE49-F238E27FC236}">
                <a16:creationId xmlns:a16="http://schemas.microsoft.com/office/drawing/2014/main" id="{1AE56B17-D1B8-4CF0-9195-8BA1845E9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3424624"/>
            <a:ext cx="245715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object-9-s0-ux">
            <a:extLst xmlns:a="http://schemas.openxmlformats.org/drawingml/2006/main">
              <a:ext uri="{FF2B5EF4-FFF2-40B4-BE49-F238E27FC236}">
                <a16:creationId xmlns:a16="http://schemas.microsoft.com/office/drawing/2014/main" id="{44117827-61DF-4FE8-A47B-B4E7594F4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2197" y="3329374"/>
            <a:ext cx="1878806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Rule anchoring</a:t>
            </a:r>
          </a:p>
        </p:txBody>
      </p:sp>
      <p:sp>
        <p:nvSpPr>
          <p:cNvPr id="12" name="object-10-s0-ux">
            <a:extLst xmlns:a="http://schemas.openxmlformats.org/drawingml/2006/main">
              <a:ext uri="{FF2B5EF4-FFF2-40B4-BE49-F238E27FC236}">
                <a16:creationId xmlns:a16="http://schemas.microsoft.com/office/drawing/2014/main" id="{F7F717EE-D054-479A-ABDF-18A5D129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296989"/>
            <a:ext cx="4476750" cy="1219200"/>
          </a:xfrm>
          <a:prstGeom xmlns:a="http://schemas.openxmlformats.org/drawingml/2006/main" prst="roundRect">
            <a:avLst>
              <a:gd name="adj" fmla="val 468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87E86"/>
            </a:solidFill>
            <a:prstDash val="solid"/>
          </a:ln>
        </p:spPr>
      </p:sp>
      <p:sp>
        <p:nvSpPr>
          <p:cNvPr id="13" name="object-11-s0-ux">
            <a:extLst xmlns:a="http://schemas.openxmlformats.org/drawingml/2006/main">
              <a:ext uri="{FF2B5EF4-FFF2-40B4-BE49-F238E27FC236}">
                <a16:creationId xmlns:a16="http://schemas.microsoft.com/office/drawing/2014/main" id="{CAB44FDF-99F2-4C5F-92F2-C3711C8BC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424624"/>
            <a:ext cx="245715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object-12-s0-ux">
            <a:extLst xmlns:a="http://schemas.openxmlformats.org/drawingml/2006/main">
              <a:ext uri="{FF2B5EF4-FFF2-40B4-BE49-F238E27FC236}">
                <a16:creationId xmlns:a16="http://schemas.microsoft.com/office/drawing/2014/main" id="{4918286B-09D3-462E-A73C-7058195B1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2775" y="3329374"/>
            <a:ext cx="2387650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Circuit optimization</a:t>
            </a:r>
          </a:p>
        </p:txBody>
      </p:sp>
      <p:sp>
        <p:nvSpPr>
          <p:cNvPr id="15" name="object-13-s0-ux">
            <a:extLst xmlns:a="http://schemas.openxmlformats.org/drawingml/2006/main">
              <a:ext uri="{FF2B5EF4-FFF2-40B4-BE49-F238E27FC236}">
                <a16:creationId xmlns:a16="http://schemas.microsoft.com/office/drawing/2014/main" id="{BB49FB50-B13A-469B-AB0D-95D738425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020639"/>
            <a:ext cx="1226820" cy="95"/>
          </a:xfrm>
          <a:custGeom xmlns:a="http://schemas.openxmlformats.org/drawingml/2006/main">
            <a:pathLst>
              <a:path w="1226820" h="95">
                <a:moveTo>
                  <a:pt x="0" y="0"/>
                </a:moveTo>
                <a:lnTo>
                  <a:pt x="12268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5E7275"/>
            </a:solidFill>
            <a:prstDash val="solid"/>
          </a:ln>
        </p:spPr>
      </p:sp>
      <p:sp>
        <p:nvSpPr>
          <p:cNvPr id="16" name="object-14-s0-ux">
            <a:extLst xmlns:a="http://schemas.openxmlformats.org/drawingml/2006/main">
              <a:ext uri="{FF2B5EF4-FFF2-40B4-BE49-F238E27FC236}">
                <a16:creationId xmlns:a16="http://schemas.microsoft.com/office/drawing/2014/main" id="{C60ED52E-47D9-4FCB-B5D4-DF4A97FDC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353633"/>
            <a:ext cx="1226820" cy="95"/>
          </a:xfrm>
          <a:custGeom xmlns:a="http://schemas.openxmlformats.org/drawingml/2006/main">
            <a:pathLst>
              <a:path w="1226820" h="95">
                <a:moveTo>
                  <a:pt x="0" y="0"/>
                </a:moveTo>
                <a:lnTo>
                  <a:pt x="12268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5E7275"/>
            </a:solidFill>
            <a:prstDash val="solid"/>
          </a:ln>
        </p:spPr>
      </p:sp>
      <p:sp>
        <p:nvSpPr>
          <p:cNvPr id="17" name="object-15-s0-ux">
            <a:extLst xmlns:a="http://schemas.openxmlformats.org/drawingml/2006/main">
              <a:ext uri="{FF2B5EF4-FFF2-40B4-BE49-F238E27FC236}">
                <a16:creationId xmlns:a16="http://schemas.microsoft.com/office/drawing/2014/main" id="{BF917D4F-3885-4058-ADDC-F21351E42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1433" y="2020639"/>
            <a:ext cx="95" cy="332994"/>
          </a:xfrm>
          <a:custGeom xmlns:a="http://schemas.openxmlformats.org/drawingml/2006/main">
            <a:pathLst>
              <a:path w="95" h="332994">
                <a:moveTo>
                  <a:pt x="0" y="0"/>
                </a:moveTo>
                <a:lnTo>
                  <a:pt x="0" y="332994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1908">
            <a:solidFill>
              <a:srgbClr val="D66A3E"/>
            </a:solidFill>
            <a:prstDash val="solid"/>
          </a:ln>
        </p:spPr>
      </p:sp>
      <p:sp>
        <p:nvSpPr>
          <p:cNvPr id="18" name="object-16-s0-ux">
            <a:extLst xmlns:a="http://schemas.openxmlformats.org/drawingml/2006/main">
              <a:ext uri="{FF2B5EF4-FFF2-40B4-BE49-F238E27FC236}">
                <a16:creationId xmlns:a16="http://schemas.microsoft.com/office/drawing/2014/main" id="{68DD491D-6FED-4240-81D9-30F7AE8E9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2000" y="1981206"/>
            <a:ext cx="78867" cy="7886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8763">
            <a:noFill/>
            <a:prstDash val="solid"/>
          </a:ln>
        </p:spPr>
      </p:sp>
      <p:sp>
        <p:nvSpPr>
          <p:cNvPr id="19" name="object-17-s0-ux">
            <a:extLst xmlns:a="http://schemas.openxmlformats.org/drawingml/2006/main">
              <a:ext uri="{FF2B5EF4-FFF2-40B4-BE49-F238E27FC236}">
                <a16:creationId xmlns:a16="http://schemas.microsoft.com/office/drawing/2014/main" id="{4852CCAF-A810-4018-89DD-675F6B306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9421" y="2261622"/>
            <a:ext cx="184023" cy="18402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1908">
            <a:solidFill>
              <a:srgbClr val="D66A3E"/>
            </a:solidFill>
            <a:prstDash val="solid"/>
          </a:ln>
        </p:spPr>
      </p:sp>
      <p:sp>
        <p:nvSpPr>
          <p:cNvPr id="20" name="object-18-s0-ux">
            <a:extLst xmlns:a="http://schemas.openxmlformats.org/drawingml/2006/main">
              <a:ext uri="{FF2B5EF4-FFF2-40B4-BE49-F238E27FC236}">
                <a16:creationId xmlns:a16="http://schemas.microsoft.com/office/drawing/2014/main" id="{9DC485BB-1885-4B9C-AC8C-5A1D1D444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0092" y="2292292"/>
            <a:ext cx="122682" cy="122682"/>
          </a:xfrm>
          <a:custGeom xmlns:a="http://schemas.openxmlformats.org/drawingml/2006/main">
            <a:pathLst>
              <a:path w="122682" h="122682">
                <a:moveTo>
                  <a:pt x="0" y="61341"/>
                </a:moveTo>
                <a:lnTo>
                  <a:pt x="122682" y="61341"/>
                </a:lnTo>
              </a:path>
              <a:path w="122682" h="122682">
                <a:moveTo>
                  <a:pt x="61341" y="0"/>
                </a:moveTo>
                <a:lnTo>
                  <a:pt x="61341" y="12268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1908">
            <a:solidFill>
              <a:srgbClr val="D66A3E"/>
            </a:solidFill>
            <a:prstDash val="solid"/>
          </a:ln>
        </p:spPr>
      </p:sp>
      <p:sp>
        <p:nvSpPr>
          <p:cNvPr id="21" name="object-19-s0-ux">
            <a:extLst xmlns:a="http://schemas.openxmlformats.org/drawingml/2006/main">
              <a:ext uri="{FF2B5EF4-FFF2-40B4-BE49-F238E27FC236}">
                <a16:creationId xmlns:a16="http://schemas.microsoft.com/office/drawing/2014/main" id="{4C8D1A1D-C006-43D7-83B2-84D2C9A7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9687" y="2020639"/>
            <a:ext cx="95" cy="332994"/>
          </a:xfrm>
          <a:custGeom xmlns:a="http://schemas.openxmlformats.org/drawingml/2006/main">
            <a:pathLst>
              <a:path w="95" h="332994">
                <a:moveTo>
                  <a:pt x="0" y="0"/>
                </a:moveTo>
                <a:lnTo>
                  <a:pt x="0" y="332994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1908">
            <a:solidFill>
              <a:srgbClr val="D66A3E"/>
            </a:solidFill>
            <a:prstDash val="solid"/>
          </a:ln>
        </p:spPr>
      </p:sp>
      <p:sp>
        <p:nvSpPr>
          <p:cNvPr id="22" name="object-20-s0-ux">
            <a:extLst xmlns:a="http://schemas.openxmlformats.org/drawingml/2006/main">
              <a:ext uri="{FF2B5EF4-FFF2-40B4-BE49-F238E27FC236}">
                <a16:creationId xmlns:a16="http://schemas.microsoft.com/office/drawing/2014/main" id="{62BCBE1E-BA84-4531-A887-3FA3E6A2B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254" y="1981206"/>
            <a:ext cx="78867" cy="7886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8763">
            <a:noFill/>
            <a:prstDash val="solid"/>
          </a:ln>
        </p:spPr>
      </p:sp>
      <p:sp>
        <p:nvSpPr>
          <p:cNvPr id="23" name="object-21-s0-ux">
            <a:extLst xmlns:a="http://schemas.openxmlformats.org/drawingml/2006/main">
              <a:ext uri="{FF2B5EF4-FFF2-40B4-BE49-F238E27FC236}">
                <a16:creationId xmlns:a16="http://schemas.microsoft.com/office/drawing/2014/main" id="{25C75118-7E1A-4C44-849D-A9785D44C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7675" y="2261622"/>
            <a:ext cx="184023" cy="18402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1908">
            <a:solidFill>
              <a:srgbClr val="D66A3E"/>
            </a:solidFill>
            <a:prstDash val="solid"/>
          </a:ln>
        </p:spPr>
      </p:sp>
      <p:sp>
        <p:nvSpPr>
          <p:cNvPr id="24" name="object-22-s0-ux">
            <a:extLst xmlns:a="http://schemas.openxmlformats.org/drawingml/2006/main">
              <a:ext uri="{FF2B5EF4-FFF2-40B4-BE49-F238E27FC236}">
                <a16:creationId xmlns:a16="http://schemas.microsoft.com/office/drawing/2014/main" id="{4E3AABD6-3E4D-462E-A1D7-DE857764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8346" y="2292292"/>
            <a:ext cx="122682" cy="122682"/>
          </a:xfrm>
          <a:custGeom xmlns:a="http://schemas.openxmlformats.org/drawingml/2006/main">
            <a:pathLst>
              <a:path w="122682" h="122682">
                <a:moveTo>
                  <a:pt x="0" y="61341"/>
                </a:moveTo>
                <a:lnTo>
                  <a:pt x="122682" y="61341"/>
                </a:lnTo>
              </a:path>
              <a:path w="122682" h="122682">
                <a:moveTo>
                  <a:pt x="61341" y="0"/>
                </a:moveTo>
                <a:lnTo>
                  <a:pt x="61341" y="12268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1908">
            <a:solidFill>
              <a:srgbClr val="D66A3E"/>
            </a:solidFill>
            <a:prstDash val="solid"/>
          </a:ln>
        </p:spPr>
      </p:sp>
      <p:sp>
        <p:nvSpPr>
          <p:cNvPr id="25" name="object-23-s0-ux">
            <a:extLst xmlns:a="http://schemas.openxmlformats.org/drawingml/2006/main">
              <a:ext uri="{FF2B5EF4-FFF2-40B4-BE49-F238E27FC236}">
                <a16:creationId xmlns:a16="http://schemas.microsoft.com/office/drawing/2014/main" id="{F0D3990D-D597-4F27-A480-A0A23C41A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4126" y="2187136"/>
            <a:ext cx="332994" cy="95"/>
          </a:xfrm>
          <a:custGeom xmlns:a="http://schemas.openxmlformats.org/drawingml/2006/main">
            <a:pathLst>
              <a:path w="332994" h="95">
                <a:moveTo>
                  <a:pt x="0" y="0"/>
                </a:moveTo>
                <a:lnTo>
                  <a:pt x="33299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087E86"/>
            </a:solidFill>
            <a:prstDash val="solid"/>
          </a:ln>
        </p:spPr>
      </p:sp>
      <p:sp>
        <p:nvSpPr>
          <p:cNvPr id="26" name="object-23-s0-ux-arrow">
            <a:extLst xmlns:a="http://schemas.openxmlformats.org/drawingml/2006/main">
              <a:ext uri="{FF2B5EF4-FFF2-40B4-BE49-F238E27FC236}">
                <a16:creationId xmlns:a16="http://schemas.microsoft.com/office/drawing/2014/main" id="{4CF00CAD-B149-4CFE-A47C-017760F1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3295" y="2129986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7" name="object-24-s0-ux">
            <a:extLst xmlns:a="http://schemas.openxmlformats.org/drawingml/2006/main">
              <a:ext uri="{FF2B5EF4-FFF2-40B4-BE49-F238E27FC236}">
                <a16:creationId xmlns:a16="http://schemas.microsoft.com/office/drawing/2014/main" id="{93A592AD-27C9-4FDE-997D-A0A315FA6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802" y="2020639"/>
            <a:ext cx="771144" cy="95"/>
          </a:xfrm>
          <a:custGeom xmlns:a="http://schemas.openxmlformats.org/drawingml/2006/main">
            <a:pathLst>
              <a:path w="771144" h="95">
                <a:moveTo>
                  <a:pt x="0" y="0"/>
                </a:moveTo>
                <a:lnTo>
                  <a:pt x="77114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5E7275"/>
            </a:solidFill>
            <a:prstDash val="solid"/>
          </a:ln>
        </p:spPr>
      </p:sp>
      <p:sp>
        <p:nvSpPr>
          <p:cNvPr id="28" name="object-25-s0-ux">
            <a:extLst xmlns:a="http://schemas.openxmlformats.org/drawingml/2006/main">
              <a:ext uri="{FF2B5EF4-FFF2-40B4-BE49-F238E27FC236}">
                <a16:creationId xmlns:a16="http://schemas.microsoft.com/office/drawing/2014/main" id="{21CA8344-74D1-40F1-A29B-B5159ADEB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802" y="2353633"/>
            <a:ext cx="771144" cy="95"/>
          </a:xfrm>
          <a:custGeom xmlns:a="http://schemas.openxmlformats.org/drawingml/2006/main">
            <a:pathLst>
              <a:path w="771144" h="95">
                <a:moveTo>
                  <a:pt x="0" y="0"/>
                </a:moveTo>
                <a:lnTo>
                  <a:pt x="77114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5E7275"/>
            </a:solidFill>
            <a:prstDash val="solid"/>
          </a:ln>
        </p:spPr>
      </p:sp>
      <p:sp>
        <p:nvSpPr>
          <p:cNvPr id="29" name="object-26-s0-ux">
            <a:extLst xmlns:a="http://schemas.openxmlformats.org/drawingml/2006/main">
              <a:ext uri="{FF2B5EF4-FFF2-40B4-BE49-F238E27FC236}">
                <a16:creationId xmlns:a16="http://schemas.microsoft.com/office/drawing/2014/main" id="{E3980C95-146A-405C-A4E9-AF19D257D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020639"/>
            <a:ext cx="1253490" cy="95"/>
          </a:xfrm>
          <a:custGeom xmlns:a="http://schemas.openxmlformats.org/drawingml/2006/main">
            <a:pathLst>
              <a:path w="1253490" h="95">
                <a:moveTo>
                  <a:pt x="0" y="0"/>
                </a:moveTo>
                <a:lnTo>
                  <a:pt x="12534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384">
            <a:solidFill>
              <a:srgbClr val="5E7275"/>
            </a:solidFill>
            <a:prstDash val="solid"/>
          </a:ln>
        </p:spPr>
      </p:sp>
      <p:sp>
        <p:nvSpPr>
          <p:cNvPr id="30" name="object-27-s0-ux">
            <a:extLst xmlns:a="http://schemas.openxmlformats.org/drawingml/2006/main">
              <a:ext uri="{FF2B5EF4-FFF2-40B4-BE49-F238E27FC236}">
                <a16:creationId xmlns:a16="http://schemas.microsoft.com/office/drawing/2014/main" id="{091FCA98-6FFE-4624-8EDC-3471E9BC8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360872"/>
            <a:ext cx="1253490" cy="95"/>
          </a:xfrm>
          <a:custGeom xmlns:a="http://schemas.openxmlformats.org/drawingml/2006/main">
            <a:pathLst>
              <a:path w="1253490" h="95">
                <a:moveTo>
                  <a:pt x="0" y="0"/>
                </a:moveTo>
                <a:lnTo>
                  <a:pt x="12534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384">
            <a:solidFill>
              <a:srgbClr val="5E7275"/>
            </a:solidFill>
            <a:prstDash val="solid"/>
          </a:ln>
        </p:spPr>
      </p:sp>
      <p:sp>
        <p:nvSpPr>
          <p:cNvPr id="31" name="object-28-s0-ux">
            <a:extLst xmlns:a="http://schemas.openxmlformats.org/drawingml/2006/main">
              <a:ext uri="{FF2B5EF4-FFF2-40B4-BE49-F238E27FC236}">
                <a16:creationId xmlns:a16="http://schemas.microsoft.com/office/drawing/2014/main" id="{4304950E-4D0E-4063-A64B-3D5A5E278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8969" y="2020639"/>
            <a:ext cx="95" cy="340233"/>
          </a:xfrm>
          <a:custGeom xmlns:a="http://schemas.openxmlformats.org/drawingml/2006/main">
            <a:pathLst>
              <a:path w="95" h="340233">
                <a:moveTo>
                  <a:pt x="0" y="0"/>
                </a:moveTo>
                <a:lnTo>
                  <a:pt x="0" y="340233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384">
            <a:solidFill>
              <a:srgbClr val="D66A3E"/>
            </a:solidFill>
            <a:prstDash val="solid"/>
          </a:ln>
        </p:spPr>
      </p:sp>
      <p:sp>
        <p:nvSpPr>
          <p:cNvPr id="32" name="object-29-s0-ux">
            <a:extLst xmlns:a="http://schemas.openxmlformats.org/drawingml/2006/main">
              <a:ext uri="{FF2B5EF4-FFF2-40B4-BE49-F238E27FC236}">
                <a16:creationId xmlns:a16="http://schemas.microsoft.com/office/drawing/2014/main" id="{CF62D404-C0E3-4BE5-988B-DB10943A1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8678" y="1980349"/>
            <a:ext cx="80582" cy="8058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8954">
            <a:noFill/>
            <a:prstDash val="solid"/>
          </a:ln>
        </p:spPr>
      </p:sp>
      <p:sp>
        <p:nvSpPr>
          <p:cNvPr id="33" name="object-30-s0-ux">
            <a:extLst xmlns:a="http://schemas.openxmlformats.org/drawingml/2006/main">
              <a:ext uri="{FF2B5EF4-FFF2-40B4-BE49-F238E27FC236}">
                <a16:creationId xmlns:a16="http://schemas.microsoft.com/office/drawing/2014/main" id="{7DED4339-5DF3-478A-B528-4D3E7AE4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8678" y="2320582"/>
            <a:ext cx="80582" cy="8058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8954">
            <a:noFill/>
            <a:prstDash val="solid"/>
          </a:ln>
        </p:spPr>
      </p:sp>
      <p:sp>
        <p:nvSpPr>
          <p:cNvPr id="34" name="object-31-s0-ux">
            <a:extLst xmlns:a="http://schemas.openxmlformats.org/drawingml/2006/main">
              <a:ext uri="{FF2B5EF4-FFF2-40B4-BE49-F238E27FC236}">
                <a16:creationId xmlns:a16="http://schemas.microsoft.com/office/drawing/2014/main" id="{BFDC1E8E-D9F8-486B-9122-67AE31A05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1295" y="1913197"/>
            <a:ext cx="393954" cy="555117"/>
          </a:xfrm>
          <a:prstGeom xmlns:a="http://schemas.openxmlformats.org/drawingml/2006/main" prst="roundRect">
            <a:avLst>
              <a:gd name="adj" fmla="val 7253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7907">
            <a:solidFill>
              <a:srgbClr val="087E86"/>
            </a:solidFill>
            <a:prstDash val="solid"/>
          </a:ln>
        </p:spPr>
      </p:sp>
      <p:sp>
        <p:nvSpPr>
          <p:cNvPr id="35" name="object-32-s0-ux">
            <a:extLst xmlns:a="http://schemas.openxmlformats.org/drawingml/2006/main">
              <a:ext uri="{FF2B5EF4-FFF2-40B4-BE49-F238E27FC236}">
                <a16:creationId xmlns:a16="http://schemas.microsoft.com/office/drawing/2014/main" id="{61AA21CD-54D0-4DFA-8C02-81E78DDDD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560" y="2048929"/>
            <a:ext cx="225623" cy="2924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63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763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36" name="object-33-s0-ux">
            <a:extLst xmlns:a="http://schemas.openxmlformats.org/drawingml/2006/main">
              <a:ext uri="{FF2B5EF4-FFF2-40B4-BE49-F238E27FC236}">
                <a16:creationId xmlns:a16="http://schemas.microsoft.com/office/drawing/2014/main" id="{8E7E054B-34BE-479A-B951-7225B89D6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1812" y="1995932"/>
            <a:ext cx="245490" cy="36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86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86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37" name="object-34-s0-ux">
            <a:extLst xmlns:a="http://schemas.openxmlformats.org/drawingml/2006/main">
              <a:ext uri="{FF2B5EF4-FFF2-40B4-BE49-F238E27FC236}">
                <a16:creationId xmlns:a16="http://schemas.microsoft.com/office/drawing/2014/main" id="{2880B715-2038-48E8-873B-364AC775B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8389" y="2020639"/>
            <a:ext cx="1253490" cy="95"/>
          </a:xfrm>
          <a:custGeom xmlns:a="http://schemas.openxmlformats.org/drawingml/2006/main">
            <a:pathLst>
              <a:path w="1253490" h="95">
                <a:moveTo>
                  <a:pt x="0" y="0"/>
                </a:moveTo>
                <a:lnTo>
                  <a:pt x="12534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384">
            <a:solidFill>
              <a:srgbClr val="5E7275"/>
            </a:solidFill>
            <a:prstDash val="solid"/>
          </a:ln>
        </p:spPr>
      </p:sp>
      <p:sp>
        <p:nvSpPr>
          <p:cNvPr id="38" name="object-35-s0-ux">
            <a:extLst xmlns:a="http://schemas.openxmlformats.org/drawingml/2006/main">
              <a:ext uri="{FF2B5EF4-FFF2-40B4-BE49-F238E27FC236}">
                <a16:creationId xmlns:a16="http://schemas.microsoft.com/office/drawing/2014/main" id="{7201A021-2553-4522-B4B6-25EC7FCC7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8389" y="2360872"/>
            <a:ext cx="1253490" cy="95"/>
          </a:xfrm>
          <a:custGeom xmlns:a="http://schemas.openxmlformats.org/drawingml/2006/main">
            <a:pathLst>
              <a:path w="1253490" h="95">
                <a:moveTo>
                  <a:pt x="0" y="0"/>
                </a:moveTo>
                <a:lnTo>
                  <a:pt x="12534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384">
            <a:solidFill>
              <a:srgbClr val="5E7275"/>
            </a:solidFill>
            <a:prstDash val="solid"/>
          </a:ln>
        </p:spPr>
      </p:sp>
      <p:sp>
        <p:nvSpPr>
          <p:cNvPr id="39" name="object-36-s0-ux">
            <a:extLst xmlns:a="http://schemas.openxmlformats.org/drawingml/2006/main">
              <a:ext uri="{FF2B5EF4-FFF2-40B4-BE49-F238E27FC236}">
                <a16:creationId xmlns:a16="http://schemas.microsoft.com/office/drawing/2014/main" id="{3D324514-20DD-437F-B6FB-18BDE05EF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505" y="1913197"/>
            <a:ext cx="393954" cy="555117"/>
          </a:xfrm>
          <a:prstGeom xmlns:a="http://schemas.openxmlformats.org/drawingml/2006/main" prst="roundRect">
            <a:avLst>
              <a:gd name="adj" fmla="val 7253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7907">
            <a:solidFill>
              <a:srgbClr val="087E86"/>
            </a:solidFill>
            <a:prstDash val="solid"/>
          </a:ln>
        </p:spPr>
      </p:sp>
      <p:sp>
        <p:nvSpPr>
          <p:cNvPr id="40" name="object-37-s0-ux">
            <a:extLst xmlns:a="http://schemas.openxmlformats.org/drawingml/2006/main">
              <a:ext uri="{FF2B5EF4-FFF2-40B4-BE49-F238E27FC236}">
                <a16:creationId xmlns:a16="http://schemas.microsoft.com/office/drawing/2014/main" id="{66292D78-2575-4119-878E-2F6934CBB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0771" y="2048929"/>
            <a:ext cx="225624" cy="2924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63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763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41" name="object-38-s0-ux">
            <a:extLst xmlns:a="http://schemas.openxmlformats.org/drawingml/2006/main">
              <a:ext uri="{FF2B5EF4-FFF2-40B4-BE49-F238E27FC236}">
                <a16:creationId xmlns:a16="http://schemas.microsoft.com/office/drawing/2014/main" id="{9D35AB66-4AAE-4CE3-876A-7A524F0B9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4786" y="2020639"/>
            <a:ext cx="95" cy="340233"/>
          </a:xfrm>
          <a:custGeom xmlns:a="http://schemas.openxmlformats.org/drawingml/2006/main">
            <a:pathLst>
              <a:path w="95" h="340233">
                <a:moveTo>
                  <a:pt x="0" y="0"/>
                </a:moveTo>
                <a:lnTo>
                  <a:pt x="0" y="340233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384">
            <a:solidFill>
              <a:srgbClr val="D66A3E"/>
            </a:solidFill>
            <a:prstDash val="solid"/>
          </a:ln>
        </p:spPr>
      </p:sp>
      <p:sp>
        <p:nvSpPr>
          <p:cNvPr id="42" name="object-39-s0-ux">
            <a:extLst xmlns:a="http://schemas.openxmlformats.org/drawingml/2006/main">
              <a:ext uri="{FF2B5EF4-FFF2-40B4-BE49-F238E27FC236}">
                <a16:creationId xmlns:a16="http://schemas.microsoft.com/office/drawing/2014/main" id="{A5DDCEC0-BB70-492D-BC84-4394D10C4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4496" y="1980349"/>
            <a:ext cx="80581" cy="8058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8954">
            <a:noFill/>
            <a:prstDash val="solid"/>
          </a:ln>
        </p:spPr>
      </p:sp>
      <p:sp>
        <p:nvSpPr>
          <p:cNvPr id="43" name="object-40-s0-ux">
            <a:extLst xmlns:a="http://schemas.openxmlformats.org/drawingml/2006/main">
              <a:ext uri="{FF2B5EF4-FFF2-40B4-BE49-F238E27FC236}">
                <a16:creationId xmlns:a16="http://schemas.microsoft.com/office/drawing/2014/main" id="{13AECDAF-5F0D-4E00-99F1-5FECC6B58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0773" y="2266861"/>
            <a:ext cx="188023" cy="18802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2384">
            <a:solidFill>
              <a:srgbClr val="D66A3E"/>
            </a:solidFill>
            <a:prstDash val="solid"/>
          </a:ln>
        </p:spPr>
      </p:sp>
      <p:sp>
        <p:nvSpPr>
          <p:cNvPr id="44" name="object-41-s0-ux">
            <a:extLst xmlns:a="http://schemas.openxmlformats.org/drawingml/2006/main">
              <a:ext uri="{FF2B5EF4-FFF2-40B4-BE49-F238E27FC236}">
                <a16:creationId xmlns:a16="http://schemas.microsoft.com/office/drawing/2014/main" id="{34225CE3-EFC8-420E-8A55-E9D99654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2111" y="2298198"/>
            <a:ext cx="125349" cy="125349"/>
          </a:xfrm>
          <a:custGeom xmlns:a="http://schemas.openxmlformats.org/drawingml/2006/main">
            <a:pathLst>
              <a:path w="125349" h="125349">
                <a:moveTo>
                  <a:pt x="0" y="62675"/>
                </a:moveTo>
                <a:lnTo>
                  <a:pt x="125349" y="62675"/>
                </a:lnTo>
              </a:path>
              <a:path w="125349" h="125349">
                <a:moveTo>
                  <a:pt x="62675" y="0"/>
                </a:moveTo>
                <a:lnTo>
                  <a:pt x="62675" y="125349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384">
            <a:solidFill>
              <a:srgbClr val="D66A3E"/>
            </a:solidFill>
            <a:prstDash val="solid"/>
          </a:ln>
        </p:spPr>
      </p:sp>
      <p:sp>
        <p:nvSpPr>
          <p:cNvPr id="45" name="object-42-s0-ux">
            <a:extLst xmlns:a="http://schemas.openxmlformats.org/drawingml/2006/main">
              <a:ext uri="{FF2B5EF4-FFF2-40B4-BE49-F238E27FC236}">
                <a16:creationId xmlns:a16="http://schemas.microsoft.com/office/drawing/2014/main" id="{D3C763D3-A9EA-4C5B-9CBD-B848836A8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897064"/>
            <a:ext cx="1753934" cy="95"/>
          </a:xfrm>
          <a:custGeom xmlns:a="http://schemas.openxmlformats.org/drawingml/2006/main">
            <a:pathLst>
              <a:path w="1753934" h="95">
                <a:moveTo>
                  <a:pt x="0" y="0"/>
                </a:moveTo>
                <a:lnTo>
                  <a:pt x="175393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146">
            <a:solidFill>
              <a:srgbClr val="5E7275"/>
            </a:solidFill>
            <a:prstDash val="solid"/>
          </a:ln>
        </p:spPr>
      </p:sp>
      <p:sp>
        <p:nvSpPr>
          <p:cNvPr id="46" name="object-43-s0-ux">
            <a:extLst xmlns:a="http://schemas.openxmlformats.org/drawingml/2006/main">
              <a:ext uri="{FF2B5EF4-FFF2-40B4-BE49-F238E27FC236}">
                <a16:creationId xmlns:a16="http://schemas.microsoft.com/office/drawing/2014/main" id="{45EF5CAD-9157-4E58-9367-0CEF66CAE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233678"/>
            <a:ext cx="1753934" cy="95"/>
          </a:xfrm>
          <a:custGeom xmlns:a="http://schemas.openxmlformats.org/drawingml/2006/main">
            <a:pathLst>
              <a:path w="1753934" h="95">
                <a:moveTo>
                  <a:pt x="0" y="0"/>
                </a:moveTo>
                <a:lnTo>
                  <a:pt x="175393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146">
            <a:solidFill>
              <a:srgbClr val="5E7275"/>
            </a:solidFill>
            <a:prstDash val="solid"/>
          </a:ln>
        </p:spPr>
      </p:sp>
      <p:sp>
        <p:nvSpPr>
          <p:cNvPr id="47" name="object-44-s0-ux">
            <a:extLst xmlns:a="http://schemas.openxmlformats.org/drawingml/2006/main">
              <a:ext uri="{FF2B5EF4-FFF2-40B4-BE49-F238E27FC236}">
                <a16:creationId xmlns:a16="http://schemas.microsoft.com/office/drawing/2014/main" id="{1E04102B-EC31-4A9D-BFB1-C650C99F4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8813" y="3897064"/>
            <a:ext cx="95" cy="336614"/>
          </a:xfrm>
          <a:custGeom xmlns:a="http://schemas.openxmlformats.org/drawingml/2006/main">
            <a:pathLst>
              <a:path w="95" h="336614">
                <a:moveTo>
                  <a:pt x="0" y="0"/>
                </a:moveTo>
                <a:lnTo>
                  <a:pt x="0" y="336614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146">
            <a:solidFill>
              <a:srgbClr val="D66A3E"/>
            </a:solidFill>
            <a:prstDash val="solid"/>
          </a:ln>
        </p:spPr>
      </p:sp>
      <p:sp>
        <p:nvSpPr>
          <p:cNvPr id="48" name="object-45-s0-ux">
            <a:extLst xmlns:a="http://schemas.openxmlformats.org/drawingml/2006/main">
              <a:ext uri="{FF2B5EF4-FFF2-40B4-BE49-F238E27FC236}">
                <a16:creationId xmlns:a16="http://schemas.microsoft.com/office/drawing/2014/main" id="{2AA5EC8E-EA01-4D92-8DB3-12A5C4E0D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8951" y="3857202"/>
            <a:ext cx="79724" cy="797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8858">
            <a:noFill/>
            <a:prstDash val="solid"/>
          </a:ln>
        </p:spPr>
      </p:sp>
      <p:sp>
        <p:nvSpPr>
          <p:cNvPr id="49" name="object-46-s0-ux">
            <a:extLst xmlns:a="http://schemas.openxmlformats.org/drawingml/2006/main">
              <a:ext uri="{FF2B5EF4-FFF2-40B4-BE49-F238E27FC236}">
                <a16:creationId xmlns:a16="http://schemas.microsoft.com/office/drawing/2014/main" id="{647915BC-BF58-4C1B-B15A-4CB3BEC59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8951" y="4193816"/>
            <a:ext cx="79724" cy="797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8858">
            <a:noFill/>
            <a:prstDash val="solid"/>
          </a:ln>
        </p:spPr>
      </p:sp>
      <p:sp>
        <p:nvSpPr>
          <p:cNvPr id="50" name="object-47-s0-ux">
            <a:extLst xmlns:a="http://schemas.openxmlformats.org/drawingml/2006/main">
              <a:ext uri="{FF2B5EF4-FFF2-40B4-BE49-F238E27FC236}">
                <a16:creationId xmlns:a16="http://schemas.microsoft.com/office/drawing/2014/main" id="{14039457-2761-48CA-9A24-EF5A7F45E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7710" y="3790765"/>
            <a:ext cx="389763" cy="549212"/>
          </a:xfrm>
          <a:prstGeom xmlns:a="http://schemas.openxmlformats.org/drawingml/2006/main" prst="roundRect">
            <a:avLst>
              <a:gd name="adj" fmla="val 7331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7717">
            <a:solidFill>
              <a:srgbClr val="087E86"/>
            </a:solidFill>
            <a:prstDash val="solid"/>
          </a:ln>
        </p:spPr>
      </p:sp>
      <p:sp>
        <p:nvSpPr>
          <p:cNvPr id="51" name="object-48-s0-ux">
            <a:extLst xmlns:a="http://schemas.openxmlformats.org/drawingml/2006/main">
              <a:ext uri="{FF2B5EF4-FFF2-40B4-BE49-F238E27FC236}">
                <a16:creationId xmlns:a16="http://schemas.microsoft.com/office/drawing/2014/main" id="{21DF1DF1-9B84-4BD4-8F34-62E9A3D63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8699" y="3922925"/>
            <a:ext cx="223986" cy="2919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44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744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52" name="object-49-s0-ux">
            <a:extLst xmlns:a="http://schemas.openxmlformats.org/drawingml/2006/main">
              <a:ext uri="{FF2B5EF4-FFF2-40B4-BE49-F238E27FC236}">
                <a16:creationId xmlns:a16="http://schemas.microsoft.com/office/drawing/2014/main" id="{15BBF8FA-5B70-4D1A-8113-4A039B47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370" y="3897064"/>
            <a:ext cx="95" cy="336614"/>
          </a:xfrm>
          <a:custGeom xmlns:a="http://schemas.openxmlformats.org/drawingml/2006/main">
            <a:pathLst>
              <a:path w="95" h="336614">
                <a:moveTo>
                  <a:pt x="0" y="0"/>
                </a:moveTo>
                <a:lnTo>
                  <a:pt x="0" y="336614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146">
            <a:solidFill>
              <a:srgbClr val="D66A3E"/>
            </a:solidFill>
            <a:prstDash val="solid"/>
          </a:ln>
        </p:spPr>
      </p:sp>
      <p:sp>
        <p:nvSpPr>
          <p:cNvPr id="53" name="object-50-s0-ux">
            <a:extLst xmlns:a="http://schemas.openxmlformats.org/drawingml/2006/main">
              <a:ext uri="{FF2B5EF4-FFF2-40B4-BE49-F238E27FC236}">
                <a16:creationId xmlns:a16="http://schemas.microsoft.com/office/drawing/2014/main" id="{1A0B103B-B35F-44A3-838C-E4D9A2957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6508" y="3857202"/>
            <a:ext cx="79724" cy="797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8858">
            <a:noFill/>
            <a:prstDash val="solid"/>
          </a:ln>
        </p:spPr>
      </p:sp>
      <p:sp>
        <p:nvSpPr>
          <p:cNvPr id="54" name="object-51-s0-ux">
            <a:extLst xmlns:a="http://schemas.openxmlformats.org/drawingml/2006/main">
              <a:ext uri="{FF2B5EF4-FFF2-40B4-BE49-F238E27FC236}">
                <a16:creationId xmlns:a16="http://schemas.microsoft.com/office/drawing/2014/main" id="{FE1554B0-72CB-4163-A35C-FBF1F33DD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3359" y="4140666"/>
            <a:ext cx="186024" cy="18602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2146">
            <a:solidFill>
              <a:srgbClr val="D66A3E"/>
            </a:solidFill>
            <a:prstDash val="solid"/>
          </a:ln>
        </p:spPr>
      </p:sp>
      <p:sp>
        <p:nvSpPr>
          <p:cNvPr id="55" name="object-52-s0-ux">
            <a:extLst xmlns:a="http://schemas.openxmlformats.org/drawingml/2006/main">
              <a:ext uri="{FF2B5EF4-FFF2-40B4-BE49-F238E27FC236}">
                <a16:creationId xmlns:a16="http://schemas.microsoft.com/office/drawing/2014/main" id="{1889EA64-4160-424D-995C-95C8BB27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4363" y="4171670"/>
            <a:ext cx="124016" cy="124016"/>
          </a:xfrm>
          <a:custGeom xmlns:a="http://schemas.openxmlformats.org/drawingml/2006/main">
            <a:pathLst>
              <a:path w="124016" h="124016">
                <a:moveTo>
                  <a:pt x="0" y="62008"/>
                </a:moveTo>
                <a:lnTo>
                  <a:pt x="124016" y="62008"/>
                </a:lnTo>
              </a:path>
              <a:path w="124016" h="124016">
                <a:moveTo>
                  <a:pt x="62008" y="0"/>
                </a:moveTo>
                <a:lnTo>
                  <a:pt x="62008" y="124016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146">
            <a:solidFill>
              <a:srgbClr val="D66A3E"/>
            </a:solidFill>
            <a:prstDash val="solid"/>
          </a:ln>
        </p:spPr>
      </p:sp>
      <p:sp>
        <p:nvSpPr>
          <p:cNvPr id="56" name="object-53-s0-ux">
            <a:extLst xmlns:a="http://schemas.openxmlformats.org/drawingml/2006/main">
              <a:ext uri="{FF2B5EF4-FFF2-40B4-BE49-F238E27FC236}">
                <a16:creationId xmlns:a16="http://schemas.microsoft.com/office/drawing/2014/main" id="{A5CBD110-E581-4530-8A5E-17986FD91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5858" y="4065371"/>
            <a:ext cx="336614" cy="95"/>
          </a:xfrm>
          <a:custGeom xmlns:a="http://schemas.openxmlformats.org/drawingml/2006/main">
            <a:pathLst>
              <a:path w="336614" h="95">
                <a:moveTo>
                  <a:pt x="0" y="0"/>
                </a:moveTo>
                <a:lnTo>
                  <a:pt x="33661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146">
            <a:solidFill>
              <a:srgbClr val="087E86"/>
            </a:solidFill>
            <a:prstDash val="solid"/>
          </a:ln>
        </p:spPr>
      </p:sp>
      <p:sp>
        <p:nvSpPr>
          <p:cNvPr id="57" name="object-53-s0-ux-arrow">
            <a:extLst xmlns:a="http://schemas.openxmlformats.org/drawingml/2006/main">
              <a:ext uri="{FF2B5EF4-FFF2-40B4-BE49-F238E27FC236}">
                <a16:creationId xmlns:a16="http://schemas.microsoft.com/office/drawing/2014/main" id="{20B09824-DA0B-4A8E-BFDE-F037C79D5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8646" y="4008221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58" name="object-54-s0-ux">
            <a:extLst xmlns:a="http://schemas.openxmlformats.org/drawingml/2006/main">
              <a:ext uri="{FF2B5EF4-FFF2-40B4-BE49-F238E27FC236}">
                <a16:creationId xmlns:a16="http://schemas.microsoft.com/office/drawing/2014/main" id="{05DE49BF-2B35-4665-9EE1-37E1280BB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487" y="3897064"/>
            <a:ext cx="1753934" cy="95"/>
          </a:xfrm>
          <a:custGeom xmlns:a="http://schemas.openxmlformats.org/drawingml/2006/main">
            <a:pathLst>
              <a:path w="1753934" h="95">
                <a:moveTo>
                  <a:pt x="0" y="0"/>
                </a:moveTo>
                <a:lnTo>
                  <a:pt x="175393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146">
            <a:solidFill>
              <a:srgbClr val="5E7275"/>
            </a:solidFill>
            <a:prstDash val="solid"/>
          </a:ln>
        </p:spPr>
      </p:sp>
      <p:sp>
        <p:nvSpPr>
          <p:cNvPr id="59" name="object-55-s0-ux">
            <a:extLst xmlns:a="http://schemas.openxmlformats.org/drawingml/2006/main">
              <a:ext uri="{FF2B5EF4-FFF2-40B4-BE49-F238E27FC236}">
                <a16:creationId xmlns:a16="http://schemas.microsoft.com/office/drawing/2014/main" id="{5A09239D-78A9-49E2-AA27-A35AE59B2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487" y="4233678"/>
            <a:ext cx="1753934" cy="95"/>
          </a:xfrm>
          <a:custGeom xmlns:a="http://schemas.openxmlformats.org/drawingml/2006/main">
            <a:pathLst>
              <a:path w="1753934" h="95">
                <a:moveTo>
                  <a:pt x="0" y="0"/>
                </a:moveTo>
                <a:lnTo>
                  <a:pt x="175393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146">
            <a:solidFill>
              <a:srgbClr val="5E7275"/>
            </a:solidFill>
            <a:prstDash val="solid"/>
          </a:ln>
        </p:spPr>
      </p:sp>
      <p:sp>
        <p:nvSpPr>
          <p:cNvPr id="60" name="object-56-s0-ux">
            <a:extLst xmlns:a="http://schemas.openxmlformats.org/drawingml/2006/main">
              <a:ext uri="{FF2B5EF4-FFF2-40B4-BE49-F238E27FC236}">
                <a16:creationId xmlns:a16="http://schemas.microsoft.com/office/drawing/2014/main" id="{10630AFE-19A1-4FD9-8F39-E5F76F5B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4793" y="3790765"/>
            <a:ext cx="389763" cy="549212"/>
          </a:xfrm>
          <a:prstGeom xmlns:a="http://schemas.openxmlformats.org/drawingml/2006/main" prst="roundRect">
            <a:avLst>
              <a:gd name="adj" fmla="val 7331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7717">
            <a:solidFill>
              <a:srgbClr val="087E86"/>
            </a:solidFill>
            <a:prstDash val="solid"/>
          </a:ln>
        </p:spPr>
      </p:sp>
      <p:sp>
        <p:nvSpPr>
          <p:cNvPr id="61" name="object-57-s0-ux">
            <a:extLst xmlns:a="http://schemas.openxmlformats.org/drawingml/2006/main">
              <a:ext uri="{FF2B5EF4-FFF2-40B4-BE49-F238E27FC236}">
                <a16:creationId xmlns:a16="http://schemas.microsoft.com/office/drawing/2014/main" id="{97ABC85E-CC8B-421D-B5CE-78F5C6D4D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782" y="3922925"/>
            <a:ext cx="223986" cy="2919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44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744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62" name="object-58-s0-ux">
            <a:extLst xmlns:a="http://schemas.openxmlformats.org/drawingml/2006/main">
              <a:ext uri="{FF2B5EF4-FFF2-40B4-BE49-F238E27FC236}">
                <a16:creationId xmlns:a16="http://schemas.microsoft.com/office/drawing/2014/main" id="{AAF5360D-7B77-4667-9EC8-5255FB8FC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3453" y="3897064"/>
            <a:ext cx="95" cy="336614"/>
          </a:xfrm>
          <a:custGeom xmlns:a="http://schemas.openxmlformats.org/drawingml/2006/main">
            <a:pathLst>
              <a:path w="95" h="336614">
                <a:moveTo>
                  <a:pt x="0" y="0"/>
                </a:moveTo>
                <a:lnTo>
                  <a:pt x="0" y="336614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146">
            <a:solidFill>
              <a:srgbClr val="D66A3E"/>
            </a:solidFill>
            <a:prstDash val="solid"/>
          </a:ln>
        </p:spPr>
      </p:sp>
      <p:sp>
        <p:nvSpPr>
          <p:cNvPr id="63" name="object-59-s0-ux">
            <a:extLst xmlns:a="http://schemas.openxmlformats.org/drawingml/2006/main">
              <a:ext uri="{FF2B5EF4-FFF2-40B4-BE49-F238E27FC236}">
                <a16:creationId xmlns:a16="http://schemas.microsoft.com/office/drawing/2014/main" id="{949A9D87-278B-4F62-A4A7-CA31A7C8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3592" y="3857202"/>
            <a:ext cx="79724" cy="797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8858">
            <a:noFill/>
            <a:prstDash val="solid"/>
          </a:ln>
        </p:spPr>
      </p:sp>
      <p:sp>
        <p:nvSpPr>
          <p:cNvPr id="64" name="object-60-s0-ux">
            <a:extLst xmlns:a="http://schemas.openxmlformats.org/drawingml/2006/main">
              <a:ext uri="{FF2B5EF4-FFF2-40B4-BE49-F238E27FC236}">
                <a16:creationId xmlns:a16="http://schemas.microsoft.com/office/drawing/2014/main" id="{5CC19EBB-5787-4CAE-ACAB-C60C15BA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442" y="4140666"/>
            <a:ext cx="186022" cy="18602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2146">
            <a:solidFill>
              <a:srgbClr val="D66A3E"/>
            </a:solidFill>
            <a:prstDash val="solid"/>
          </a:ln>
        </p:spPr>
      </p:sp>
      <p:sp>
        <p:nvSpPr>
          <p:cNvPr id="65" name="object-61-s0-ux">
            <a:extLst xmlns:a="http://schemas.openxmlformats.org/drawingml/2006/main">
              <a:ext uri="{FF2B5EF4-FFF2-40B4-BE49-F238E27FC236}">
                <a16:creationId xmlns:a16="http://schemas.microsoft.com/office/drawing/2014/main" id="{40F690FD-230E-43F4-85DA-29C25CBAA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1446" y="4171670"/>
            <a:ext cx="124016" cy="124016"/>
          </a:xfrm>
          <a:custGeom xmlns:a="http://schemas.openxmlformats.org/drawingml/2006/main">
            <a:pathLst>
              <a:path w="124016" h="124016">
                <a:moveTo>
                  <a:pt x="0" y="62008"/>
                </a:moveTo>
                <a:lnTo>
                  <a:pt x="124016" y="62008"/>
                </a:lnTo>
              </a:path>
              <a:path w="124016" h="124016">
                <a:moveTo>
                  <a:pt x="62008" y="0"/>
                </a:moveTo>
                <a:lnTo>
                  <a:pt x="62008" y="124016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146">
            <a:solidFill>
              <a:srgbClr val="D66A3E"/>
            </a:solidFill>
            <a:prstDash val="solid"/>
          </a:ln>
        </p:spPr>
      </p:sp>
      <p:sp>
        <p:nvSpPr>
          <p:cNvPr id="66" name="object-62-s0-ux">
            <a:extLst xmlns:a="http://schemas.openxmlformats.org/drawingml/2006/main">
              <a:ext uri="{FF2B5EF4-FFF2-40B4-BE49-F238E27FC236}">
                <a16:creationId xmlns:a16="http://schemas.microsoft.com/office/drawing/2014/main" id="{7AF58A36-5EF0-45B8-A285-A9A41635D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7232" y="3897064"/>
            <a:ext cx="95" cy="336614"/>
          </a:xfrm>
          <a:custGeom xmlns:a="http://schemas.openxmlformats.org/drawingml/2006/main">
            <a:pathLst>
              <a:path w="95" h="336614">
                <a:moveTo>
                  <a:pt x="0" y="0"/>
                </a:moveTo>
                <a:lnTo>
                  <a:pt x="0" y="336614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146">
            <a:solidFill>
              <a:srgbClr val="D66A3E"/>
            </a:solidFill>
            <a:prstDash val="solid"/>
          </a:ln>
        </p:spPr>
      </p:sp>
      <p:sp>
        <p:nvSpPr>
          <p:cNvPr id="67" name="object-63-s0-ux">
            <a:extLst xmlns:a="http://schemas.openxmlformats.org/drawingml/2006/main">
              <a:ext uri="{FF2B5EF4-FFF2-40B4-BE49-F238E27FC236}">
                <a16:creationId xmlns:a16="http://schemas.microsoft.com/office/drawing/2014/main" id="{95ACA0F6-C977-49F4-95ED-A93742AC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7369" y="3857202"/>
            <a:ext cx="79724" cy="797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8858">
            <a:noFill/>
            <a:prstDash val="solid"/>
          </a:ln>
        </p:spPr>
      </p:sp>
      <p:sp>
        <p:nvSpPr>
          <p:cNvPr id="68" name="object-64-s0-ux">
            <a:extLst xmlns:a="http://schemas.openxmlformats.org/drawingml/2006/main">
              <a:ext uri="{FF2B5EF4-FFF2-40B4-BE49-F238E27FC236}">
                <a16:creationId xmlns:a16="http://schemas.microsoft.com/office/drawing/2014/main" id="{CE392E47-CC32-40D3-BE71-40D4BD78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4220" y="4140666"/>
            <a:ext cx="186024" cy="18602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2146">
            <a:solidFill>
              <a:srgbClr val="D66A3E"/>
            </a:solidFill>
            <a:prstDash val="solid"/>
          </a:ln>
        </p:spPr>
      </p:sp>
      <p:sp>
        <p:nvSpPr>
          <p:cNvPr id="69" name="object-65-s0-ux">
            <a:extLst xmlns:a="http://schemas.openxmlformats.org/drawingml/2006/main">
              <a:ext uri="{FF2B5EF4-FFF2-40B4-BE49-F238E27FC236}">
                <a16:creationId xmlns:a16="http://schemas.microsoft.com/office/drawing/2014/main" id="{0BAA4760-7348-4F3B-AF78-14C7F3108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5224" y="4171670"/>
            <a:ext cx="124016" cy="124016"/>
          </a:xfrm>
          <a:custGeom xmlns:a="http://schemas.openxmlformats.org/drawingml/2006/main">
            <a:pathLst>
              <a:path w="124016" h="124016">
                <a:moveTo>
                  <a:pt x="0" y="62008"/>
                </a:moveTo>
                <a:lnTo>
                  <a:pt x="124016" y="62008"/>
                </a:lnTo>
              </a:path>
              <a:path w="124016" h="124016">
                <a:moveTo>
                  <a:pt x="62008" y="0"/>
                </a:moveTo>
                <a:lnTo>
                  <a:pt x="62008" y="124016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146">
            <a:solidFill>
              <a:srgbClr val="D66A3E"/>
            </a:solidFill>
            <a:prstDash val="solid"/>
          </a:ln>
        </p:spPr>
      </p:sp>
      <p:sp>
        <p:nvSpPr>
          <p:cNvPr id="70" name="object-66-s0-ux">
            <a:extLst xmlns:a="http://schemas.openxmlformats.org/drawingml/2006/main">
              <a:ext uri="{FF2B5EF4-FFF2-40B4-BE49-F238E27FC236}">
                <a16:creationId xmlns:a16="http://schemas.microsoft.com/office/drawing/2014/main" id="{978C1C94-6CD3-4270-BFB8-2F5B91B01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3897064"/>
            <a:ext cx="1923669" cy="95"/>
          </a:xfrm>
          <a:custGeom xmlns:a="http://schemas.openxmlformats.org/drawingml/2006/main">
            <a:pathLst>
              <a:path w="1923669" h="95">
                <a:moveTo>
                  <a:pt x="0" y="0"/>
                </a:moveTo>
                <a:lnTo>
                  <a:pt x="1923669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289">
            <a:solidFill>
              <a:srgbClr val="5E7275"/>
            </a:solidFill>
            <a:prstDash val="solid"/>
          </a:ln>
        </p:spPr>
      </p:sp>
      <p:sp>
        <p:nvSpPr>
          <p:cNvPr id="71" name="object-67-s0-ux">
            <a:extLst xmlns:a="http://schemas.openxmlformats.org/drawingml/2006/main">
              <a:ext uri="{FF2B5EF4-FFF2-40B4-BE49-F238E27FC236}">
                <a16:creationId xmlns:a16="http://schemas.microsoft.com/office/drawing/2014/main" id="{A4DB4440-03F8-4C47-A03B-73836B102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4266253"/>
            <a:ext cx="1923669" cy="95"/>
          </a:xfrm>
          <a:custGeom xmlns:a="http://schemas.openxmlformats.org/drawingml/2006/main">
            <a:pathLst>
              <a:path w="1923669" h="95">
                <a:moveTo>
                  <a:pt x="0" y="0"/>
                </a:moveTo>
                <a:lnTo>
                  <a:pt x="1923669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289">
            <a:solidFill>
              <a:srgbClr val="5E7275"/>
            </a:solidFill>
            <a:prstDash val="solid"/>
          </a:ln>
        </p:spPr>
      </p:sp>
      <p:sp>
        <p:nvSpPr>
          <p:cNvPr id="72" name="object-68-s0-ux">
            <a:extLst xmlns:a="http://schemas.openxmlformats.org/drawingml/2006/main">
              <a:ext uri="{FF2B5EF4-FFF2-40B4-BE49-F238E27FC236}">
                <a16:creationId xmlns:a16="http://schemas.microsoft.com/office/drawing/2014/main" id="{C43BEFF8-355C-4EBD-A8FA-26BB1FD4E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8060" y="3897064"/>
            <a:ext cx="95" cy="369189"/>
          </a:xfrm>
          <a:custGeom xmlns:a="http://schemas.openxmlformats.org/drawingml/2006/main">
            <a:pathLst>
              <a:path w="95" h="369189">
                <a:moveTo>
                  <a:pt x="0" y="0"/>
                </a:moveTo>
                <a:lnTo>
                  <a:pt x="0" y="369189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4289">
            <a:solidFill>
              <a:srgbClr val="D66A3E"/>
            </a:solidFill>
            <a:prstDash val="solid"/>
          </a:ln>
        </p:spPr>
      </p:sp>
      <p:sp>
        <p:nvSpPr>
          <p:cNvPr id="73" name="object-69-s0-ux">
            <a:extLst xmlns:a="http://schemas.openxmlformats.org/drawingml/2006/main">
              <a:ext uri="{FF2B5EF4-FFF2-40B4-BE49-F238E27FC236}">
                <a16:creationId xmlns:a16="http://schemas.microsoft.com/office/drawing/2014/main" id="{570404C5-3C81-4914-A104-C9AA5404D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341" y="3853345"/>
            <a:ext cx="87440" cy="874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715">
            <a:noFill/>
            <a:prstDash val="solid"/>
          </a:ln>
        </p:spPr>
      </p:sp>
      <p:sp>
        <p:nvSpPr>
          <p:cNvPr id="74" name="object-70-s0-ux">
            <a:extLst xmlns:a="http://schemas.openxmlformats.org/drawingml/2006/main">
              <a:ext uri="{FF2B5EF4-FFF2-40B4-BE49-F238E27FC236}">
                <a16:creationId xmlns:a16="http://schemas.microsoft.com/office/drawing/2014/main" id="{B3BD12B7-32F9-402C-9EA0-5B4EE18CD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341" y="4222534"/>
            <a:ext cx="87440" cy="874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715">
            <a:noFill/>
            <a:prstDash val="solid"/>
          </a:ln>
        </p:spPr>
      </p:sp>
      <p:sp>
        <p:nvSpPr>
          <p:cNvPr id="75" name="object-71-s0-ux">
            <a:extLst xmlns:a="http://schemas.openxmlformats.org/drawingml/2006/main">
              <a:ext uri="{FF2B5EF4-FFF2-40B4-BE49-F238E27FC236}">
                <a16:creationId xmlns:a16="http://schemas.microsoft.com/office/drawing/2014/main" id="{A61F686E-486B-4102-BF7C-BCD20D1F8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7818" y="3780479"/>
            <a:ext cx="427482" cy="602361"/>
          </a:xfrm>
          <a:prstGeom xmlns:a="http://schemas.openxmlformats.org/drawingml/2006/main" prst="roundRect">
            <a:avLst>
              <a:gd name="adj" fmla="val 6684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9431">
            <a:solidFill>
              <a:srgbClr val="087E86"/>
            </a:solidFill>
            <a:prstDash val="solid"/>
          </a:ln>
        </p:spPr>
      </p:sp>
      <p:sp>
        <p:nvSpPr>
          <p:cNvPr id="76" name="object-72-s0-ux">
            <a:extLst xmlns:a="http://schemas.openxmlformats.org/drawingml/2006/main">
              <a:ext uri="{FF2B5EF4-FFF2-40B4-BE49-F238E27FC236}">
                <a16:creationId xmlns:a16="http://schemas.microsoft.com/office/drawing/2014/main" id="{E540EFDE-7A3E-4458-B3C4-B8056F99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0522" y="3925735"/>
            <a:ext cx="238274" cy="3152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2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912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77" name="object-73-s0-ux">
            <a:extLst xmlns:a="http://schemas.openxmlformats.org/drawingml/2006/main">
              <a:ext uri="{FF2B5EF4-FFF2-40B4-BE49-F238E27FC236}">
                <a16:creationId xmlns:a16="http://schemas.microsoft.com/office/drawing/2014/main" id="{A93B35BB-788A-4DA2-9455-A54E091BF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5058" y="3897064"/>
            <a:ext cx="95" cy="369189"/>
          </a:xfrm>
          <a:custGeom xmlns:a="http://schemas.openxmlformats.org/drawingml/2006/main">
            <a:pathLst>
              <a:path w="95" h="369189">
                <a:moveTo>
                  <a:pt x="0" y="0"/>
                </a:moveTo>
                <a:lnTo>
                  <a:pt x="0" y="369189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4289">
            <a:solidFill>
              <a:srgbClr val="D66A3E"/>
            </a:solidFill>
            <a:prstDash val="solid"/>
          </a:ln>
        </p:spPr>
      </p:sp>
      <p:sp>
        <p:nvSpPr>
          <p:cNvPr id="78" name="object-74-s0-ux">
            <a:extLst xmlns:a="http://schemas.openxmlformats.org/drawingml/2006/main">
              <a:ext uri="{FF2B5EF4-FFF2-40B4-BE49-F238E27FC236}">
                <a16:creationId xmlns:a16="http://schemas.microsoft.com/office/drawing/2014/main" id="{47D378DE-2590-4536-9CA3-7B6364545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1339" y="3853345"/>
            <a:ext cx="87440" cy="874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715">
            <a:noFill/>
            <a:prstDash val="solid"/>
          </a:ln>
        </p:spPr>
      </p:sp>
      <p:sp>
        <p:nvSpPr>
          <p:cNvPr id="79" name="object-75-s0-ux">
            <a:extLst xmlns:a="http://schemas.openxmlformats.org/drawingml/2006/main">
              <a:ext uri="{FF2B5EF4-FFF2-40B4-BE49-F238E27FC236}">
                <a16:creationId xmlns:a16="http://schemas.microsoft.com/office/drawing/2014/main" id="{78E01D8A-4CC4-43B8-BBB6-542457145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3046" y="4164241"/>
            <a:ext cx="204026" cy="204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4289">
            <a:solidFill>
              <a:srgbClr val="D66A3E"/>
            </a:solidFill>
            <a:prstDash val="solid"/>
          </a:ln>
        </p:spPr>
      </p:sp>
      <p:sp>
        <p:nvSpPr>
          <p:cNvPr id="80" name="object-76-s0-ux">
            <a:extLst xmlns:a="http://schemas.openxmlformats.org/drawingml/2006/main">
              <a:ext uri="{FF2B5EF4-FFF2-40B4-BE49-F238E27FC236}">
                <a16:creationId xmlns:a16="http://schemas.microsoft.com/office/drawing/2014/main" id="{0EA13ADE-B88C-47B1-9FC8-674B5B5C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198245"/>
            <a:ext cx="136017" cy="136017"/>
          </a:xfrm>
          <a:custGeom xmlns:a="http://schemas.openxmlformats.org/drawingml/2006/main">
            <a:pathLst>
              <a:path w="136017" h="136017">
                <a:moveTo>
                  <a:pt x="0" y="68008"/>
                </a:moveTo>
                <a:lnTo>
                  <a:pt x="136017" y="68008"/>
                </a:lnTo>
              </a:path>
              <a:path w="136017" h="136017">
                <a:moveTo>
                  <a:pt x="68008" y="0"/>
                </a:moveTo>
                <a:lnTo>
                  <a:pt x="68008" y="136017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4289">
            <a:solidFill>
              <a:srgbClr val="D66A3E"/>
            </a:solidFill>
            <a:prstDash val="solid"/>
          </a:ln>
        </p:spPr>
      </p:sp>
      <p:sp>
        <p:nvSpPr>
          <p:cNvPr id="81" name="object-77-s0-ux">
            <a:extLst xmlns:a="http://schemas.openxmlformats.org/drawingml/2006/main">
              <a:ext uri="{FF2B5EF4-FFF2-40B4-BE49-F238E27FC236}">
                <a16:creationId xmlns:a16="http://schemas.microsoft.com/office/drawing/2014/main" id="{C1AF6D6D-EE05-4D94-8BDC-4714B2755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9980" y="4081659"/>
            <a:ext cx="369189" cy="95"/>
          </a:xfrm>
          <a:custGeom xmlns:a="http://schemas.openxmlformats.org/drawingml/2006/main">
            <a:pathLst>
              <a:path w="369189" h="95">
                <a:moveTo>
                  <a:pt x="0" y="0"/>
                </a:moveTo>
                <a:lnTo>
                  <a:pt x="369189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289">
            <a:solidFill>
              <a:srgbClr val="087E86"/>
            </a:solidFill>
            <a:prstDash val="solid"/>
          </a:ln>
        </p:spPr>
      </p:sp>
      <p:sp>
        <p:nvSpPr>
          <p:cNvPr id="82" name="object-77-s0-ux-arrow">
            <a:extLst xmlns:a="http://schemas.openxmlformats.org/drawingml/2006/main">
              <a:ext uri="{FF2B5EF4-FFF2-40B4-BE49-F238E27FC236}">
                <a16:creationId xmlns:a16="http://schemas.microsoft.com/office/drawing/2014/main" id="{8AF5102A-EA13-4327-B585-9CA14FBD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344" y="4024509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83" name="object-78-s0-ux">
            <a:extLst xmlns:a="http://schemas.openxmlformats.org/drawingml/2006/main">
              <a:ext uri="{FF2B5EF4-FFF2-40B4-BE49-F238E27FC236}">
                <a16:creationId xmlns:a16="http://schemas.microsoft.com/office/drawing/2014/main" id="{E88C3D0A-3B1A-4B69-9BB5-27729D5F1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5186" y="3897064"/>
            <a:ext cx="796671" cy="95"/>
          </a:xfrm>
          <a:custGeom xmlns:a="http://schemas.openxmlformats.org/drawingml/2006/main">
            <a:pathLst>
              <a:path w="796671" h="95">
                <a:moveTo>
                  <a:pt x="0" y="0"/>
                </a:moveTo>
                <a:lnTo>
                  <a:pt x="796671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289">
            <a:solidFill>
              <a:srgbClr val="5E7275"/>
            </a:solidFill>
            <a:prstDash val="solid"/>
          </a:ln>
        </p:spPr>
      </p:sp>
      <p:sp>
        <p:nvSpPr>
          <p:cNvPr id="84" name="object-79-s0-ux">
            <a:extLst xmlns:a="http://schemas.openxmlformats.org/drawingml/2006/main">
              <a:ext uri="{FF2B5EF4-FFF2-40B4-BE49-F238E27FC236}">
                <a16:creationId xmlns:a16="http://schemas.microsoft.com/office/drawing/2014/main" id="{2AAFB339-C28D-441A-BA99-18C04259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5186" y="4266253"/>
            <a:ext cx="796671" cy="95"/>
          </a:xfrm>
          <a:custGeom xmlns:a="http://schemas.openxmlformats.org/drawingml/2006/main">
            <a:pathLst>
              <a:path w="796671" h="95">
                <a:moveTo>
                  <a:pt x="0" y="0"/>
                </a:moveTo>
                <a:lnTo>
                  <a:pt x="796671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289">
            <a:solidFill>
              <a:srgbClr val="5E7275"/>
            </a:solidFill>
            <a:prstDash val="solid"/>
          </a:ln>
        </p:spPr>
      </p:sp>
      <p:sp>
        <p:nvSpPr>
          <p:cNvPr id="85" name="object-80-s0-ux">
            <a:extLst xmlns:a="http://schemas.openxmlformats.org/drawingml/2006/main">
              <a:ext uri="{FF2B5EF4-FFF2-40B4-BE49-F238E27FC236}">
                <a16:creationId xmlns:a16="http://schemas.microsoft.com/office/drawing/2014/main" id="{064DBE94-7953-44D0-8FE7-9A9121B07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9780" y="3780479"/>
            <a:ext cx="427482" cy="602361"/>
          </a:xfrm>
          <a:prstGeom xmlns:a="http://schemas.openxmlformats.org/drawingml/2006/main" prst="roundRect">
            <a:avLst>
              <a:gd name="adj" fmla="val 6684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9431">
            <a:solidFill>
              <a:srgbClr val="087E86"/>
            </a:solidFill>
            <a:prstDash val="solid"/>
          </a:ln>
        </p:spPr>
      </p:sp>
      <p:sp>
        <p:nvSpPr>
          <p:cNvPr id="86" name="object-81-s0-ux">
            <a:extLst xmlns:a="http://schemas.openxmlformats.org/drawingml/2006/main">
              <a:ext uri="{FF2B5EF4-FFF2-40B4-BE49-F238E27FC236}">
                <a16:creationId xmlns:a16="http://schemas.microsoft.com/office/drawing/2014/main" id="{5A02ABDC-B921-4BB3-AD6D-FF0CA6202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2485" y="3925735"/>
            <a:ext cx="238274" cy="3152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2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912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87" name="object-82-s0-ux">
            <a:extLst xmlns:a="http://schemas.openxmlformats.org/drawingml/2006/main">
              <a:ext uri="{FF2B5EF4-FFF2-40B4-BE49-F238E27FC236}">
                <a16:creationId xmlns:a16="http://schemas.microsoft.com/office/drawing/2014/main" id="{854073C2-F039-4D0A-AF1E-44344054C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030164"/>
            <a:ext cx="990600" cy="95"/>
          </a:xfrm>
          <a:custGeom xmlns:a="http://schemas.openxmlformats.org/drawingml/2006/main">
            <a:pathLst>
              <a:path w="990600" h="95">
                <a:moveTo>
                  <a:pt x="0" y="0"/>
                </a:moveTo>
                <a:lnTo>
                  <a:pt x="990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88" name="object-82-s0-ux-arrow">
            <a:extLst xmlns:a="http://schemas.openxmlformats.org/drawingml/2006/main">
              <a:ext uri="{FF2B5EF4-FFF2-40B4-BE49-F238E27FC236}">
                <a16:creationId xmlns:a16="http://schemas.microsoft.com/office/drawing/2014/main" id="{0A694119-F855-44A2-A919-331C4880E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1973014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89" name="object-83-s0-ux">
            <a:extLst xmlns:a="http://schemas.openxmlformats.org/drawingml/2006/main">
              <a:ext uri="{FF2B5EF4-FFF2-40B4-BE49-F238E27FC236}">
                <a16:creationId xmlns:a16="http://schemas.microsoft.com/office/drawing/2014/main" id="{277F1719-9CE7-4170-8E9F-5E445FAE4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5027" y="1672024"/>
            <a:ext cx="1118146" cy="1941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representatives</a:t>
            </a:r>
          </a:p>
        </p:txBody>
      </p:sp>
      <p:sp>
        <p:nvSpPr>
          <p:cNvPr id="90" name="object-84-s0-ux">
            <a:extLst xmlns:a="http://schemas.openxmlformats.org/drawingml/2006/main">
              <a:ext uri="{FF2B5EF4-FFF2-40B4-BE49-F238E27FC236}">
                <a16:creationId xmlns:a16="http://schemas.microsoft.com/office/drawing/2014/main" id="{B76FD0BE-82C7-4C75-BA18-ED6C83165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735014"/>
            <a:ext cx="95" cy="457200"/>
          </a:xfrm>
          <a:custGeom xmlns:a="http://schemas.openxmlformats.org/drawingml/2006/main">
            <a:pathLst>
              <a:path w="95" h="457200">
                <a:moveTo>
                  <a:pt x="0" y="0"/>
                </a:moveTo>
                <a:lnTo>
                  <a:pt x="0" y="4572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91" name="object-84-s0-ux-arrow">
            <a:extLst xmlns:a="http://schemas.openxmlformats.org/drawingml/2006/main">
              <a:ext uri="{FF2B5EF4-FFF2-40B4-BE49-F238E27FC236}">
                <a16:creationId xmlns:a16="http://schemas.microsoft.com/office/drawing/2014/main" id="{B790A3FE-F997-4918-8D3B-8813A7B02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068389"/>
            <a:ext cx="114300" cy="123825"/>
          </a:xfrm>
          <a:custGeom xmlns:a="http://schemas.openxmlformats.org/drawingml/2006/main">
            <a:pathLst>
              <a:path w="114300" h="123825">
                <a:moveTo>
                  <a:pt x="57150" y="123825"/>
                </a:moveTo>
                <a:lnTo>
                  <a:pt x="11430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92" name="object-85-s0-ux">
            <a:extLst xmlns:a="http://schemas.openxmlformats.org/drawingml/2006/main">
              <a:ext uri="{FF2B5EF4-FFF2-40B4-BE49-F238E27FC236}">
                <a16:creationId xmlns:a16="http://schemas.microsoft.com/office/drawing/2014/main" id="{925E5841-DBC9-4CB1-8261-3F97FE9B5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32169"/>
            <a:ext cx="1062335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S CZ = CX S</a:t>
            </a:r>
          </a:p>
        </p:txBody>
      </p:sp>
      <p:sp>
        <p:nvSpPr>
          <p:cNvPr id="93" name="object-86-s0-ux">
            <a:extLst xmlns:a="http://schemas.openxmlformats.org/drawingml/2006/main">
              <a:ext uri="{FF2B5EF4-FFF2-40B4-BE49-F238E27FC236}">
                <a16:creationId xmlns:a16="http://schemas.microsoft.com/office/drawing/2014/main" id="{FD56FBD0-DCC6-4733-AF56-2FBB759B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906589"/>
            <a:ext cx="990600" cy="95"/>
          </a:xfrm>
          <a:custGeom xmlns:a="http://schemas.openxmlformats.org/drawingml/2006/main">
            <a:pathLst>
              <a:path w="990600" h="95">
                <a:moveTo>
                  <a:pt x="9906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94" name="object-86-s0-ux-arrow">
            <a:extLst xmlns:a="http://schemas.openxmlformats.org/drawingml/2006/main">
              <a:ext uri="{FF2B5EF4-FFF2-40B4-BE49-F238E27FC236}">
                <a16:creationId xmlns:a16="http://schemas.microsoft.com/office/drawing/2014/main" id="{CE474684-06FB-4B2D-A578-429D5FBA5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849439"/>
            <a:ext cx="123825" cy="114300"/>
          </a:xfrm>
          <a:custGeom xmlns:a="http://schemas.openxmlformats.org/drawingml/2006/main">
            <a:pathLst>
              <a:path w="123825" h="114300">
                <a:moveTo>
                  <a:pt x="0" y="57150"/>
                </a:moveTo>
                <a:lnTo>
                  <a:pt x="123825" y="114300"/>
                </a:lnTo>
                <a:lnTo>
                  <a:pt x="123825" y="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95" name="object-87-s0-ux">
            <a:extLst xmlns:a="http://schemas.openxmlformats.org/drawingml/2006/main">
              <a:ext uri="{FF2B5EF4-FFF2-40B4-BE49-F238E27FC236}">
                <a16:creationId xmlns:a16="http://schemas.microsoft.com/office/drawing/2014/main" id="{FAE76259-0E29-44C6-BE3D-5A1E7136A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0019" y="3548449"/>
            <a:ext cx="1008162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anchored rule</a:t>
            </a:r>
          </a:p>
        </p:txBody>
      </p:sp>
      <p:sp>
        <p:nvSpPr>
          <p:cNvPr id="96" name="object-88-s0-ux">
            <a:extLst xmlns:a="http://schemas.openxmlformats.org/drawingml/2006/main">
              <a:ext uri="{FF2B5EF4-FFF2-40B4-BE49-F238E27FC236}">
                <a16:creationId xmlns:a16="http://schemas.microsoft.com/office/drawing/2014/main" id="{CD1D531F-D22C-400D-B58E-208B8DBFC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35014"/>
            <a:ext cx="95" cy="457200"/>
          </a:xfrm>
          <a:custGeom xmlns:a="http://schemas.openxmlformats.org/drawingml/2006/main">
            <a:pathLst>
              <a:path w="95" h="457200">
                <a:moveTo>
                  <a:pt x="0" y="0"/>
                </a:moveTo>
                <a:lnTo>
                  <a:pt x="0" y="4572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97" name="object-88-s0-ux-arrow">
            <a:extLst xmlns:a="http://schemas.openxmlformats.org/drawingml/2006/main">
              <a:ext uri="{FF2B5EF4-FFF2-40B4-BE49-F238E27FC236}">
                <a16:creationId xmlns:a16="http://schemas.microsoft.com/office/drawing/2014/main" id="{CDFEE114-C2E1-40D5-8A1E-E83D445CB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068389"/>
            <a:ext cx="114300" cy="123825"/>
          </a:xfrm>
          <a:custGeom xmlns:a="http://schemas.openxmlformats.org/drawingml/2006/main">
            <a:pathLst>
              <a:path w="114300" h="123825">
                <a:moveTo>
                  <a:pt x="57150" y="123825"/>
                </a:moveTo>
                <a:lnTo>
                  <a:pt x="11430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98" name="object-89-s0-ux">
            <a:extLst xmlns:a="http://schemas.openxmlformats.org/drawingml/2006/main">
              <a:ext uri="{FF2B5EF4-FFF2-40B4-BE49-F238E27FC236}">
                <a16:creationId xmlns:a16="http://schemas.microsoft.com/office/drawing/2014/main" id="{CDC9B775-98C5-4291-99DE-1101E82EE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852172"/>
            <a:ext cx="1093291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concrete rules</a:t>
            </a:r>
          </a:p>
        </p:txBody>
      </p:sp>
      <p:sp>
        <p:nvSpPr>
          <p:cNvPr id="99" name="object-90-s0-ux">
            <a:extLst xmlns:a="http://schemas.openxmlformats.org/drawingml/2006/main">
              <a:ext uri="{FF2B5EF4-FFF2-40B4-BE49-F238E27FC236}">
                <a16:creationId xmlns:a16="http://schemas.microsoft.com/office/drawing/2014/main" id="{899E1BB1-B705-4D18-BAE6-A271A8D81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82877"/>
            <a:ext cx="7886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L = CZ</a:t>
            </a:r>
          </a:p>
        </p:txBody>
      </p:sp>
      <p:sp>
        <p:nvSpPr>
          <p:cNvPr id="100" name="object-91-s0-ux">
            <a:extLst xmlns:a="http://schemas.openxmlformats.org/drawingml/2006/main">
              <a:ext uri="{FF2B5EF4-FFF2-40B4-BE49-F238E27FC236}">
                <a16:creationId xmlns:a16="http://schemas.microsoft.com/office/drawing/2014/main" id="{581A5A82-854E-42FF-A93F-E6BCB4DA2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2877"/>
            <a:ext cx="850404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R = CX</a:t>
            </a:r>
          </a:p>
        </p:txBody>
      </p:sp>
      <p:sp>
        <p:nvSpPr>
          <p:cNvPr id="101" name="object-92-s0-ux">
            <a:extLst xmlns:a="http://schemas.openxmlformats.org/drawingml/2006/main">
              <a:ext uri="{FF2B5EF4-FFF2-40B4-BE49-F238E27FC236}">
                <a16:creationId xmlns:a16="http://schemas.microsoft.com/office/drawing/2014/main" id="{8D3DB8DD-CB50-4073-932E-23FDF79ED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13407"/>
            <a:ext cx="4261545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Different gates; equal eigenvalue multisets.</a:t>
            </a:r>
          </a:p>
        </p:txBody>
      </p:sp>
      <p:sp>
        <p:nvSpPr>
          <p:cNvPr id="102" name="object-93-s0-ux">
            <a:extLst xmlns:a="http://schemas.openxmlformats.org/drawingml/2006/main">
              <a:ext uri="{FF2B5EF4-FFF2-40B4-BE49-F238E27FC236}">
                <a16:creationId xmlns:a16="http://schemas.microsoft.com/office/drawing/2014/main" id="{3F30360D-6132-4DF7-8B4F-219582A5D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693354"/>
            <a:ext cx="3900041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Match S → move CZ as CX → cancel</a:t>
            </a:r>
          </a:p>
        </p:txBody>
      </p:sp>
      <p:sp>
        <p:nvSpPr>
          <p:cNvPr id="103" name="object-94-s0-ux">
            <a:extLst xmlns:a="http://schemas.openxmlformats.org/drawingml/2006/main">
              <a:ext uri="{FF2B5EF4-FFF2-40B4-BE49-F238E27FC236}">
                <a16:creationId xmlns:a16="http://schemas.microsoft.com/office/drawing/2014/main" id="{A718FE82-332F-43DC-B011-7A71D4487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5113407"/>
            <a:ext cx="2950071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Remove one CZ and one CX.</a:t>
            </a:r>
          </a:p>
        </p:txBody>
      </p:sp>
      <p:sp>
        <p:nvSpPr>
          <p:cNvPr id="104" name="object-95-s0-ux">
            <a:extLst xmlns:a="http://schemas.openxmlformats.org/drawingml/2006/main">
              <a:ext uri="{FF2B5EF4-FFF2-40B4-BE49-F238E27FC236}">
                <a16:creationId xmlns:a16="http://schemas.microsoft.com/office/drawing/2014/main" id="{35FB53A7-AF30-4899-A822-9E58B63F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4954637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Illustrative gate set: {CZ, CX, H, Rz, X, SX}. Circuit time runs left to right.</a:t>
            </a:r>
          </a:p>
        </p:txBody>
      </p:sp>
      <p:sp>
        <p:nvSpPr>
          <p:cNvPr id="105" name="object-96-s0-ux">
            <a:extLst xmlns:a="http://schemas.openxmlformats.org/drawingml/2006/main">
              <a:ext uri="{FF2B5EF4-FFF2-40B4-BE49-F238E27FC236}">
                <a16:creationId xmlns:a16="http://schemas.microsoft.com/office/drawing/2014/main" id="{25CB17E3-217B-4499-B6DC-12DF35B34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5740003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QSymb synthesis / anchoring methods; CZ → CX illustration derived for this talk</a:t>
            </a:r>
          </a:p>
        </p:txBody>
      </p:sp>
      <p:sp>
        <p:nvSpPr>
          <p:cNvPr id="106" name="object-97-s0-ux">
            <a:extLst xmlns:a="http://schemas.openxmlformats.org/drawingml/2006/main">
              <a:ext uri="{FF2B5EF4-FFF2-40B4-BE49-F238E27FC236}">
                <a16:creationId xmlns:a16="http://schemas.microsoft.com/office/drawing/2014/main" id="{7B65A7FA-27CD-45F8-BA33-A0B98DB3A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05 / 14</a:t>
            </a:r>
          </a:p>
        </p:txBody>
      </p:sp>
    </p:spTree>
    <p:extLst>
      <p:ext uri="{BB962C8B-B14F-4D97-AF65-F5344CB8AC3E}">
        <p14:creationId xmlns:p14="http://schemas.microsoft.com/office/powerpoint/2010/main" val="93725736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op-accent">
            <a:extLst xmlns:a="http://schemas.openxmlformats.org/drawingml/2006/main">
              <a:ext uri="{FF2B5EF4-FFF2-40B4-BE49-F238E27FC236}">
                <a16:creationId xmlns:a16="http://schemas.microsoft.com/office/drawing/2014/main" id="{14B636FA-28AC-40D1-AD00-283CA0E6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0A26645A-E66B-49D4-B306-4D6A302F7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9649152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Concrete synthesis learns rules and filters redundancy</a:t>
            </a:r>
          </a:p>
        </p:txBody>
      </p:sp>
      <p:sp>
        <p:nvSpPr>
          <p:cNvPr id="3" name="object-1-s0-u0">
            <a:extLst xmlns:a="http://schemas.openxmlformats.org/drawingml/2006/main">
              <a:ext uri="{FF2B5EF4-FFF2-40B4-BE49-F238E27FC236}">
                <a16:creationId xmlns:a16="http://schemas.microsoft.com/office/drawing/2014/main" id="{83452323-184D-4441-83CD-D091F1417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7679"/>
            <a:ext cx="2782491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Enumerate small circuits</a:t>
            </a:r>
          </a:p>
        </p:txBody>
      </p:sp>
      <p:sp>
        <p:nvSpPr>
          <p:cNvPr id="4" name="object-2-s0-u0">
            <a:extLst xmlns:a="http://schemas.openxmlformats.org/drawingml/2006/main">
              <a:ext uri="{FF2B5EF4-FFF2-40B4-BE49-F238E27FC236}">
                <a16:creationId xmlns:a16="http://schemas.microsoft.com/office/drawing/2014/main" id="{06732A5F-B98B-43C8-9D12-8E8B097EC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68264"/>
            <a:ext cx="838200" cy="95"/>
          </a:xfrm>
          <a:custGeom xmlns:a="http://schemas.openxmlformats.org/drawingml/2006/main">
            <a:pathLst>
              <a:path w="838200" h="95">
                <a:moveTo>
                  <a:pt x="0" y="0"/>
                </a:moveTo>
                <a:lnTo>
                  <a:pt x="838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5" name="object-3-s0-u0">
            <a:extLst xmlns:a="http://schemas.openxmlformats.org/drawingml/2006/main">
              <a:ext uri="{FF2B5EF4-FFF2-40B4-BE49-F238E27FC236}">
                <a16:creationId xmlns:a16="http://schemas.microsoft.com/office/drawing/2014/main" id="{EEBCDEEF-A128-44AE-AFB1-E3EBAEE84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30214"/>
            <a:ext cx="838200" cy="95"/>
          </a:xfrm>
          <a:custGeom xmlns:a="http://schemas.openxmlformats.org/drawingml/2006/main">
            <a:pathLst>
              <a:path w="838200" h="95">
                <a:moveTo>
                  <a:pt x="0" y="0"/>
                </a:moveTo>
                <a:lnTo>
                  <a:pt x="838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6" name="object-4-s0-u0">
            <a:extLst xmlns:a="http://schemas.openxmlformats.org/drawingml/2006/main">
              <a:ext uri="{FF2B5EF4-FFF2-40B4-BE49-F238E27FC236}">
                <a16:creationId xmlns:a16="http://schemas.microsoft.com/office/drawing/2014/main" id="{037D6870-BFE0-4FE5-BC24-15C4987E4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68264"/>
            <a:ext cx="1333500" cy="95"/>
          </a:xfrm>
          <a:custGeom xmlns:a="http://schemas.openxmlformats.org/drawingml/2006/main">
            <a:pathLst>
              <a:path w="1333500" h="9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7" name="object-5-s0-u0">
            <a:extLst xmlns:a="http://schemas.openxmlformats.org/drawingml/2006/main">
              <a:ext uri="{FF2B5EF4-FFF2-40B4-BE49-F238E27FC236}">
                <a16:creationId xmlns:a16="http://schemas.microsoft.com/office/drawing/2014/main" id="{F5EEB624-C440-45AD-BAF9-00483152F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430214"/>
            <a:ext cx="1333500" cy="95"/>
          </a:xfrm>
          <a:custGeom xmlns:a="http://schemas.openxmlformats.org/drawingml/2006/main">
            <a:pathLst>
              <a:path w="1333500" h="9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8" name="object-6-s0-u0">
            <a:extLst xmlns:a="http://schemas.openxmlformats.org/drawingml/2006/main">
              <a:ext uri="{FF2B5EF4-FFF2-40B4-BE49-F238E27FC236}">
                <a16:creationId xmlns:a16="http://schemas.microsoft.com/office/drawing/2014/main" id="{63FEC3A8-304B-4E83-B639-6F81D6920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287339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9" name="object-7-s0-u0">
            <a:extLst xmlns:a="http://schemas.openxmlformats.org/drawingml/2006/main">
              <a:ext uri="{FF2B5EF4-FFF2-40B4-BE49-F238E27FC236}">
                <a16:creationId xmlns:a16="http://schemas.microsoft.com/office/drawing/2014/main" id="{1997707A-B760-44CE-AC08-38B6267FD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6850" y="2328297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0" name="object-8-s0-u0">
            <a:extLst xmlns:a="http://schemas.openxmlformats.org/drawingml/2006/main">
              <a:ext uri="{FF2B5EF4-FFF2-40B4-BE49-F238E27FC236}">
                <a16:creationId xmlns:a16="http://schemas.microsoft.com/office/drawing/2014/main" id="{1B58ECAA-731C-4593-BD18-E54BEAD53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287339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1" name="object-9-s0-u0">
            <a:extLst xmlns:a="http://schemas.openxmlformats.org/drawingml/2006/main">
              <a:ext uri="{FF2B5EF4-FFF2-40B4-BE49-F238E27FC236}">
                <a16:creationId xmlns:a16="http://schemas.microsoft.com/office/drawing/2014/main" id="{C4377554-E549-4052-9449-4C476EF9B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9300" y="2328297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2" name="object-10-s0-u0">
            <a:extLst xmlns:a="http://schemas.openxmlformats.org/drawingml/2006/main">
              <a:ext uri="{FF2B5EF4-FFF2-40B4-BE49-F238E27FC236}">
                <a16:creationId xmlns:a16="http://schemas.microsoft.com/office/drawing/2014/main" id="{1A5E1E08-8A3D-4969-BB38-73AFC4C40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068264"/>
            <a:ext cx="1333500" cy="95"/>
          </a:xfrm>
          <a:custGeom xmlns:a="http://schemas.openxmlformats.org/drawingml/2006/main">
            <a:pathLst>
              <a:path w="1333500" h="9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3" name="object-11-s0-u0">
            <a:extLst xmlns:a="http://schemas.openxmlformats.org/drawingml/2006/main">
              <a:ext uri="{FF2B5EF4-FFF2-40B4-BE49-F238E27FC236}">
                <a16:creationId xmlns:a16="http://schemas.microsoft.com/office/drawing/2014/main" id="{BA307D66-046C-436A-B185-ACA625EE1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430214"/>
            <a:ext cx="1333500" cy="95"/>
          </a:xfrm>
          <a:custGeom xmlns:a="http://schemas.openxmlformats.org/drawingml/2006/main">
            <a:pathLst>
              <a:path w="1333500" h="9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4" name="object-12-s0-u0">
            <a:extLst xmlns:a="http://schemas.openxmlformats.org/drawingml/2006/main">
              <a:ext uri="{FF2B5EF4-FFF2-40B4-BE49-F238E27FC236}">
                <a16:creationId xmlns:a16="http://schemas.microsoft.com/office/drawing/2014/main" id="{9E8FDC7A-CF80-4C54-8646-11B71054A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06826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15" name="object-13-s0-u0">
            <a:extLst xmlns:a="http://schemas.openxmlformats.org/drawingml/2006/main">
              <a:ext uri="{FF2B5EF4-FFF2-40B4-BE49-F238E27FC236}">
                <a16:creationId xmlns:a16="http://schemas.microsoft.com/office/drawing/2014/main" id="{7A9D75DB-5389-481B-842A-1F4560457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4013" y="20254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6" name="object-14-s0-u0">
            <a:extLst xmlns:a="http://schemas.openxmlformats.org/drawingml/2006/main">
              <a:ext uri="{FF2B5EF4-FFF2-40B4-BE49-F238E27FC236}">
                <a16:creationId xmlns:a16="http://schemas.microsoft.com/office/drawing/2014/main" id="{A64417C9-248A-4559-92AE-B28FDD45E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3" y="2330202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17" name="object-15-s0-u0">
            <a:extLst xmlns:a="http://schemas.openxmlformats.org/drawingml/2006/main">
              <a:ext uri="{FF2B5EF4-FFF2-40B4-BE49-F238E27FC236}">
                <a16:creationId xmlns:a16="http://schemas.microsoft.com/office/drawing/2014/main" id="{20B1589D-AB26-43C2-8105-CF92CA254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36353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18" name="object-16-s0-u0">
            <a:extLst xmlns:a="http://schemas.openxmlformats.org/drawingml/2006/main">
              <a:ext uri="{FF2B5EF4-FFF2-40B4-BE49-F238E27FC236}">
                <a16:creationId xmlns:a16="http://schemas.microsoft.com/office/drawing/2014/main" id="{A518605A-DC9B-4060-BA21-59C34AA5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6826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19" name="object-17-s0-u0">
            <a:extLst xmlns:a="http://schemas.openxmlformats.org/drawingml/2006/main">
              <a:ext uri="{FF2B5EF4-FFF2-40B4-BE49-F238E27FC236}">
                <a16:creationId xmlns:a16="http://schemas.microsoft.com/office/drawing/2014/main" id="{EEEA648A-0A45-49AC-8788-5D3DB7754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6463" y="20254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0" name="object-18-s0-u0">
            <a:extLst xmlns:a="http://schemas.openxmlformats.org/drawingml/2006/main">
              <a:ext uri="{FF2B5EF4-FFF2-40B4-BE49-F238E27FC236}">
                <a16:creationId xmlns:a16="http://schemas.microsoft.com/office/drawing/2014/main" id="{475E9E8F-3659-4754-890E-29BBABEF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9313" y="2330202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1" name="object-19-s0-u0">
            <a:extLst xmlns:a="http://schemas.openxmlformats.org/drawingml/2006/main">
              <a:ext uri="{FF2B5EF4-FFF2-40B4-BE49-F238E27FC236}">
                <a16:creationId xmlns:a16="http://schemas.microsoft.com/office/drawing/2014/main" id="{0AD392DE-E6DC-461E-88CB-184C720C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36353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2" name="object-20-s0-u0">
            <a:extLst xmlns:a="http://schemas.openxmlformats.org/drawingml/2006/main">
              <a:ext uri="{FF2B5EF4-FFF2-40B4-BE49-F238E27FC236}">
                <a16:creationId xmlns:a16="http://schemas.microsoft.com/office/drawing/2014/main" id="{FF20BA69-920C-4706-893D-6367D137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206826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23" name="object-21-s0-u0">
            <a:extLst xmlns:a="http://schemas.openxmlformats.org/drawingml/2006/main">
              <a:ext uri="{FF2B5EF4-FFF2-40B4-BE49-F238E27FC236}">
                <a16:creationId xmlns:a16="http://schemas.microsoft.com/office/drawing/2014/main" id="{33E915F4-F913-49DF-9D2E-922C89D98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243021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24" name="object-22-s0-u0">
            <a:extLst xmlns:a="http://schemas.openxmlformats.org/drawingml/2006/main">
              <a:ext uri="{FF2B5EF4-FFF2-40B4-BE49-F238E27FC236}">
                <a16:creationId xmlns:a16="http://schemas.microsoft.com/office/drawing/2014/main" id="{8A87E9DA-7A7C-4C49-8A97-CCFE6585D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06826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5" name="object-23-s0-u0">
            <a:extLst xmlns:a="http://schemas.openxmlformats.org/drawingml/2006/main">
              <a:ext uri="{FF2B5EF4-FFF2-40B4-BE49-F238E27FC236}">
                <a16:creationId xmlns:a16="http://schemas.microsoft.com/office/drawing/2014/main" id="{60E85B56-26AD-4E87-87F2-239A01FD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7188" y="20254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6" name="object-24-s0-u0">
            <a:extLst xmlns:a="http://schemas.openxmlformats.org/drawingml/2006/main">
              <a:ext uri="{FF2B5EF4-FFF2-40B4-BE49-F238E27FC236}">
                <a16:creationId xmlns:a16="http://schemas.microsoft.com/office/drawing/2014/main" id="{796D1761-1D80-437E-8ED0-1AEA1B0E7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7188" y="23873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7" name="object-25-s0-u0">
            <a:extLst xmlns:a="http://schemas.openxmlformats.org/drawingml/2006/main">
              <a:ext uri="{FF2B5EF4-FFF2-40B4-BE49-F238E27FC236}">
                <a16:creationId xmlns:a16="http://schemas.microsoft.com/office/drawing/2014/main" id="{E9C6C821-2046-4330-BBFD-CF9B7253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06826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28" name="object-26-s0-u0">
            <a:extLst xmlns:a="http://schemas.openxmlformats.org/drawingml/2006/main">
              <a:ext uri="{FF2B5EF4-FFF2-40B4-BE49-F238E27FC236}">
                <a16:creationId xmlns:a16="http://schemas.microsoft.com/office/drawing/2014/main" id="{AC6B49FD-0D31-4F5A-9270-ADF6E6A6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43021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29" name="object-27-s0-u0">
            <a:extLst xmlns:a="http://schemas.openxmlformats.org/drawingml/2006/main">
              <a:ext uri="{FF2B5EF4-FFF2-40B4-BE49-F238E27FC236}">
                <a16:creationId xmlns:a16="http://schemas.microsoft.com/office/drawing/2014/main" id="{81060BF3-6794-4629-97E4-6764E5405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06826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30" name="object-28-s0-u0">
            <a:extLst xmlns:a="http://schemas.openxmlformats.org/drawingml/2006/main">
              <a:ext uri="{FF2B5EF4-FFF2-40B4-BE49-F238E27FC236}">
                <a16:creationId xmlns:a16="http://schemas.microsoft.com/office/drawing/2014/main" id="{BFF08321-94B1-4DC5-B642-BA63E02A9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0263" y="20254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1" name="object-29-s0-u0">
            <a:extLst xmlns:a="http://schemas.openxmlformats.org/drawingml/2006/main">
              <a:ext uri="{FF2B5EF4-FFF2-40B4-BE49-F238E27FC236}">
                <a16:creationId xmlns:a16="http://schemas.microsoft.com/office/drawing/2014/main" id="{29F87FB1-D82A-45D4-895E-AF0A798A8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3113" y="2330202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32" name="object-30-s0-u0">
            <a:extLst xmlns:a="http://schemas.openxmlformats.org/drawingml/2006/main">
              <a:ext uri="{FF2B5EF4-FFF2-40B4-BE49-F238E27FC236}">
                <a16:creationId xmlns:a16="http://schemas.microsoft.com/office/drawing/2014/main" id="{0352E563-0B50-4FA8-A628-58FA8E884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36353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33" name="object-31-s0-u0">
            <a:extLst xmlns:a="http://schemas.openxmlformats.org/drawingml/2006/main">
              <a:ext uri="{FF2B5EF4-FFF2-40B4-BE49-F238E27FC236}">
                <a16:creationId xmlns:a16="http://schemas.microsoft.com/office/drawing/2014/main" id="{BC460093-B800-430D-B10A-1A4F80EA3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82652"/>
            <a:ext cx="6019056" cy="316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Compare their semantics, then group equivalent circuits.</a:t>
            </a:r>
          </a:p>
        </p:txBody>
      </p:sp>
      <p:sp>
        <p:nvSpPr>
          <p:cNvPr id="34" name="object-155-s0-ux">
            <a:extLst xmlns:a="http://schemas.openxmlformats.org/drawingml/2006/main">
              <a:ext uri="{FF2B5EF4-FFF2-40B4-BE49-F238E27FC236}">
                <a16:creationId xmlns:a16="http://schemas.microsoft.com/office/drawing/2014/main" id="{7F8FB915-E3A4-42C7-9417-FFBFFDD74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7186315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PIF groups candidates. Equality saturation checks derivability. SMT validates each retained concrete rule.</a:t>
            </a:r>
          </a:p>
        </p:txBody>
      </p:sp>
      <p:sp>
        <p:nvSpPr>
          <p:cNvPr id="35" name="object-156-s0-ux">
            <a:extLst xmlns:a="http://schemas.openxmlformats.org/drawingml/2006/main">
              <a:ext uri="{FF2B5EF4-FFF2-40B4-BE49-F238E27FC236}">
                <a16:creationId xmlns:a16="http://schemas.microsoft.com/office/drawing/2014/main" id="{ED414143-FBDB-402E-AC9C-24C06FF72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5740003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QSymb synthesis / anchoring methods; CZ → CX illustration derived for this talk</a:t>
            </a:r>
          </a:p>
        </p:txBody>
      </p:sp>
      <p:sp>
        <p:nvSpPr>
          <p:cNvPr id="36" name="object-157-s0-ux">
            <a:extLst xmlns:a="http://schemas.openxmlformats.org/drawingml/2006/main">
              <a:ext uri="{FF2B5EF4-FFF2-40B4-BE49-F238E27FC236}">
                <a16:creationId xmlns:a16="http://schemas.microsoft.com/office/drawing/2014/main" id="{746529D1-C59E-44C7-8AF2-E764B2B4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06 / 14</a:t>
            </a:r>
          </a:p>
        </p:txBody>
      </p:sp>
      <p:sp>
        <p:nvSpPr>
          <p:cNvPr id="37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3EB5170C-DFDD-46E4-9B1E-E638EC0FD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1 / 6</a:t>
            </a:r>
          </a:p>
        </p:txBody>
      </p:sp>
    </p:spTree>
    <p:extLst>
      <p:ext uri="{BB962C8B-B14F-4D97-AF65-F5344CB8AC3E}">
        <p14:creationId xmlns:p14="http://schemas.microsoft.com/office/powerpoint/2010/main" val="206038316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3" name="top-accent">
            <a:extLst xmlns:a="http://schemas.openxmlformats.org/drawingml/2006/main">
              <a:ext uri="{FF2B5EF4-FFF2-40B4-BE49-F238E27FC236}">
                <a16:creationId xmlns:a16="http://schemas.microsoft.com/office/drawing/2014/main" id="{A59745CB-61A0-4DB0-9F31-EB59FB41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E3B94D96-7C26-4DA0-B857-B9A09024E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9649152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Concrete synthesis learns rules and filters redundancy</a:t>
            </a:r>
          </a:p>
        </p:txBody>
      </p:sp>
      <p:sp>
        <p:nvSpPr>
          <p:cNvPr id="3" name="object-32-s1-ux">
            <a:extLst xmlns:a="http://schemas.openxmlformats.org/drawingml/2006/main">
              <a:ext uri="{FF2B5EF4-FFF2-40B4-BE49-F238E27FC236}">
                <a16:creationId xmlns:a16="http://schemas.microsoft.com/office/drawing/2014/main" id="{06DC742D-CBC4-42CF-839D-6E8E9D293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191964"/>
            <a:ext cx="2571750" cy="2381250"/>
          </a:xfrm>
          <a:prstGeom xmlns:a="http://schemas.openxmlformats.org/drawingml/2006/main" prst="roundRect">
            <a:avLst>
              <a:gd name="adj" fmla="val 480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87E86"/>
            </a:solidFill>
            <a:prstDash val="dash"/>
          </a:ln>
        </p:spPr>
      </p:sp>
      <p:sp>
        <p:nvSpPr>
          <p:cNvPr id="4" name="object-33-s1-ux">
            <a:extLst xmlns:a="http://schemas.openxmlformats.org/drawingml/2006/main">
              <a:ext uri="{FF2B5EF4-FFF2-40B4-BE49-F238E27FC236}">
                <a16:creationId xmlns:a16="http://schemas.microsoft.com/office/drawing/2014/main" id="{FF886A6B-8407-457B-AEE2-6C5AA1546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15" y="1244352"/>
            <a:ext cx="1585020" cy="316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Identity class</a:t>
            </a:r>
          </a:p>
        </p:txBody>
      </p:sp>
      <p:sp>
        <p:nvSpPr>
          <p:cNvPr id="5" name="object-34-s1-ux">
            <a:extLst xmlns:a="http://schemas.openxmlformats.org/drawingml/2006/main">
              <a:ext uri="{FF2B5EF4-FFF2-40B4-BE49-F238E27FC236}">
                <a16:creationId xmlns:a16="http://schemas.microsoft.com/office/drawing/2014/main" id="{94CE027B-E46F-41B4-910F-95C62E00A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191964"/>
            <a:ext cx="2571750" cy="2381250"/>
          </a:xfrm>
          <a:prstGeom xmlns:a="http://schemas.openxmlformats.org/drawingml/2006/main" prst="roundRect">
            <a:avLst>
              <a:gd name="adj" fmla="val 480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87E86"/>
            </a:solidFill>
            <a:prstDash val="dash"/>
          </a:ln>
        </p:spPr>
      </p:sp>
      <p:sp>
        <p:nvSpPr>
          <p:cNvPr id="6" name="object-35-s1-ux">
            <a:extLst xmlns:a="http://schemas.openxmlformats.org/drawingml/2006/main">
              <a:ext uri="{FF2B5EF4-FFF2-40B4-BE49-F238E27FC236}">
                <a16:creationId xmlns:a16="http://schemas.microsoft.com/office/drawing/2014/main" id="{F454E207-19DF-4C23-8198-6463F392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6207" y="1244352"/>
            <a:ext cx="1055787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CZ class</a:t>
            </a:r>
          </a:p>
        </p:txBody>
      </p:sp>
      <p:sp>
        <p:nvSpPr>
          <p:cNvPr id="7" name="object-36-s1-ux">
            <a:extLst xmlns:a="http://schemas.openxmlformats.org/drawingml/2006/main">
              <a:ext uri="{FF2B5EF4-FFF2-40B4-BE49-F238E27FC236}">
                <a16:creationId xmlns:a16="http://schemas.microsoft.com/office/drawing/2014/main" id="{AEB96BAB-6594-4183-BF85-37FBB70B6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191964"/>
            <a:ext cx="2571750" cy="2381250"/>
          </a:xfrm>
          <a:prstGeom xmlns:a="http://schemas.openxmlformats.org/drawingml/2006/main" prst="roundRect">
            <a:avLst>
              <a:gd name="adj" fmla="val 480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87E86"/>
            </a:solidFill>
            <a:prstDash val="dash"/>
          </a:ln>
        </p:spPr>
      </p:sp>
      <p:sp>
        <p:nvSpPr>
          <p:cNvPr id="8" name="object-37-s1-ux">
            <a:extLst xmlns:a="http://schemas.openxmlformats.org/drawingml/2006/main">
              <a:ext uri="{FF2B5EF4-FFF2-40B4-BE49-F238E27FC236}">
                <a16:creationId xmlns:a16="http://schemas.microsoft.com/office/drawing/2014/main" id="{13884417-4ED0-4CAB-A618-EE7D341EE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1884" y="1244352"/>
            <a:ext cx="1069181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CX class</a:t>
            </a:r>
          </a:p>
        </p:txBody>
      </p:sp>
      <p:sp>
        <p:nvSpPr>
          <p:cNvPr id="9" name="object-38-s1-ux">
            <a:extLst xmlns:a="http://schemas.openxmlformats.org/drawingml/2006/main">
              <a:ext uri="{FF2B5EF4-FFF2-40B4-BE49-F238E27FC236}">
                <a16:creationId xmlns:a16="http://schemas.microsoft.com/office/drawing/2014/main" id="{C29AE71A-DF46-41E0-9C9A-C9D6D8FFB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1763464"/>
            <a:ext cx="838200" cy="95"/>
          </a:xfrm>
          <a:custGeom xmlns:a="http://schemas.openxmlformats.org/drawingml/2006/main">
            <a:pathLst>
              <a:path w="838200" h="95">
                <a:moveTo>
                  <a:pt x="0" y="0"/>
                </a:moveTo>
                <a:lnTo>
                  <a:pt x="838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10" name="object-39-s1-ux">
            <a:extLst xmlns:a="http://schemas.openxmlformats.org/drawingml/2006/main">
              <a:ext uri="{FF2B5EF4-FFF2-40B4-BE49-F238E27FC236}">
                <a16:creationId xmlns:a16="http://schemas.microsoft.com/office/drawing/2014/main" id="{CDF7AABE-1D20-4506-82EE-A8BBC5469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2125414"/>
            <a:ext cx="838200" cy="95"/>
          </a:xfrm>
          <a:custGeom xmlns:a="http://schemas.openxmlformats.org/drawingml/2006/main">
            <a:pathLst>
              <a:path w="838200" h="95">
                <a:moveTo>
                  <a:pt x="0" y="0"/>
                </a:moveTo>
                <a:lnTo>
                  <a:pt x="838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11" name="object-40-s1-ux">
            <a:extLst xmlns:a="http://schemas.openxmlformats.org/drawingml/2006/main">
              <a:ext uri="{FF2B5EF4-FFF2-40B4-BE49-F238E27FC236}">
                <a16:creationId xmlns:a16="http://schemas.microsoft.com/office/drawing/2014/main" id="{3A9308C2-756C-4EEC-A44A-3E3D394E7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382589"/>
            <a:ext cx="1333500" cy="95"/>
          </a:xfrm>
          <a:custGeom xmlns:a="http://schemas.openxmlformats.org/drawingml/2006/main">
            <a:pathLst>
              <a:path w="1333500" h="9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2" name="object-41-s1-ux">
            <a:extLst xmlns:a="http://schemas.openxmlformats.org/drawingml/2006/main">
              <a:ext uri="{FF2B5EF4-FFF2-40B4-BE49-F238E27FC236}">
                <a16:creationId xmlns:a16="http://schemas.microsoft.com/office/drawing/2014/main" id="{E6ECB104-E56C-4DA2-ACB2-0DE81A68D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744539"/>
            <a:ext cx="1333500" cy="95"/>
          </a:xfrm>
          <a:custGeom xmlns:a="http://schemas.openxmlformats.org/drawingml/2006/main">
            <a:pathLst>
              <a:path w="1333500" h="9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3" name="object-42-s1-ux">
            <a:extLst xmlns:a="http://schemas.openxmlformats.org/drawingml/2006/main">
              <a:ext uri="{FF2B5EF4-FFF2-40B4-BE49-F238E27FC236}">
                <a16:creationId xmlns:a16="http://schemas.microsoft.com/office/drawing/2014/main" id="{688754EA-F3A9-407D-9CEC-2F32039F7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4" name="object-43-s1-ux">
            <a:extLst xmlns:a="http://schemas.openxmlformats.org/drawingml/2006/main">
              <a:ext uri="{FF2B5EF4-FFF2-40B4-BE49-F238E27FC236}">
                <a16:creationId xmlns:a16="http://schemas.microsoft.com/office/drawing/2014/main" id="{B8BA23AF-374D-46B9-B96B-7C53E1C34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3375" y="2642622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5" name="object-44-s1-ux">
            <a:extLst xmlns:a="http://schemas.openxmlformats.org/drawingml/2006/main">
              <a:ext uri="{FF2B5EF4-FFF2-40B4-BE49-F238E27FC236}">
                <a16:creationId xmlns:a16="http://schemas.microsoft.com/office/drawing/2014/main" id="{1A85BDC8-65F3-4C5E-9A0D-271C99717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6" name="object-45-s1-ux">
            <a:extLst xmlns:a="http://schemas.openxmlformats.org/drawingml/2006/main">
              <a:ext uri="{FF2B5EF4-FFF2-40B4-BE49-F238E27FC236}">
                <a16:creationId xmlns:a16="http://schemas.microsoft.com/office/drawing/2014/main" id="{F5011F0B-453C-42B0-9F9A-0C62A6142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5825" y="2642622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7" name="object-46-s1-ux">
            <a:extLst xmlns:a="http://schemas.openxmlformats.org/drawingml/2006/main">
              <a:ext uri="{FF2B5EF4-FFF2-40B4-BE49-F238E27FC236}">
                <a16:creationId xmlns:a16="http://schemas.microsoft.com/office/drawing/2014/main" id="{CD252EF8-6088-441E-9B47-1C807984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1714"/>
            <a:ext cx="1333500" cy="95"/>
          </a:xfrm>
          <a:custGeom xmlns:a="http://schemas.openxmlformats.org/drawingml/2006/main">
            <a:pathLst>
              <a:path w="1333500" h="9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8" name="object-47-s1-ux">
            <a:extLst xmlns:a="http://schemas.openxmlformats.org/drawingml/2006/main">
              <a:ext uri="{FF2B5EF4-FFF2-40B4-BE49-F238E27FC236}">
                <a16:creationId xmlns:a16="http://schemas.microsoft.com/office/drawing/2014/main" id="{2DB96996-5B7F-494F-BDA4-97C767462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363664"/>
            <a:ext cx="1333500" cy="95"/>
          </a:xfrm>
          <a:custGeom xmlns:a="http://schemas.openxmlformats.org/drawingml/2006/main">
            <a:pathLst>
              <a:path w="1333500" h="9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9" name="object-48-s1-ux">
            <a:extLst xmlns:a="http://schemas.openxmlformats.org/drawingml/2006/main">
              <a:ext uri="{FF2B5EF4-FFF2-40B4-BE49-F238E27FC236}">
                <a16:creationId xmlns:a16="http://schemas.microsoft.com/office/drawing/2014/main" id="{DB6809AD-713D-45E6-A260-9A1641320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0" name="object-49-s1-ux">
            <a:extLst xmlns:a="http://schemas.openxmlformats.org/drawingml/2006/main">
              <a:ext uri="{FF2B5EF4-FFF2-40B4-BE49-F238E27FC236}">
                <a16:creationId xmlns:a16="http://schemas.microsoft.com/office/drawing/2014/main" id="{A94121F5-E64C-40AC-B2DA-523CEFA27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4538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1" name="object-50-s1-ux">
            <a:extLst xmlns:a="http://schemas.openxmlformats.org/drawingml/2006/main">
              <a:ext uri="{FF2B5EF4-FFF2-40B4-BE49-F238E27FC236}">
                <a16:creationId xmlns:a16="http://schemas.microsoft.com/office/drawing/2014/main" id="{D888FBA2-2A04-46BF-8BCF-FC75EB463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7388" y="3263652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2" name="object-51-s1-ux">
            <a:extLst xmlns:a="http://schemas.openxmlformats.org/drawingml/2006/main">
              <a:ext uri="{FF2B5EF4-FFF2-40B4-BE49-F238E27FC236}">
                <a16:creationId xmlns:a16="http://schemas.microsoft.com/office/drawing/2014/main" id="{A869445E-D069-4FA2-99F5-E5668CEF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29698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3" name="object-52-s1-ux">
            <a:extLst xmlns:a="http://schemas.openxmlformats.org/drawingml/2006/main">
              <a:ext uri="{FF2B5EF4-FFF2-40B4-BE49-F238E27FC236}">
                <a16:creationId xmlns:a16="http://schemas.microsoft.com/office/drawing/2014/main" id="{7579FD05-FE2C-4A8A-9606-BC86B1E0C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4" name="object-53-s1-ux">
            <a:extLst xmlns:a="http://schemas.openxmlformats.org/drawingml/2006/main">
              <a:ext uri="{FF2B5EF4-FFF2-40B4-BE49-F238E27FC236}">
                <a16:creationId xmlns:a16="http://schemas.microsoft.com/office/drawing/2014/main" id="{8D2B20AE-F750-4E87-8734-65B124BF0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6988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5" name="object-54-s1-ux">
            <a:extLst xmlns:a="http://schemas.openxmlformats.org/drawingml/2006/main">
              <a:ext uri="{FF2B5EF4-FFF2-40B4-BE49-F238E27FC236}">
                <a16:creationId xmlns:a16="http://schemas.microsoft.com/office/drawing/2014/main" id="{C07FEEEB-5BED-4616-A75C-9C546DE14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9838" y="3263652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6" name="object-55-s1-ux">
            <a:extLst xmlns:a="http://schemas.openxmlformats.org/drawingml/2006/main">
              <a:ext uri="{FF2B5EF4-FFF2-40B4-BE49-F238E27FC236}">
                <a16:creationId xmlns:a16="http://schemas.microsoft.com/office/drawing/2014/main" id="{8BA41D3B-2E45-4F14-B89A-0620B339F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329698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7" name="object-56-s1-ux">
            <a:extLst xmlns:a="http://schemas.openxmlformats.org/drawingml/2006/main">
              <a:ext uri="{FF2B5EF4-FFF2-40B4-BE49-F238E27FC236}">
                <a16:creationId xmlns:a16="http://schemas.microsoft.com/office/drawing/2014/main" id="{F196E71E-4A91-4470-983E-459DED5DB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176346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28" name="object-57-s1-ux">
            <a:extLst xmlns:a="http://schemas.openxmlformats.org/drawingml/2006/main">
              <a:ext uri="{FF2B5EF4-FFF2-40B4-BE49-F238E27FC236}">
                <a16:creationId xmlns:a16="http://schemas.microsoft.com/office/drawing/2014/main" id="{6CC81353-0024-4D50-A693-34F5946E5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12541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29" name="object-58-s1-ux">
            <a:extLst xmlns:a="http://schemas.openxmlformats.org/drawingml/2006/main">
              <a:ext uri="{FF2B5EF4-FFF2-40B4-BE49-F238E27FC236}">
                <a16:creationId xmlns:a16="http://schemas.microsoft.com/office/drawing/2014/main" id="{67DDFBCE-4AA1-4487-A58F-583CFDB9E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6346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30" name="object-59-s1-ux">
            <a:extLst xmlns:a="http://schemas.openxmlformats.org/drawingml/2006/main">
              <a:ext uri="{FF2B5EF4-FFF2-40B4-BE49-F238E27FC236}">
                <a16:creationId xmlns:a16="http://schemas.microsoft.com/office/drawing/2014/main" id="{1EE5918C-5D77-4CAE-8DAC-8D2469BE6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17206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1" name="object-60-s1-ux">
            <a:extLst xmlns:a="http://schemas.openxmlformats.org/drawingml/2006/main">
              <a:ext uri="{FF2B5EF4-FFF2-40B4-BE49-F238E27FC236}">
                <a16:creationId xmlns:a16="http://schemas.microsoft.com/office/drawing/2014/main" id="{13EECD93-82D2-482F-810F-EE9715A9F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20825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2" name="object-61-s1-ux">
            <a:extLst xmlns:a="http://schemas.openxmlformats.org/drawingml/2006/main">
              <a:ext uri="{FF2B5EF4-FFF2-40B4-BE49-F238E27FC236}">
                <a16:creationId xmlns:a16="http://schemas.microsoft.com/office/drawing/2014/main" id="{3E179D12-182F-4961-BF4E-46EA974C7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2382589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33" name="object-62-s1-ux">
            <a:extLst xmlns:a="http://schemas.openxmlformats.org/drawingml/2006/main">
              <a:ext uri="{FF2B5EF4-FFF2-40B4-BE49-F238E27FC236}">
                <a16:creationId xmlns:a16="http://schemas.microsoft.com/office/drawing/2014/main" id="{B0891E6B-BBC5-400C-8BF1-B8382B11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2744539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34" name="object-63-s1-ux">
            <a:extLst xmlns:a="http://schemas.openxmlformats.org/drawingml/2006/main">
              <a:ext uri="{FF2B5EF4-FFF2-40B4-BE49-F238E27FC236}">
                <a16:creationId xmlns:a16="http://schemas.microsoft.com/office/drawing/2014/main" id="{A92C1CB2-8EDC-4222-AF2B-178E220F9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35" name="object-64-s1-ux">
            <a:extLst xmlns:a="http://schemas.openxmlformats.org/drawingml/2006/main">
              <a:ext uri="{FF2B5EF4-FFF2-40B4-BE49-F238E27FC236}">
                <a16:creationId xmlns:a16="http://schemas.microsoft.com/office/drawing/2014/main" id="{C444DF24-EEC2-4866-9795-84C125BCA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061" y="2642622"/>
            <a:ext cx="19317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36" name="object-65-s1-ux">
            <a:extLst xmlns:a="http://schemas.openxmlformats.org/drawingml/2006/main">
              <a:ext uri="{FF2B5EF4-FFF2-40B4-BE49-F238E27FC236}">
                <a16:creationId xmlns:a16="http://schemas.microsoft.com/office/drawing/2014/main" id="{82018550-89BB-432B-9A3D-C55A9D64C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82589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37" name="object-66-s1-ux">
            <a:extLst xmlns:a="http://schemas.openxmlformats.org/drawingml/2006/main">
              <a:ext uri="{FF2B5EF4-FFF2-40B4-BE49-F238E27FC236}">
                <a16:creationId xmlns:a16="http://schemas.microsoft.com/office/drawing/2014/main" id="{8ADCEA87-FD01-4BE9-8ED8-F461E4F4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233972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8" name="object-67-s1-ux">
            <a:extLst xmlns:a="http://schemas.openxmlformats.org/drawingml/2006/main">
              <a:ext uri="{FF2B5EF4-FFF2-40B4-BE49-F238E27FC236}">
                <a16:creationId xmlns:a16="http://schemas.microsoft.com/office/drawing/2014/main" id="{5A13571E-5DA2-40B6-8838-F23604312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5988" y="2644527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39" name="object-68-s1-ux">
            <a:extLst xmlns:a="http://schemas.openxmlformats.org/drawingml/2006/main">
              <a:ext uri="{FF2B5EF4-FFF2-40B4-BE49-F238E27FC236}">
                <a16:creationId xmlns:a16="http://schemas.microsoft.com/office/drawing/2014/main" id="{60C7A757-B221-47A4-B73E-0AA8D1024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677864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40" name="object-69-s1-ux">
            <a:extLst xmlns:a="http://schemas.openxmlformats.org/drawingml/2006/main">
              <a:ext uri="{FF2B5EF4-FFF2-40B4-BE49-F238E27FC236}">
                <a16:creationId xmlns:a16="http://schemas.microsoft.com/office/drawing/2014/main" id="{8788CBD5-15D5-4D7E-9818-3F43A0DDC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41" name="object-70-s1-ux">
            <a:extLst xmlns:a="http://schemas.openxmlformats.org/drawingml/2006/main">
              <a:ext uri="{FF2B5EF4-FFF2-40B4-BE49-F238E27FC236}">
                <a16:creationId xmlns:a16="http://schemas.microsoft.com/office/drawing/2014/main" id="{2926946C-CB0D-4048-A26A-5CAA197B3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961" y="2642622"/>
            <a:ext cx="19317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42" name="object-71-s1-ux">
            <a:extLst xmlns:a="http://schemas.openxmlformats.org/drawingml/2006/main">
              <a:ext uri="{FF2B5EF4-FFF2-40B4-BE49-F238E27FC236}">
                <a16:creationId xmlns:a16="http://schemas.microsoft.com/office/drawing/2014/main" id="{AB9D121D-A297-4C27-A494-D1F3E661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3001714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43" name="object-72-s1-ux">
            <a:extLst xmlns:a="http://schemas.openxmlformats.org/drawingml/2006/main">
              <a:ext uri="{FF2B5EF4-FFF2-40B4-BE49-F238E27FC236}">
                <a16:creationId xmlns:a16="http://schemas.microsoft.com/office/drawing/2014/main" id="{DE47A40F-5016-45A1-9B7C-8DEDC890F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3363664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44" name="object-73-s1-ux">
            <a:extLst xmlns:a="http://schemas.openxmlformats.org/drawingml/2006/main">
              <a:ext uri="{FF2B5EF4-FFF2-40B4-BE49-F238E27FC236}">
                <a16:creationId xmlns:a16="http://schemas.microsoft.com/office/drawing/2014/main" id="{EA1F00CB-E044-43B3-8285-4D000C8FA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45" name="object-74-s1-ux">
            <a:extLst xmlns:a="http://schemas.openxmlformats.org/drawingml/2006/main">
              <a:ext uri="{FF2B5EF4-FFF2-40B4-BE49-F238E27FC236}">
                <a16:creationId xmlns:a16="http://schemas.microsoft.com/office/drawing/2014/main" id="{51E62294-5D6D-4AB5-AC91-5181F733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0688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6" name="object-75-s1-ux">
            <a:extLst xmlns:a="http://schemas.openxmlformats.org/drawingml/2006/main">
              <a:ext uri="{FF2B5EF4-FFF2-40B4-BE49-F238E27FC236}">
                <a16:creationId xmlns:a16="http://schemas.microsoft.com/office/drawing/2014/main" id="{F54DA0EC-EE2D-442E-8707-FEAD8C4AE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0688" y="33208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7" name="object-76-s1-ux">
            <a:extLst xmlns:a="http://schemas.openxmlformats.org/drawingml/2006/main">
              <a:ext uri="{FF2B5EF4-FFF2-40B4-BE49-F238E27FC236}">
                <a16:creationId xmlns:a16="http://schemas.microsoft.com/office/drawing/2014/main" id="{5ABDE1AE-8096-40E5-A596-D8BA2862C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48" name="object-77-s1-ux">
            <a:extLst xmlns:a="http://schemas.openxmlformats.org/drawingml/2006/main">
              <a:ext uri="{FF2B5EF4-FFF2-40B4-BE49-F238E27FC236}">
                <a16:creationId xmlns:a16="http://schemas.microsoft.com/office/drawing/2014/main" id="{B3C2AACD-E38C-47DA-A69B-4BC312DA2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9" name="object-78-s1-ux">
            <a:extLst xmlns:a="http://schemas.openxmlformats.org/drawingml/2006/main">
              <a:ext uri="{FF2B5EF4-FFF2-40B4-BE49-F238E27FC236}">
                <a16:creationId xmlns:a16="http://schemas.microsoft.com/office/drawing/2014/main" id="{48CB4487-C73C-4B8D-887B-98F3EC73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33208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0" name="object-79-s1-ux">
            <a:extLst xmlns:a="http://schemas.openxmlformats.org/drawingml/2006/main">
              <a:ext uri="{FF2B5EF4-FFF2-40B4-BE49-F238E27FC236}">
                <a16:creationId xmlns:a16="http://schemas.microsoft.com/office/drawing/2014/main" id="{EF9DED11-20A6-4EA8-B70B-85A007C6C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51" name="object-80-s1-ux">
            <a:extLst xmlns:a="http://schemas.openxmlformats.org/drawingml/2006/main">
              <a:ext uri="{FF2B5EF4-FFF2-40B4-BE49-F238E27FC236}">
                <a16:creationId xmlns:a16="http://schemas.microsoft.com/office/drawing/2014/main" id="{E79B8B96-E975-445A-9FAB-9664608D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5588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2" name="object-81-s1-ux">
            <a:extLst xmlns:a="http://schemas.openxmlformats.org/drawingml/2006/main">
              <a:ext uri="{FF2B5EF4-FFF2-40B4-BE49-F238E27FC236}">
                <a16:creationId xmlns:a16="http://schemas.microsoft.com/office/drawing/2014/main" id="{A15D906E-9F59-4EBD-9238-85DB71CD2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5588" y="33208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3" name="object-82-s1-ux">
            <a:extLst xmlns:a="http://schemas.openxmlformats.org/drawingml/2006/main">
              <a:ext uri="{FF2B5EF4-FFF2-40B4-BE49-F238E27FC236}">
                <a16:creationId xmlns:a16="http://schemas.microsoft.com/office/drawing/2014/main" id="{22D23DF8-4EFD-4573-AA8D-2A9810EFA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76346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54" name="object-83-s1-ux">
            <a:extLst xmlns:a="http://schemas.openxmlformats.org/drawingml/2006/main">
              <a:ext uri="{FF2B5EF4-FFF2-40B4-BE49-F238E27FC236}">
                <a16:creationId xmlns:a16="http://schemas.microsoft.com/office/drawing/2014/main" id="{835306D3-03A0-4F90-A4A6-5801222BA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12541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55" name="object-84-s1-ux">
            <a:extLst xmlns:a="http://schemas.openxmlformats.org/drawingml/2006/main">
              <a:ext uri="{FF2B5EF4-FFF2-40B4-BE49-F238E27FC236}">
                <a16:creationId xmlns:a16="http://schemas.microsoft.com/office/drawing/2014/main" id="{9D64FF13-7787-4FCE-AC43-451FE21F7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176346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56" name="object-85-s1-ux">
            <a:extLst xmlns:a="http://schemas.openxmlformats.org/drawingml/2006/main">
              <a:ext uri="{FF2B5EF4-FFF2-40B4-BE49-F238E27FC236}">
                <a16:creationId xmlns:a16="http://schemas.microsoft.com/office/drawing/2014/main" id="{C33CBB74-FF4C-4E33-BC2B-AFF9CC2DD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5513" y="17206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7" name="object-86-s1-ux">
            <a:extLst xmlns:a="http://schemas.openxmlformats.org/drawingml/2006/main">
              <a:ext uri="{FF2B5EF4-FFF2-40B4-BE49-F238E27FC236}">
                <a16:creationId xmlns:a16="http://schemas.microsoft.com/office/drawing/2014/main" id="{2B429217-E65F-43E9-84A5-2EBBBB94F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8363" y="2025402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58" name="object-87-s1-ux">
            <a:extLst xmlns:a="http://schemas.openxmlformats.org/drawingml/2006/main">
              <a:ext uri="{FF2B5EF4-FFF2-40B4-BE49-F238E27FC236}">
                <a16:creationId xmlns:a16="http://schemas.microsoft.com/office/drawing/2014/main" id="{6788BB11-9F93-40C8-AE44-C705F2AA5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05873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59" name="object-88-s1-ux">
            <a:extLst xmlns:a="http://schemas.openxmlformats.org/drawingml/2006/main">
              <a:ext uri="{FF2B5EF4-FFF2-40B4-BE49-F238E27FC236}">
                <a16:creationId xmlns:a16="http://schemas.microsoft.com/office/drawing/2014/main" id="{2BADAAE9-EA79-436A-AC30-DEFB8ACB9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382589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60" name="object-89-s1-ux">
            <a:extLst xmlns:a="http://schemas.openxmlformats.org/drawingml/2006/main">
              <a:ext uri="{FF2B5EF4-FFF2-40B4-BE49-F238E27FC236}">
                <a16:creationId xmlns:a16="http://schemas.microsoft.com/office/drawing/2014/main" id="{3F2A518B-30A1-40C5-9072-09FFA6595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744539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61" name="object-90-s1-ux">
            <a:extLst xmlns:a="http://schemas.openxmlformats.org/drawingml/2006/main">
              <a:ext uri="{FF2B5EF4-FFF2-40B4-BE49-F238E27FC236}">
                <a16:creationId xmlns:a16="http://schemas.microsoft.com/office/drawing/2014/main" id="{39777E17-A6E0-4597-A2B4-79CA5C359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382589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62" name="object-91-s1-ux">
            <a:extLst xmlns:a="http://schemas.openxmlformats.org/drawingml/2006/main">
              <a:ext uri="{FF2B5EF4-FFF2-40B4-BE49-F238E27FC236}">
                <a16:creationId xmlns:a16="http://schemas.microsoft.com/office/drawing/2014/main" id="{4A2D1677-8A19-48A5-AEF6-BB871D051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3063" y="233972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63" name="object-92-s1-ux">
            <a:extLst xmlns:a="http://schemas.openxmlformats.org/drawingml/2006/main">
              <a:ext uri="{FF2B5EF4-FFF2-40B4-BE49-F238E27FC236}">
                <a16:creationId xmlns:a16="http://schemas.microsoft.com/office/drawing/2014/main" id="{85BA46A3-CE8A-4E2D-90AA-4E7A6443A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913" y="2644527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64" name="object-93-s1-ux">
            <a:extLst xmlns:a="http://schemas.openxmlformats.org/drawingml/2006/main">
              <a:ext uri="{FF2B5EF4-FFF2-40B4-BE49-F238E27FC236}">
                <a16:creationId xmlns:a16="http://schemas.microsoft.com/office/drawing/2014/main" id="{8C5CA992-5BDF-435F-9806-7EC41A9DA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77864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65" name="object-94-s1-ux">
            <a:extLst xmlns:a="http://schemas.openxmlformats.org/drawingml/2006/main">
              <a:ext uri="{FF2B5EF4-FFF2-40B4-BE49-F238E27FC236}">
                <a16:creationId xmlns:a16="http://schemas.microsoft.com/office/drawing/2014/main" id="{F59D0627-885F-4808-99DE-75A268E6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66" name="object-95-s1-ux">
            <a:extLst xmlns:a="http://schemas.openxmlformats.org/drawingml/2006/main">
              <a:ext uri="{FF2B5EF4-FFF2-40B4-BE49-F238E27FC236}">
                <a16:creationId xmlns:a16="http://schemas.microsoft.com/office/drawing/2014/main" id="{51F772F9-D89A-4555-A202-D092D67B2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4350" y="2642622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67" name="object-96-s1-ux">
            <a:extLst xmlns:a="http://schemas.openxmlformats.org/drawingml/2006/main">
              <a:ext uri="{FF2B5EF4-FFF2-40B4-BE49-F238E27FC236}">
                <a16:creationId xmlns:a16="http://schemas.microsoft.com/office/drawing/2014/main" id="{6D6FA550-063B-4375-9A3D-63777CC1F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68" name="object-97-s1-ux">
            <a:extLst xmlns:a="http://schemas.openxmlformats.org/drawingml/2006/main">
              <a:ext uri="{FF2B5EF4-FFF2-40B4-BE49-F238E27FC236}">
                <a16:creationId xmlns:a16="http://schemas.microsoft.com/office/drawing/2014/main" id="{08367DA9-30B5-4934-9B15-E829D32F3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6800" y="2642622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69" name="object-98-s1-ux">
            <a:extLst xmlns:a="http://schemas.openxmlformats.org/drawingml/2006/main">
              <a:ext uri="{FF2B5EF4-FFF2-40B4-BE49-F238E27FC236}">
                <a16:creationId xmlns:a16="http://schemas.microsoft.com/office/drawing/2014/main" id="{47565C71-A1D6-4A7E-9668-813F62F5D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001714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70" name="object-99-s1-ux">
            <a:extLst xmlns:a="http://schemas.openxmlformats.org/drawingml/2006/main">
              <a:ext uri="{FF2B5EF4-FFF2-40B4-BE49-F238E27FC236}">
                <a16:creationId xmlns:a16="http://schemas.microsoft.com/office/drawing/2014/main" id="{043B6EF9-421E-42AD-9A26-1DADFEDB6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363664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71" name="object-100-s1-ux">
            <a:extLst xmlns:a="http://schemas.openxmlformats.org/drawingml/2006/main">
              <a:ext uri="{FF2B5EF4-FFF2-40B4-BE49-F238E27FC236}">
                <a16:creationId xmlns:a16="http://schemas.microsoft.com/office/drawing/2014/main" id="{E451856A-7E95-4E58-BCAC-C763B09FE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20789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72" name="object-101-s1-ux">
            <a:extLst xmlns:a="http://schemas.openxmlformats.org/drawingml/2006/main">
              <a:ext uri="{FF2B5EF4-FFF2-40B4-BE49-F238E27FC236}">
                <a16:creationId xmlns:a16="http://schemas.microsoft.com/office/drawing/2014/main" id="{7C431F6A-73D9-477C-A41D-C92E47B5A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1900" y="3261747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73" name="object-102-s1-ux">
            <a:extLst xmlns:a="http://schemas.openxmlformats.org/drawingml/2006/main">
              <a:ext uri="{FF2B5EF4-FFF2-40B4-BE49-F238E27FC236}">
                <a16:creationId xmlns:a16="http://schemas.microsoft.com/office/drawing/2014/main" id="{1D5C3170-B074-4409-ADB5-C39A3622F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74" name="object-103-s1-ux">
            <a:extLst xmlns:a="http://schemas.openxmlformats.org/drawingml/2006/main">
              <a:ext uri="{FF2B5EF4-FFF2-40B4-BE49-F238E27FC236}">
                <a16:creationId xmlns:a16="http://schemas.microsoft.com/office/drawing/2014/main" id="{9BE9A08E-A837-42B3-AC9A-673A7118C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5513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75" name="object-104-s1-ux">
            <a:extLst xmlns:a="http://schemas.openxmlformats.org/drawingml/2006/main">
              <a:ext uri="{FF2B5EF4-FFF2-40B4-BE49-F238E27FC236}">
                <a16:creationId xmlns:a16="http://schemas.microsoft.com/office/drawing/2014/main" id="{26BCF029-0492-48DC-B0AB-C64D589B5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8363" y="3263652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76" name="object-105-s1-ux">
            <a:extLst xmlns:a="http://schemas.openxmlformats.org/drawingml/2006/main">
              <a:ext uri="{FF2B5EF4-FFF2-40B4-BE49-F238E27FC236}">
                <a16:creationId xmlns:a16="http://schemas.microsoft.com/office/drawing/2014/main" id="{BE5C8864-FB72-44D6-B417-6DFF53DC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9698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77" name="object-106-s1-ux">
            <a:extLst xmlns:a="http://schemas.openxmlformats.org/drawingml/2006/main">
              <a:ext uri="{FF2B5EF4-FFF2-40B4-BE49-F238E27FC236}">
                <a16:creationId xmlns:a16="http://schemas.microsoft.com/office/drawing/2014/main" id="{6F8D912D-7671-460F-9854-74F439311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220789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78" name="object-107-s1-ux">
            <a:extLst xmlns:a="http://schemas.openxmlformats.org/drawingml/2006/main">
              <a:ext uri="{FF2B5EF4-FFF2-40B4-BE49-F238E27FC236}">
                <a16:creationId xmlns:a16="http://schemas.microsoft.com/office/drawing/2014/main" id="{7DEF510D-5123-496A-9803-502508E92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6800" y="3261747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79" name="object-155-s0-ux">
            <a:extLst xmlns:a="http://schemas.openxmlformats.org/drawingml/2006/main">
              <a:ext uri="{FF2B5EF4-FFF2-40B4-BE49-F238E27FC236}">
                <a16:creationId xmlns:a16="http://schemas.microsoft.com/office/drawing/2014/main" id="{EB8640DD-9362-4245-A4A3-2738F255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7186315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PIF groups candidates. Equality saturation checks derivability. SMT validates each retained concrete rule.</a:t>
            </a:r>
          </a:p>
        </p:txBody>
      </p:sp>
      <p:sp>
        <p:nvSpPr>
          <p:cNvPr id="80" name="object-156-s0-ux">
            <a:extLst xmlns:a="http://schemas.openxmlformats.org/drawingml/2006/main">
              <a:ext uri="{FF2B5EF4-FFF2-40B4-BE49-F238E27FC236}">
                <a16:creationId xmlns:a16="http://schemas.microsoft.com/office/drawing/2014/main" id="{07A6611A-EF32-43B4-952A-B822DA4ED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5740003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QSymb synthesis / anchoring methods; CZ → CX illustration derived for this talk</a:t>
            </a:r>
          </a:p>
        </p:txBody>
      </p:sp>
      <p:sp>
        <p:nvSpPr>
          <p:cNvPr id="81" name="object-157-s0-ux">
            <a:extLst xmlns:a="http://schemas.openxmlformats.org/drawingml/2006/main">
              <a:ext uri="{FF2B5EF4-FFF2-40B4-BE49-F238E27FC236}">
                <a16:creationId xmlns:a16="http://schemas.microsoft.com/office/drawing/2014/main" id="{96CB0F9B-AA3F-4A81-96EB-347CA49BF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06 / 14</a:t>
            </a:r>
          </a:p>
        </p:txBody>
      </p:sp>
      <p:sp>
        <p:nvSpPr>
          <p:cNvPr id="82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6CAEE271-30D0-4B91-BE8F-9F73C2270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2 / 6</a:t>
            </a:r>
          </a:p>
        </p:txBody>
      </p:sp>
    </p:spTree>
    <p:extLst>
      <p:ext uri="{BB962C8B-B14F-4D97-AF65-F5344CB8AC3E}">
        <p14:creationId xmlns:p14="http://schemas.microsoft.com/office/powerpoint/2010/main" val="200508891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0" name="top-accent">
            <a:extLst xmlns:a="http://schemas.openxmlformats.org/drawingml/2006/main">
              <a:ext uri="{FF2B5EF4-FFF2-40B4-BE49-F238E27FC236}">
                <a16:creationId xmlns:a16="http://schemas.microsoft.com/office/drawing/2014/main" id="{6FDC3C77-221C-465F-AF55-345DE9E20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AD64B3B2-6E94-41BE-9713-125942FA3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9649152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Concrete synthesis learns rules and filters redundancy</a:t>
            </a:r>
          </a:p>
        </p:txBody>
      </p:sp>
      <p:sp>
        <p:nvSpPr>
          <p:cNvPr id="3" name="object-32-s1-ux">
            <a:extLst xmlns:a="http://schemas.openxmlformats.org/drawingml/2006/main">
              <a:ext uri="{FF2B5EF4-FFF2-40B4-BE49-F238E27FC236}">
                <a16:creationId xmlns:a16="http://schemas.microsoft.com/office/drawing/2014/main" id="{47FB6C16-3FE1-4494-B0D2-93E1C760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191964"/>
            <a:ext cx="2571750" cy="2381250"/>
          </a:xfrm>
          <a:prstGeom xmlns:a="http://schemas.openxmlformats.org/drawingml/2006/main" prst="roundRect">
            <a:avLst>
              <a:gd name="adj" fmla="val 480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87E86"/>
            </a:solidFill>
            <a:prstDash val="dash"/>
          </a:ln>
        </p:spPr>
      </p:sp>
      <p:sp>
        <p:nvSpPr>
          <p:cNvPr id="4" name="object-33-s1-ux">
            <a:extLst xmlns:a="http://schemas.openxmlformats.org/drawingml/2006/main">
              <a:ext uri="{FF2B5EF4-FFF2-40B4-BE49-F238E27FC236}">
                <a16:creationId xmlns:a16="http://schemas.microsoft.com/office/drawing/2014/main" id="{3A26FA65-5978-4104-AD96-792D01BD6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15" y="1244352"/>
            <a:ext cx="1585020" cy="316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Identity class</a:t>
            </a:r>
          </a:p>
        </p:txBody>
      </p:sp>
      <p:sp>
        <p:nvSpPr>
          <p:cNvPr id="5" name="object-34-s1-ux">
            <a:extLst xmlns:a="http://schemas.openxmlformats.org/drawingml/2006/main">
              <a:ext uri="{FF2B5EF4-FFF2-40B4-BE49-F238E27FC236}">
                <a16:creationId xmlns:a16="http://schemas.microsoft.com/office/drawing/2014/main" id="{08875BA6-7357-49A9-92E5-EBE6E5283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191964"/>
            <a:ext cx="2571750" cy="2381250"/>
          </a:xfrm>
          <a:prstGeom xmlns:a="http://schemas.openxmlformats.org/drawingml/2006/main" prst="roundRect">
            <a:avLst>
              <a:gd name="adj" fmla="val 480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87E86"/>
            </a:solidFill>
            <a:prstDash val="dash"/>
          </a:ln>
        </p:spPr>
      </p:sp>
      <p:sp>
        <p:nvSpPr>
          <p:cNvPr id="6" name="object-35-s1-ux">
            <a:extLst xmlns:a="http://schemas.openxmlformats.org/drawingml/2006/main">
              <a:ext uri="{FF2B5EF4-FFF2-40B4-BE49-F238E27FC236}">
                <a16:creationId xmlns:a16="http://schemas.microsoft.com/office/drawing/2014/main" id="{92F4AF34-3655-4ED4-8D38-818A275C3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6207" y="1244352"/>
            <a:ext cx="1055787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CZ class</a:t>
            </a:r>
          </a:p>
        </p:txBody>
      </p:sp>
      <p:sp>
        <p:nvSpPr>
          <p:cNvPr id="7" name="object-36-s1-ux">
            <a:extLst xmlns:a="http://schemas.openxmlformats.org/drawingml/2006/main">
              <a:ext uri="{FF2B5EF4-FFF2-40B4-BE49-F238E27FC236}">
                <a16:creationId xmlns:a16="http://schemas.microsoft.com/office/drawing/2014/main" id="{E82B537C-8B0F-49EC-884A-422292333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191964"/>
            <a:ext cx="2571750" cy="2381250"/>
          </a:xfrm>
          <a:prstGeom xmlns:a="http://schemas.openxmlformats.org/drawingml/2006/main" prst="roundRect">
            <a:avLst>
              <a:gd name="adj" fmla="val 480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87E86"/>
            </a:solidFill>
            <a:prstDash val="dash"/>
          </a:ln>
        </p:spPr>
      </p:sp>
      <p:sp>
        <p:nvSpPr>
          <p:cNvPr id="8" name="object-37-s1-ux">
            <a:extLst xmlns:a="http://schemas.openxmlformats.org/drawingml/2006/main">
              <a:ext uri="{FF2B5EF4-FFF2-40B4-BE49-F238E27FC236}">
                <a16:creationId xmlns:a16="http://schemas.microsoft.com/office/drawing/2014/main" id="{904F5591-DF46-4E07-BBC7-BA6BE5D8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1884" y="1244352"/>
            <a:ext cx="1069181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CX class</a:t>
            </a:r>
          </a:p>
        </p:txBody>
      </p:sp>
      <p:sp>
        <p:nvSpPr>
          <p:cNvPr id="9" name="object-38-s1-ux">
            <a:extLst xmlns:a="http://schemas.openxmlformats.org/drawingml/2006/main">
              <a:ext uri="{FF2B5EF4-FFF2-40B4-BE49-F238E27FC236}">
                <a16:creationId xmlns:a16="http://schemas.microsoft.com/office/drawing/2014/main" id="{17AD700D-20F3-435C-AECB-EDE0CB54F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1763464"/>
            <a:ext cx="838200" cy="95"/>
          </a:xfrm>
          <a:custGeom xmlns:a="http://schemas.openxmlformats.org/drawingml/2006/main">
            <a:pathLst>
              <a:path w="838200" h="95">
                <a:moveTo>
                  <a:pt x="0" y="0"/>
                </a:moveTo>
                <a:lnTo>
                  <a:pt x="838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10" name="object-39-s1-ux">
            <a:extLst xmlns:a="http://schemas.openxmlformats.org/drawingml/2006/main">
              <a:ext uri="{FF2B5EF4-FFF2-40B4-BE49-F238E27FC236}">
                <a16:creationId xmlns:a16="http://schemas.microsoft.com/office/drawing/2014/main" id="{0C771FE6-A76C-4953-8B5F-B6801B027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2125414"/>
            <a:ext cx="838200" cy="95"/>
          </a:xfrm>
          <a:custGeom xmlns:a="http://schemas.openxmlformats.org/drawingml/2006/main">
            <a:pathLst>
              <a:path w="838200" h="95">
                <a:moveTo>
                  <a:pt x="0" y="0"/>
                </a:moveTo>
                <a:lnTo>
                  <a:pt x="838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11" name="object-40-s1-ux">
            <a:extLst xmlns:a="http://schemas.openxmlformats.org/drawingml/2006/main">
              <a:ext uri="{FF2B5EF4-FFF2-40B4-BE49-F238E27FC236}">
                <a16:creationId xmlns:a16="http://schemas.microsoft.com/office/drawing/2014/main" id="{9912ABF8-2BE2-48FF-8296-A4D5CD9A1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382589"/>
            <a:ext cx="1333500" cy="95"/>
          </a:xfrm>
          <a:custGeom xmlns:a="http://schemas.openxmlformats.org/drawingml/2006/main">
            <a:pathLst>
              <a:path w="1333500" h="9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2" name="object-41-s1-ux">
            <a:extLst xmlns:a="http://schemas.openxmlformats.org/drawingml/2006/main">
              <a:ext uri="{FF2B5EF4-FFF2-40B4-BE49-F238E27FC236}">
                <a16:creationId xmlns:a16="http://schemas.microsoft.com/office/drawing/2014/main" id="{84456897-1E50-4402-8615-20465841A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744539"/>
            <a:ext cx="1333500" cy="95"/>
          </a:xfrm>
          <a:custGeom xmlns:a="http://schemas.openxmlformats.org/drawingml/2006/main">
            <a:pathLst>
              <a:path w="1333500" h="9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3" name="object-42-s1-ux">
            <a:extLst xmlns:a="http://schemas.openxmlformats.org/drawingml/2006/main">
              <a:ext uri="{FF2B5EF4-FFF2-40B4-BE49-F238E27FC236}">
                <a16:creationId xmlns:a16="http://schemas.microsoft.com/office/drawing/2014/main" id="{6530B471-0A00-44DC-8D00-9FCDE0DE6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4" name="object-43-s1-ux">
            <a:extLst xmlns:a="http://schemas.openxmlformats.org/drawingml/2006/main">
              <a:ext uri="{FF2B5EF4-FFF2-40B4-BE49-F238E27FC236}">
                <a16:creationId xmlns:a16="http://schemas.microsoft.com/office/drawing/2014/main" id="{FF4A2CCE-05E2-47B8-981C-4119D3F51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3375" y="2642622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5" name="object-44-s1-ux">
            <a:extLst xmlns:a="http://schemas.openxmlformats.org/drawingml/2006/main">
              <a:ext uri="{FF2B5EF4-FFF2-40B4-BE49-F238E27FC236}">
                <a16:creationId xmlns:a16="http://schemas.microsoft.com/office/drawing/2014/main" id="{6B0CC22C-57C6-4DBB-9727-6FD4FF3A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6" name="object-45-s1-ux">
            <a:extLst xmlns:a="http://schemas.openxmlformats.org/drawingml/2006/main">
              <a:ext uri="{FF2B5EF4-FFF2-40B4-BE49-F238E27FC236}">
                <a16:creationId xmlns:a16="http://schemas.microsoft.com/office/drawing/2014/main" id="{26BD18A5-2632-4274-B316-5077B52A4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5825" y="2642622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7" name="object-46-s1-ux">
            <a:extLst xmlns:a="http://schemas.openxmlformats.org/drawingml/2006/main">
              <a:ext uri="{FF2B5EF4-FFF2-40B4-BE49-F238E27FC236}">
                <a16:creationId xmlns:a16="http://schemas.microsoft.com/office/drawing/2014/main" id="{FDFDD3DB-28E1-4CF1-8FE1-A0176FB89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1714"/>
            <a:ext cx="1333500" cy="95"/>
          </a:xfrm>
          <a:custGeom xmlns:a="http://schemas.openxmlformats.org/drawingml/2006/main">
            <a:pathLst>
              <a:path w="1333500" h="9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8" name="object-47-s1-ux">
            <a:extLst xmlns:a="http://schemas.openxmlformats.org/drawingml/2006/main">
              <a:ext uri="{FF2B5EF4-FFF2-40B4-BE49-F238E27FC236}">
                <a16:creationId xmlns:a16="http://schemas.microsoft.com/office/drawing/2014/main" id="{ED5A0E16-CD74-4204-8C47-471929412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363664"/>
            <a:ext cx="1333500" cy="95"/>
          </a:xfrm>
          <a:custGeom xmlns:a="http://schemas.openxmlformats.org/drawingml/2006/main">
            <a:pathLst>
              <a:path w="1333500" h="9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9" name="object-48-s1-ux">
            <a:extLst xmlns:a="http://schemas.openxmlformats.org/drawingml/2006/main">
              <a:ext uri="{FF2B5EF4-FFF2-40B4-BE49-F238E27FC236}">
                <a16:creationId xmlns:a16="http://schemas.microsoft.com/office/drawing/2014/main" id="{D44BEAF0-90D8-4960-A411-6A1BD29DE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0" name="object-49-s1-ux">
            <a:extLst xmlns:a="http://schemas.openxmlformats.org/drawingml/2006/main">
              <a:ext uri="{FF2B5EF4-FFF2-40B4-BE49-F238E27FC236}">
                <a16:creationId xmlns:a16="http://schemas.microsoft.com/office/drawing/2014/main" id="{4CE809FD-5333-46F5-8E61-B9ADCC93D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4538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1" name="object-50-s1-ux">
            <a:extLst xmlns:a="http://schemas.openxmlformats.org/drawingml/2006/main">
              <a:ext uri="{FF2B5EF4-FFF2-40B4-BE49-F238E27FC236}">
                <a16:creationId xmlns:a16="http://schemas.microsoft.com/office/drawing/2014/main" id="{04EBBA35-AF62-43BB-BD10-FA021B3AA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7388" y="3263652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2" name="object-51-s1-ux">
            <a:extLst xmlns:a="http://schemas.openxmlformats.org/drawingml/2006/main">
              <a:ext uri="{FF2B5EF4-FFF2-40B4-BE49-F238E27FC236}">
                <a16:creationId xmlns:a16="http://schemas.microsoft.com/office/drawing/2014/main" id="{CB9133EA-9B4E-43FB-8599-64EFBADB0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29698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3" name="object-52-s1-ux">
            <a:extLst xmlns:a="http://schemas.openxmlformats.org/drawingml/2006/main">
              <a:ext uri="{FF2B5EF4-FFF2-40B4-BE49-F238E27FC236}">
                <a16:creationId xmlns:a16="http://schemas.microsoft.com/office/drawing/2014/main" id="{48BC4CCD-8125-425D-BF9E-F5D7C26F1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4" name="object-53-s1-ux">
            <a:extLst xmlns:a="http://schemas.openxmlformats.org/drawingml/2006/main">
              <a:ext uri="{FF2B5EF4-FFF2-40B4-BE49-F238E27FC236}">
                <a16:creationId xmlns:a16="http://schemas.microsoft.com/office/drawing/2014/main" id="{5052F542-872A-4497-82ED-57189178F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6988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5" name="object-54-s1-ux">
            <a:extLst xmlns:a="http://schemas.openxmlformats.org/drawingml/2006/main">
              <a:ext uri="{FF2B5EF4-FFF2-40B4-BE49-F238E27FC236}">
                <a16:creationId xmlns:a16="http://schemas.microsoft.com/office/drawing/2014/main" id="{658C81BD-664A-4D09-8794-A952AD102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9838" y="3263652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6" name="object-55-s1-ux">
            <a:extLst xmlns:a="http://schemas.openxmlformats.org/drawingml/2006/main">
              <a:ext uri="{FF2B5EF4-FFF2-40B4-BE49-F238E27FC236}">
                <a16:creationId xmlns:a16="http://schemas.microsoft.com/office/drawing/2014/main" id="{485B7F01-0094-495F-82EE-C82CBE54B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329698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7" name="object-56-s1-ux">
            <a:extLst xmlns:a="http://schemas.openxmlformats.org/drawingml/2006/main">
              <a:ext uri="{FF2B5EF4-FFF2-40B4-BE49-F238E27FC236}">
                <a16:creationId xmlns:a16="http://schemas.microsoft.com/office/drawing/2014/main" id="{96E5E2EA-AF19-4189-9614-18D7BC691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176346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28" name="object-57-s1-ux">
            <a:extLst xmlns:a="http://schemas.openxmlformats.org/drawingml/2006/main">
              <a:ext uri="{FF2B5EF4-FFF2-40B4-BE49-F238E27FC236}">
                <a16:creationId xmlns:a16="http://schemas.microsoft.com/office/drawing/2014/main" id="{A12BD2AA-6ECF-4BEB-A6B8-53295721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12541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29" name="object-58-s1-ux">
            <a:extLst xmlns:a="http://schemas.openxmlformats.org/drawingml/2006/main">
              <a:ext uri="{FF2B5EF4-FFF2-40B4-BE49-F238E27FC236}">
                <a16:creationId xmlns:a16="http://schemas.microsoft.com/office/drawing/2014/main" id="{7A0F0BD1-4FF6-4320-A3FD-B924EFEFB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6346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30" name="object-59-s1-ux">
            <a:extLst xmlns:a="http://schemas.openxmlformats.org/drawingml/2006/main">
              <a:ext uri="{FF2B5EF4-FFF2-40B4-BE49-F238E27FC236}">
                <a16:creationId xmlns:a16="http://schemas.microsoft.com/office/drawing/2014/main" id="{D50E9214-007B-4C11-BD0C-AB98A899A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17206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1" name="object-60-s1-ux">
            <a:extLst xmlns:a="http://schemas.openxmlformats.org/drawingml/2006/main">
              <a:ext uri="{FF2B5EF4-FFF2-40B4-BE49-F238E27FC236}">
                <a16:creationId xmlns:a16="http://schemas.microsoft.com/office/drawing/2014/main" id="{386F7053-6927-45FF-ABC1-934957D28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20825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2" name="object-61-s1-ux">
            <a:extLst xmlns:a="http://schemas.openxmlformats.org/drawingml/2006/main">
              <a:ext uri="{FF2B5EF4-FFF2-40B4-BE49-F238E27FC236}">
                <a16:creationId xmlns:a16="http://schemas.microsoft.com/office/drawing/2014/main" id="{80A32462-50D7-4A63-B872-E12F89C27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2382589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33" name="object-62-s1-ux">
            <a:extLst xmlns:a="http://schemas.openxmlformats.org/drawingml/2006/main">
              <a:ext uri="{FF2B5EF4-FFF2-40B4-BE49-F238E27FC236}">
                <a16:creationId xmlns:a16="http://schemas.microsoft.com/office/drawing/2014/main" id="{05131145-0779-49FA-97DE-B5D60EFA7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2744539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34" name="object-63-s1-ux">
            <a:extLst xmlns:a="http://schemas.openxmlformats.org/drawingml/2006/main">
              <a:ext uri="{FF2B5EF4-FFF2-40B4-BE49-F238E27FC236}">
                <a16:creationId xmlns:a16="http://schemas.microsoft.com/office/drawing/2014/main" id="{26D80B69-CBDF-457B-8F48-6ABEDC8A5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35" name="object-64-s1-ux">
            <a:extLst xmlns:a="http://schemas.openxmlformats.org/drawingml/2006/main">
              <a:ext uri="{FF2B5EF4-FFF2-40B4-BE49-F238E27FC236}">
                <a16:creationId xmlns:a16="http://schemas.microsoft.com/office/drawing/2014/main" id="{DE6FC7A3-A627-4FAD-8192-FCF4E0086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061" y="2642622"/>
            <a:ext cx="19317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36" name="object-65-s1-ux">
            <a:extLst xmlns:a="http://schemas.openxmlformats.org/drawingml/2006/main">
              <a:ext uri="{FF2B5EF4-FFF2-40B4-BE49-F238E27FC236}">
                <a16:creationId xmlns:a16="http://schemas.microsoft.com/office/drawing/2014/main" id="{8D872C3E-5B35-4A5D-9C2E-9D403FBB5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82589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37" name="object-66-s1-ux">
            <a:extLst xmlns:a="http://schemas.openxmlformats.org/drawingml/2006/main">
              <a:ext uri="{FF2B5EF4-FFF2-40B4-BE49-F238E27FC236}">
                <a16:creationId xmlns:a16="http://schemas.microsoft.com/office/drawing/2014/main" id="{A871ACB5-92F3-444B-81E7-5C39C5976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233972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8" name="object-67-s1-ux">
            <a:extLst xmlns:a="http://schemas.openxmlformats.org/drawingml/2006/main">
              <a:ext uri="{FF2B5EF4-FFF2-40B4-BE49-F238E27FC236}">
                <a16:creationId xmlns:a16="http://schemas.microsoft.com/office/drawing/2014/main" id="{7D4345A1-2340-4A17-97D0-26E522FCB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5988" y="2644527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39" name="object-68-s1-ux">
            <a:extLst xmlns:a="http://schemas.openxmlformats.org/drawingml/2006/main">
              <a:ext uri="{FF2B5EF4-FFF2-40B4-BE49-F238E27FC236}">
                <a16:creationId xmlns:a16="http://schemas.microsoft.com/office/drawing/2014/main" id="{DC2F5169-D08D-4EC3-96B2-409E1E0CB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677864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40" name="object-69-s1-ux">
            <a:extLst xmlns:a="http://schemas.openxmlformats.org/drawingml/2006/main">
              <a:ext uri="{FF2B5EF4-FFF2-40B4-BE49-F238E27FC236}">
                <a16:creationId xmlns:a16="http://schemas.microsoft.com/office/drawing/2014/main" id="{02D99416-3CFE-4636-8262-1F2582B2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41" name="object-70-s1-ux">
            <a:extLst xmlns:a="http://schemas.openxmlformats.org/drawingml/2006/main">
              <a:ext uri="{FF2B5EF4-FFF2-40B4-BE49-F238E27FC236}">
                <a16:creationId xmlns:a16="http://schemas.microsoft.com/office/drawing/2014/main" id="{FD7B43AF-C5FE-4266-BEC3-10D3E9D4A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961" y="2642622"/>
            <a:ext cx="19317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42" name="object-71-s1-ux">
            <a:extLst xmlns:a="http://schemas.openxmlformats.org/drawingml/2006/main">
              <a:ext uri="{FF2B5EF4-FFF2-40B4-BE49-F238E27FC236}">
                <a16:creationId xmlns:a16="http://schemas.microsoft.com/office/drawing/2014/main" id="{9E69D1D1-FC97-4B34-A60A-F37468154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3001714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43" name="object-72-s1-ux">
            <a:extLst xmlns:a="http://schemas.openxmlformats.org/drawingml/2006/main">
              <a:ext uri="{FF2B5EF4-FFF2-40B4-BE49-F238E27FC236}">
                <a16:creationId xmlns:a16="http://schemas.microsoft.com/office/drawing/2014/main" id="{B16BBDD0-8F7B-4EDA-ACFB-7F728ED79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3363664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44" name="object-73-s1-ux">
            <a:extLst xmlns:a="http://schemas.openxmlformats.org/drawingml/2006/main">
              <a:ext uri="{FF2B5EF4-FFF2-40B4-BE49-F238E27FC236}">
                <a16:creationId xmlns:a16="http://schemas.microsoft.com/office/drawing/2014/main" id="{F57266A8-E00A-4097-B0BE-DE163C48B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45" name="object-74-s1-ux">
            <a:extLst xmlns:a="http://schemas.openxmlformats.org/drawingml/2006/main">
              <a:ext uri="{FF2B5EF4-FFF2-40B4-BE49-F238E27FC236}">
                <a16:creationId xmlns:a16="http://schemas.microsoft.com/office/drawing/2014/main" id="{46BD8F3E-7283-4D95-8453-701C26BC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0688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6" name="object-75-s1-ux">
            <a:extLst xmlns:a="http://schemas.openxmlformats.org/drawingml/2006/main">
              <a:ext uri="{FF2B5EF4-FFF2-40B4-BE49-F238E27FC236}">
                <a16:creationId xmlns:a16="http://schemas.microsoft.com/office/drawing/2014/main" id="{5DCCFD43-27FF-4EDF-A579-D3CFBEF89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0688" y="33208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7" name="object-76-s1-ux">
            <a:extLst xmlns:a="http://schemas.openxmlformats.org/drawingml/2006/main">
              <a:ext uri="{FF2B5EF4-FFF2-40B4-BE49-F238E27FC236}">
                <a16:creationId xmlns:a16="http://schemas.microsoft.com/office/drawing/2014/main" id="{F79E82D1-7F44-498D-9DD5-BF158E39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48" name="object-77-s1-ux">
            <a:extLst xmlns:a="http://schemas.openxmlformats.org/drawingml/2006/main">
              <a:ext uri="{FF2B5EF4-FFF2-40B4-BE49-F238E27FC236}">
                <a16:creationId xmlns:a16="http://schemas.microsoft.com/office/drawing/2014/main" id="{514DAF72-0B61-4A72-8FAF-F7CA8377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9" name="object-78-s1-ux">
            <a:extLst xmlns:a="http://schemas.openxmlformats.org/drawingml/2006/main">
              <a:ext uri="{FF2B5EF4-FFF2-40B4-BE49-F238E27FC236}">
                <a16:creationId xmlns:a16="http://schemas.microsoft.com/office/drawing/2014/main" id="{FCEF0704-45E0-48ED-9EC8-3AADFBD0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33208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0" name="object-79-s1-ux">
            <a:extLst xmlns:a="http://schemas.openxmlformats.org/drawingml/2006/main">
              <a:ext uri="{FF2B5EF4-FFF2-40B4-BE49-F238E27FC236}">
                <a16:creationId xmlns:a16="http://schemas.microsoft.com/office/drawing/2014/main" id="{12AD9272-D46E-40EE-B67C-259A008A5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51" name="object-80-s1-ux">
            <a:extLst xmlns:a="http://schemas.openxmlformats.org/drawingml/2006/main">
              <a:ext uri="{FF2B5EF4-FFF2-40B4-BE49-F238E27FC236}">
                <a16:creationId xmlns:a16="http://schemas.microsoft.com/office/drawing/2014/main" id="{A874FD37-6CBB-405A-B394-8BED5101C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5588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2" name="object-81-s1-ux">
            <a:extLst xmlns:a="http://schemas.openxmlformats.org/drawingml/2006/main">
              <a:ext uri="{FF2B5EF4-FFF2-40B4-BE49-F238E27FC236}">
                <a16:creationId xmlns:a16="http://schemas.microsoft.com/office/drawing/2014/main" id="{66B10F44-6FB6-4BC6-80EC-247A7592E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5588" y="33208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3" name="object-82-s1-ux">
            <a:extLst xmlns:a="http://schemas.openxmlformats.org/drawingml/2006/main">
              <a:ext uri="{FF2B5EF4-FFF2-40B4-BE49-F238E27FC236}">
                <a16:creationId xmlns:a16="http://schemas.microsoft.com/office/drawing/2014/main" id="{42304EBF-EECC-422C-9BF7-089E0521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76346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54" name="object-83-s1-ux">
            <a:extLst xmlns:a="http://schemas.openxmlformats.org/drawingml/2006/main">
              <a:ext uri="{FF2B5EF4-FFF2-40B4-BE49-F238E27FC236}">
                <a16:creationId xmlns:a16="http://schemas.microsoft.com/office/drawing/2014/main" id="{AB6F20FD-0F58-44A4-A37D-BED60AD7B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12541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55" name="object-84-s1-ux">
            <a:extLst xmlns:a="http://schemas.openxmlformats.org/drawingml/2006/main">
              <a:ext uri="{FF2B5EF4-FFF2-40B4-BE49-F238E27FC236}">
                <a16:creationId xmlns:a16="http://schemas.microsoft.com/office/drawing/2014/main" id="{2442D5B7-2372-45BD-8B6B-A961E5475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176346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56" name="object-85-s1-ux">
            <a:extLst xmlns:a="http://schemas.openxmlformats.org/drawingml/2006/main">
              <a:ext uri="{FF2B5EF4-FFF2-40B4-BE49-F238E27FC236}">
                <a16:creationId xmlns:a16="http://schemas.microsoft.com/office/drawing/2014/main" id="{AD3F4594-A20D-4774-A8CE-5C94BBA63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5513" y="17206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7" name="object-86-s1-ux">
            <a:extLst xmlns:a="http://schemas.openxmlformats.org/drawingml/2006/main">
              <a:ext uri="{FF2B5EF4-FFF2-40B4-BE49-F238E27FC236}">
                <a16:creationId xmlns:a16="http://schemas.microsoft.com/office/drawing/2014/main" id="{34CF7227-6905-4B7A-B857-9821F184F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8363" y="2025402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58" name="object-87-s1-ux">
            <a:extLst xmlns:a="http://schemas.openxmlformats.org/drawingml/2006/main">
              <a:ext uri="{FF2B5EF4-FFF2-40B4-BE49-F238E27FC236}">
                <a16:creationId xmlns:a16="http://schemas.microsoft.com/office/drawing/2014/main" id="{AC122FD4-7DB2-417D-BE00-775FF9A07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05873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59" name="object-88-s1-ux">
            <a:extLst xmlns:a="http://schemas.openxmlformats.org/drawingml/2006/main">
              <a:ext uri="{FF2B5EF4-FFF2-40B4-BE49-F238E27FC236}">
                <a16:creationId xmlns:a16="http://schemas.microsoft.com/office/drawing/2014/main" id="{D978087E-7E7D-4932-AEFD-B9854A173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382589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60" name="object-89-s1-ux">
            <a:extLst xmlns:a="http://schemas.openxmlformats.org/drawingml/2006/main">
              <a:ext uri="{FF2B5EF4-FFF2-40B4-BE49-F238E27FC236}">
                <a16:creationId xmlns:a16="http://schemas.microsoft.com/office/drawing/2014/main" id="{4542C1E5-38AA-4E52-9346-527D6EE0D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744539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61" name="object-90-s1-ux">
            <a:extLst xmlns:a="http://schemas.openxmlformats.org/drawingml/2006/main">
              <a:ext uri="{FF2B5EF4-FFF2-40B4-BE49-F238E27FC236}">
                <a16:creationId xmlns:a16="http://schemas.microsoft.com/office/drawing/2014/main" id="{4ACF04F5-49F6-4CCF-904C-3649A9E35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382589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62" name="object-91-s1-ux">
            <a:extLst xmlns:a="http://schemas.openxmlformats.org/drawingml/2006/main">
              <a:ext uri="{FF2B5EF4-FFF2-40B4-BE49-F238E27FC236}">
                <a16:creationId xmlns:a16="http://schemas.microsoft.com/office/drawing/2014/main" id="{EBC0DDED-7775-4ED6-A032-8DCC64A07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3063" y="233972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63" name="object-92-s1-ux">
            <a:extLst xmlns:a="http://schemas.openxmlformats.org/drawingml/2006/main">
              <a:ext uri="{FF2B5EF4-FFF2-40B4-BE49-F238E27FC236}">
                <a16:creationId xmlns:a16="http://schemas.microsoft.com/office/drawing/2014/main" id="{72CF77C8-10C5-43DB-ABCB-43B9D59B7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913" y="2644527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64" name="object-93-s1-ux">
            <a:extLst xmlns:a="http://schemas.openxmlformats.org/drawingml/2006/main">
              <a:ext uri="{FF2B5EF4-FFF2-40B4-BE49-F238E27FC236}">
                <a16:creationId xmlns:a16="http://schemas.microsoft.com/office/drawing/2014/main" id="{EB7DAB33-6915-443B-B962-60407B98D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77864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65" name="object-94-s1-ux">
            <a:extLst xmlns:a="http://schemas.openxmlformats.org/drawingml/2006/main">
              <a:ext uri="{FF2B5EF4-FFF2-40B4-BE49-F238E27FC236}">
                <a16:creationId xmlns:a16="http://schemas.microsoft.com/office/drawing/2014/main" id="{0AE13DB4-EF96-49A9-B990-E506F881E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66" name="object-95-s1-ux">
            <a:extLst xmlns:a="http://schemas.openxmlformats.org/drawingml/2006/main">
              <a:ext uri="{FF2B5EF4-FFF2-40B4-BE49-F238E27FC236}">
                <a16:creationId xmlns:a16="http://schemas.microsoft.com/office/drawing/2014/main" id="{3AC2C4BA-9A8E-40FF-9E89-125010F9C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4350" y="2642622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67" name="object-96-s1-ux">
            <a:extLst xmlns:a="http://schemas.openxmlformats.org/drawingml/2006/main">
              <a:ext uri="{FF2B5EF4-FFF2-40B4-BE49-F238E27FC236}">
                <a16:creationId xmlns:a16="http://schemas.microsoft.com/office/drawing/2014/main" id="{DE992636-59ED-4D09-8DFB-98EE2784D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68" name="object-97-s1-ux">
            <a:extLst xmlns:a="http://schemas.openxmlformats.org/drawingml/2006/main">
              <a:ext uri="{FF2B5EF4-FFF2-40B4-BE49-F238E27FC236}">
                <a16:creationId xmlns:a16="http://schemas.microsoft.com/office/drawing/2014/main" id="{133D3B21-2567-474F-800D-ACC22FB23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6800" y="2642622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69" name="object-98-s1-ux">
            <a:extLst xmlns:a="http://schemas.openxmlformats.org/drawingml/2006/main">
              <a:ext uri="{FF2B5EF4-FFF2-40B4-BE49-F238E27FC236}">
                <a16:creationId xmlns:a16="http://schemas.microsoft.com/office/drawing/2014/main" id="{A620128D-012B-4C97-834C-B98EE0E9F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001714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70" name="object-99-s1-ux">
            <a:extLst xmlns:a="http://schemas.openxmlformats.org/drawingml/2006/main">
              <a:ext uri="{FF2B5EF4-FFF2-40B4-BE49-F238E27FC236}">
                <a16:creationId xmlns:a16="http://schemas.microsoft.com/office/drawing/2014/main" id="{05FE8F90-91DB-4BC3-ABCF-C2B8FB63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363664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71" name="object-100-s1-ux">
            <a:extLst xmlns:a="http://schemas.openxmlformats.org/drawingml/2006/main">
              <a:ext uri="{FF2B5EF4-FFF2-40B4-BE49-F238E27FC236}">
                <a16:creationId xmlns:a16="http://schemas.microsoft.com/office/drawing/2014/main" id="{A6C74F6F-B015-4583-9A4F-2DD065795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20789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72" name="object-101-s1-ux">
            <a:extLst xmlns:a="http://schemas.openxmlformats.org/drawingml/2006/main">
              <a:ext uri="{FF2B5EF4-FFF2-40B4-BE49-F238E27FC236}">
                <a16:creationId xmlns:a16="http://schemas.microsoft.com/office/drawing/2014/main" id="{2C9CD373-0F35-406F-81DC-34A52504F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1900" y="3261747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73" name="object-102-s1-ux">
            <a:extLst xmlns:a="http://schemas.openxmlformats.org/drawingml/2006/main">
              <a:ext uri="{FF2B5EF4-FFF2-40B4-BE49-F238E27FC236}">
                <a16:creationId xmlns:a16="http://schemas.microsoft.com/office/drawing/2014/main" id="{D200DF0F-D3BD-4F97-BC5A-FDF26E2D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74" name="object-103-s1-ux">
            <a:extLst xmlns:a="http://schemas.openxmlformats.org/drawingml/2006/main">
              <a:ext uri="{FF2B5EF4-FFF2-40B4-BE49-F238E27FC236}">
                <a16:creationId xmlns:a16="http://schemas.microsoft.com/office/drawing/2014/main" id="{90FA97EB-52D9-4238-8BA7-1F79D7D0A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5513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75" name="object-104-s1-ux">
            <a:extLst xmlns:a="http://schemas.openxmlformats.org/drawingml/2006/main">
              <a:ext uri="{FF2B5EF4-FFF2-40B4-BE49-F238E27FC236}">
                <a16:creationId xmlns:a16="http://schemas.microsoft.com/office/drawing/2014/main" id="{65639F4C-B497-4D70-A98E-C6344EBD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8363" y="3263652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76" name="object-105-s1-ux">
            <a:extLst xmlns:a="http://schemas.openxmlformats.org/drawingml/2006/main">
              <a:ext uri="{FF2B5EF4-FFF2-40B4-BE49-F238E27FC236}">
                <a16:creationId xmlns:a16="http://schemas.microsoft.com/office/drawing/2014/main" id="{C60B64DF-071B-4448-BD00-804B45EED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9698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77" name="object-106-s1-ux">
            <a:extLst xmlns:a="http://schemas.openxmlformats.org/drawingml/2006/main">
              <a:ext uri="{FF2B5EF4-FFF2-40B4-BE49-F238E27FC236}">
                <a16:creationId xmlns:a16="http://schemas.microsoft.com/office/drawing/2014/main" id="{FCBC1454-F243-4E1D-8994-723EA8AF6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220789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78" name="object-107-s1-ux">
            <a:extLst xmlns:a="http://schemas.openxmlformats.org/drawingml/2006/main">
              <a:ext uri="{FF2B5EF4-FFF2-40B4-BE49-F238E27FC236}">
                <a16:creationId xmlns:a16="http://schemas.microsoft.com/office/drawing/2014/main" id="{E0CE228E-5527-49CD-90D6-DD29BF2D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6800" y="3261747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79" name="object-108-s2-ux">
            <a:extLst xmlns:a="http://schemas.openxmlformats.org/drawingml/2006/main">
              <a:ext uri="{FF2B5EF4-FFF2-40B4-BE49-F238E27FC236}">
                <a16:creationId xmlns:a16="http://schemas.microsoft.com/office/drawing/2014/main" id="{36F61C6C-CECA-4A98-B7D2-6C8CEE669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47509"/>
            <a:ext cx="1986409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Derive and validate</a:t>
            </a:r>
          </a:p>
        </p:txBody>
      </p:sp>
      <p:sp>
        <p:nvSpPr>
          <p:cNvPr id="80" name="object-109-s2-ux">
            <a:extLst xmlns:a="http://schemas.openxmlformats.org/drawingml/2006/main">
              <a:ext uri="{FF2B5EF4-FFF2-40B4-BE49-F238E27FC236}">
                <a16:creationId xmlns:a16="http://schemas.microsoft.com/office/drawing/2014/main" id="{E736366E-E8D7-40F9-9D53-66080C7CA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697039"/>
            <a:ext cx="1280160" cy="95"/>
          </a:xfrm>
          <a:custGeom xmlns:a="http://schemas.openxmlformats.org/drawingml/2006/main">
            <a:pathLst>
              <a:path w="1280160" h="95">
                <a:moveTo>
                  <a:pt x="0" y="0"/>
                </a:moveTo>
                <a:lnTo>
                  <a:pt x="12801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81" name="object-110-s2-ux">
            <a:extLst xmlns:a="http://schemas.openxmlformats.org/drawingml/2006/main">
              <a:ext uri="{FF2B5EF4-FFF2-40B4-BE49-F238E27FC236}">
                <a16:creationId xmlns:a16="http://schemas.microsoft.com/office/drawing/2014/main" id="{EEF4D22A-D63A-4805-A08E-19166054B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044511"/>
            <a:ext cx="1280160" cy="95"/>
          </a:xfrm>
          <a:custGeom xmlns:a="http://schemas.openxmlformats.org/drawingml/2006/main">
            <a:pathLst>
              <a:path w="1280160" h="95">
                <a:moveTo>
                  <a:pt x="0" y="0"/>
                </a:moveTo>
                <a:lnTo>
                  <a:pt x="12801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82" name="object-111-s2-ux">
            <a:extLst xmlns:a="http://schemas.openxmlformats.org/drawingml/2006/main">
              <a:ext uri="{FF2B5EF4-FFF2-40B4-BE49-F238E27FC236}">
                <a16:creationId xmlns:a16="http://schemas.microsoft.com/office/drawing/2014/main" id="{A6F35675-262B-446D-B9EE-B8470EADF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0054" y="3697039"/>
            <a:ext cx="95" cy="347472"/>
          </a:xfrm>
          <a:custGeom xmlns:a="http://schemas.openxmlformats.org/drawingml/2006/main">
            <a:pathLst>
              <a:path w="95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83" name="object-112-s2-ux">
            <a:extLst xmlns:a="http://schemas.openxmlformats.org/drawingml/2006/main">
              <a:ext uri="{FF2B5EF4-FFF2-40B4-BE49-F238E27FC236}">
                <a16:creationId xmlns:a16="http://schemas.microsoft.com/office/drawing/2014/main" id="{B28AE383-66E4-4BA3-BE7A-0253A6870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906" y="3655891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144">
            <a:noFill/>
            <a:prstDash val="solid"/>
          </a:ln>
        </p:spPr>
      </p:sp>
      <p:sp>
        <p:nvSpPr>
          <p:cNvPr id="84" name="object-113-s2-ux">
            <a:extLst xmlns:a="http://schemas.openxmlformats.org/drawingml/2006/main">
              <a:ext uri="{FF2B5EF4-FFF2-40B4-BE49-F238E27FC236}">
                <a16:creationId xmlns:a16="http://schemas.microsoft.com/office/drawing/2014/main" id="{062C6147-8E39-4F3E-9EAD-A327E282D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4042" y="3948499"/>
            <a:ext cx="192024" cy="1920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85" name="object-114-s2-ux">
            <a:extLst xmlns:a="http://schemas.openxmlformats.org/drawingml/2006/main">
              <a:ext uri="{FF2B5EF4-FFF2-40B4-BE49-F238E27FC236}">
                <a16:creationId xmlns:a16="http://schemas.microsoft.com/office/drawing/2014/main" id="{FB3E98DF-6AF7-407E-8D48-ED5B4EEB0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6046" y="3980503"/>
            <a:ext cx="128016" cy="128016"/>
          </a:xfrm>
          <a:custGeom xmlns:a="http://schemas.openxmlformats.org/drawingml/2006/main">
            <a:pathLst>
              <a:path w="128016" h="128016">
                <a:moveTo>
                  <a:pt x="0" y="64008"/>
                </a:moveTo>
                <a:lnTo>
                  <a:pt x="128016" y="64008"/>
                </a:lnTo>
              </a:path>
              <a:path w="128016" h="128016">
                <a:moveTo>
                  <a:pt x="64008" y="0"/>
                </a:moveTo>
                <a:lnTo>
                  <a:pt x="64008" y="128016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86" name="object-115-s2-ux">
            <a:extLst xmlns:a="http://schemas.openxmlformats.org/drawingml/2006/main">
              <a:ext uri="{FF2B5EF4-FFF2-40B4-BE49-F238E27FC236}">
                <a16:creationId xmlns:a16="http://schemas.microsoft.com/office/drawing/2014/main" id="{9B0307FD-D36C-4B88-92BB-1C78D1E48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406" y="3697039"/>
            <a:ext cx="95" cy="347472"/>
          </a:xfrm>
          <a:custGeom xmlns:a="http://schemas.openxmlformats.org/drawingml/2006/main">
            <a:pathLst>
              <a:path w="95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87" name="object-116-s2-ux">
            <a:extLst xmlns:a="http://schemas.openxmlformats.org/drawingml/2006/main">
              <a:ext uri="{FF2B5EF4-FFF2-40B4-BE49-F238E27FC236}">
                <a16:creationId xmlns:a16="http://schemas.microsoft.com/office/drawing/2014/main" id="{C93A0A48-2C03-491F-8DD9-30EB3BF33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9258" y="3655891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144">
            <a:noFill/>
            <a:prstDash val="solid"/>
          </a:ln>
        </p:spPr>
      </p:sp>
      <p:sp>
        <p:nvSpPr>
          <p:cNvPr id="88" name="object-117-s2-ux">
            <a:extLst xmlns:a="http://schemas.openxmlformats.org/drawingml/2006/main">
              <a:ext uri="{FF2B5EF4-FFF2-40B4-BE49-F238E27FC236}">
                <a16:creationId xmlns:a16="http://schemas.microsoft.com/office/drawing/2014/main" id="{0A9993A5-C88B-45C1-BAC7-6DAE9D1C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394" y="3948499"/>
            <a:ext cx="192024" cy="1920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89" name="object-118-s2-ux">
            <a:extLst xmlns:a="http://schemas.openxmlformats.org/drawingml/2006/main">
              <a:ext uri="{FF2B5EF4-FFF2-40B4-BE49-F238E27FC236}">
                <a16:creationId xmlns:a16="http://schemas.microsoft.com/office/drawing/2014/main" id="{D16E0180-71B6-4D3C-9871-5032C2E5E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6398" y="3980503"/>
            <a:ext cx="128016" cy="128016"/>
          </a:xfrm>
          <a:custGeom xmlns:a="http://schemas.openxmlformats.org/drawingml/2006/main">
            <a:pathLst>
              <a:path w="128016" h="128016">
                <a:moveTo>
                  <a:pt x="0" y="64008"/>
                </a:moveTo>
                <a:lnTo>
                  <a:pt x="128016" y="64008"/>
                </a:lnTo>
              </a:path>
              <a:path w="128016" h="128016">
                <a:moveTo>
                  <a:pt x="64008" y="0"/>
                </a:moveTo>
                <a:lnTo>
                  <a:pt x="64008" y="128016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90" name="object-119-s2-ux">
            <a:extLst xmlns:a="http://schemas.openxmlformats.org/drawingml/2006/main">
              <a:ext uri="{FF2B5EF4-FFF2-40B4-BE49-F238E27FC236}">
                <a16:creationId xmlns:a16="http://schemas.microsoft.com/office/drawing/2014/main" id="{9A06A1C0-EB70-4B72-B967-8CF535A04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038" y="3870775"/>
            <a:ext cx="347472" cy="95"/>
          </a:xfrm>
          <a:custGeom xmlns:a="http://schemas.openxmlformats.org/drawingml/2006/main">
            <a:pathLst>
              <a:path w="347472" h="95">
                <a:moveTo>
                  <a:pt x="0" y="0"/>
                </a:moveTo>
                <a:lnTo>
                  <a:pt x="3474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087E86"/>
            </a:solidFill>
            <a:prstDash val="solid"/>
          </a:ln>
        </p:spPr>
      </p:sp>
      <p:sp>
        <p:nvSpPr>
          <p:cNvPr id="91" name="object-119-s2-ux-arrow">
            <a:extLst xmlns:a="http://schemas.openxmlformats.org/drawingml/2006/main">
              <a:ext uri="{FF2B5EF4-FFF2-40B4-BE49-F238E27FC236}">
                <a16:creationId xmlns:a16="http://schemas.microsoft.com/office/drawing/2014/main" id="{1669AE6D-1F88-4EAD-8A73-3E65F96A8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685" y="3813625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92" name="object-120-s2-ux">
            <a:extLst xmlns:a="http://schemas.openxmlformats.org/drawingml/2006/main">
              <a:ext uri="{FF2B5EF4-FFF2-40B4-BE49-F238E27FC236}">
                <a16:creationId xmlns:a16="http://schemas.microsoft.com/office/drawing/2014/main" id="{101A3AE5-92BF-4876-A804-7C4C1B779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0526" y="3697039"/>
            <a:ext cx="804672" cy="95"/>
          </a:xfrm>
          <a:custGeom xmlns:a="http://schemas.openxmlformats.org/drawingml/2006/main">
            <a:pathLst>
              <a:path w="804672" h="95">
                <a:moveTo>
                  <a:pt x="0" y="0"/>
                </a:moveTo>
                <a:lnTo>
                  <a:pt x="8046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93" name="object-121-s2-ux">
            <a:extLst xmlns:a="http://schemas.openxmlformats.org/drawingml/2006/main">
              <a:ext uri="{FF2B5EF4-FFF2-40B4-BE49-F238E27FC236}">
                <a16:creationId xmlns:a16="http://schemas.microsoft.com/office/drawing/2014/main" id="{35A84C33-DFB1-47A3-9155-9C13E009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0526" y="4044511"/>
            <a:ext cx="804672" cy="95"/>
          </a:xfrm>
          <a:custGeom xmlns:a="http://schemas.openxmlformats.org/drawingml/2006/main">
            <a:pathLst>
              <a:path w="804672" h="95">
                <a:moveTo>
                  <a:pt x="0" y="0"/>
                </a:moveTo>
                <a:lnTo>
                  <a:pt x="8046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94" name="object-122-s2-ux">
            <a:extLst xmlns:a="http://schemas.openxmlformats.org/drawingml/2006/main">
              <a:ext uri="{FF2B5EF4-FFF2-40B4-BE49-F238E27FC236}">
                <a16:creationId xmlns:a16="http://schemas.microsoft.com/office/drawing/2014/main" id="{5D17FB52-CC50-4E7D-81FC-8AD4957FC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3697039"/>
            <a:ext cx="1280160" cy="95"/>
          </a:xfrm>
          <a:custGeom xmlns:a="http://schemas.openxmlformats.org/drawingml/2006/main">
            <a:pathLst>
              <a:path w="1280160" h="95">
                <a:moveTo>
                  <a:pt x="0" y="0"/>
                </a:moveTo>
                <a:lnTo>
                  <a:pt x="12801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95" name="object-123-s2-ux">
            <a:extLst xmlns:a="http://schemas.openxmlformats.org/drawingml/2006/main">
              <a:ext uri="{FF2B5EF4-FFF2-40B4-BE49-F238E27FC236}">
                <a16:creationId xmlns:a16="http://schemas.microsoft.com/office/drawing/2014/main" id="{4334477E-2395-4233-A29E-14CC0FC9C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4044511"/>
            <a:ext cx="1280160" cy="95"/>
          </a:xfrm>
          <a:custGeom xmlns:a="http://schemas.openxmlformats.org/drawingml/2006/main">
            <a:pathLst>
              <a:path w="1280160" h="95">
                <a:moveTo>
                  <a:pt x="0" y="0"/>
                </a:moveTo>
                <a:lnTo>
                  <a:pt x="12801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96" name="object-124-s2-ux">
            <a:extLst xmlns:a="http://schemas.openxmlformats.org/drawingml/2006/main">
              <a:ext uri="{FF2B5EF4-FFF2-40B4-BE49-F238E27FC236}">
                <a16:creationId xmlns:a16="http://schemas.microsoft.com/office/drawing/2014/main" id="{8E609BF0-32DE-442F-BDB8-3E79F6C17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681" y="3907351"/>
            <a:ext cx="310896" cy="274320"/>
          </a:xfrm>
          <a:prstGeom xmlns:a="http://schemas.openxmlformats.org/drawingml/2006/main" prst="roundRect">
            <a:avLst>
              <a:gd name="adj" fmla="val 6944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8288">
            <a:solidFill>
              <a:srgbClr val="123039"/>
            </a:solidFill>
            <a:prstDash val="solid"/>
          </a:ln>
        </p:spPr>
      </p:sp>
      <p:sp>
        <p:nvSpPr>
          <p:cNvPr id="97" name="object-125-s2-ux">
            <a:extLst xmlns:a="http://schemas.openxmlformats.org/drawingml/2006/main">
              <a:ext uri="{FF2B5EF4-FFF2-40B4-BE49-F238E27FC236}">
                <a16:creationId xmlns:a16="http://schemas.microsoft.com/office/drawing/2014/main" id="{ACCF4D4E-61B5-4C89-811F-AFBD139D7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8262" y="3940956"/>
            <a:ext cx="179933" cy="202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24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24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98" name="object-126-s2-ux">
            <a:extLst xmlns:a="http://schemas.openxmlformats.org/drawingml/2006/main">
              <a:ext uri="{FF2B5EF4-FFF2-40B4-BE49-F238E27FC236}">
                <a16:creationId xmlns:a16="http://schemas.microsoft.com/office/drawing/2014/main" id="{9FB17C30-AE5C-409F-88BF-D74E5035A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5033" y="3907351"/>
            <a:ext cx="310896" cy="274320"/>
          </a:xfrm>
          <a:prstGeom xmlns:a="http://schemas.openxmlformats.org/drawingml/2006/main" prst="roundRect">
            <a:avLst>
              <a:gd name="adj" fmla="val 6944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8288">
            <a:solidFill>
              <a:srgbClr val="123039"/>
            </a:solidFill>
            <a:prstDash val="solid"/>
          </a:ln>
        </p:spPr>
      </p:sp>
      <p:sp>
        <p:nvSpPr>
          <p:cNvPr id="99" name="object-127-s2-ux">
            <a:extLst xmlns:a="http://schemas.openxmlformats.org/drawingml/2006/main">
              <a:ext uri="{FF2B5EF4-FFF2-40B4-BE49-F238E27FC236}">
                <a16:creationId xmlns:a16="http://schemas.microsoft.com/office/drawing/2014/main" id="{3876FA56-794E-41D2-A423-06265E44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614" y="3940956"/>
            <a:ext cx="179933" cy="202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24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24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00" name="object-128-s2-ux">
            <a:extLst xmlns:a="http://schemas.openxmlformats.org/drawingml/2006/main">
              <a:ext uri="{FF2B5EF4-FFF2-40B4-BE49-F238E27FC236}">
                <a16:creationId xmlns:a16="http://schemas.microsoft.com/office/drawing/2014/main" id="{D3385D99-CE36-4930-9C5B-947A9BFDE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113" y="3870775"/>
            <a:ext cx="347472" cy="95"/>
          </a:xfrm>
          <a:custGeom xmlns:a="http://schemas.openxmlformats.org/drawingml/2006/main">
            <a:pathLst>
              <a:path w="347472" h="95">
                <a:moveTo>
                  <a:pt x="0" y="0"/>
                </a:moveTo>
                <a:lnTo>
                  <a:pt x="3474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087E86"/>
            </a:solidFill>
            <a:prstDash val="solid"/>
          </a:ln>
        </p:spPr>
      </p:sp>
      <p:sp>
        <p:nvSpPr>
          <p:cNvPr id="101" name="object-128-s2-ux-arrow">
            <a:extLst xmlns:a="http://schemas.openxmlformats.org/drawingml/2006/main">
              <a:ext uri="{FF2B5EF4-FFF2-40B4-BE49-F238E27FC236}">
                <a16:creationId xmlns:a16="http://schemas.microsoft.com/office/drawing/2014/main" id="{9A16DCE8-E0B1-4F0A-9DC6-D97819F47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8760" y="3813625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102" name="object-129-s2-ux">
            <a:extLst xmlns:a="http://schemas.openxmlformats.org/drawingml/2006/main">
              <a:ext uri="{FF2B5EF4-FFF2-40B4-BE49-F238E27FC236}">
                <a16:creationId xmlns:a16="http://schemas.microsoft.com/office/drawing/2014/main" id="{C8E4C0D1-C7D7-4AA4-9B34-FA0333087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0601" y="3697039"/>
            <a:ext cx="804672" cy="95"/>
          </a:xfrm>
          <a:custGeom xmlns:a="http://schemas.openxmlformats.org/drawingml/2006/main">
            <a:pathLst>
              <a:path w="804672" h="95">
                <a:moveTo>
                  <a:pt x="0" y="0"/>
                </a:moveTo>
                <a:lnTo>
                  <a:pt x="8046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103" name="object-130-s2-ux">
            <a:extLst xmlns:a="http://schemas.openxmlformats.org/drawingml/2006/main">
              <a:ext uri="{FF2B5EF4-FFF2-40B4-BE49-F238E27FC236}">
                <a16:creationId xmlns:a16="http://schemas.microsoft.com/office/drawing/2014/main" id="{F03A994E-297B-4455-AA27-13C28292F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0601" y="4044511"/>
            <a:ext cx="804672" cy="95"/>
          </a:xfrm>
          <a:custGeom xmlns:a="http://schemas.openxmlformats.org/drawingml/2006/main">
            <a:pathLst>
              <a:path w="804672" h="95">
                <a:moveTo>
                  <a:pt x="0" y="0"/>
                </a:moveTo>
                <a:lnTo>
                  <a:pt x="8046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104" name="object-131-s2-ux">
            <a:extLst xmlns:a="http://schemas.openxmlformats.org/drawingml/2006/main">
              <a:ext uri="{FF2B5EF4-FFF2-40B4-BE49-F238E27FC236}">
                <a16:creationId xmlns:a16="http://schemas.microsoft.com/office/drawing/2014/main" id="{8EC6672D-211C-4C85-9309-BDD24061A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032319"/>
            <a:ext cx="448121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keep</a:t>
            </a:r>
          </a:p>
        </p:txBody>
      </p:sp>
      <p:sp>
        <p:nvSpPr>
          <p:cNvPr id="105" name="object-132-s2-ux">
            <a:extLst xmlns:a="http://schemas.openxmlformats.org/drawingml/2006/main">
              <a:ext uri="{FF2B5EF4-FFF2-40B4-BE49-F238E27FC236}">
                <a16:creationId xmlns:a16="http://schemas.microsoft.com/office/drawing/2014/main" id="{A43BE4A8-3A42-45ED-BA24-F53DAED66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4032319"/>
            <a:ext cx="448121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keep</a:t>
            </a:r>
          </a:p>
        </p:txBody>
      </p:sp>
      <p:sp>
        <p:nvSpPr>
          <p:cNvPr id="106" name="object-155-s0-ux">
            <a:extLst xmlns:a="http://schemas.openxmlformats.org/drawingml/2006/main">
              <a:ext uri="{FF2B5EF4-FFF2-40B4-BE49-F238E27FC236}">
                <a16:creationId xmlns:a16="http://schemas.microsoft.com/office/drawing/2014/main" id="{D3480921-A13D-4DEB-A9F0-AAE345D5B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7186315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PIF groups candidates. Equality saturation checks derivability. SMT validates each retained concrete rule.</a:t>
            </a:r>
          </a:p>
        </p:txBody>
      </p:sp>
      <p:sp>
        <p:nvSpPr>
          <p:cNvPr id="107" name="object-156-s0-ux">
            <a:extLst xmlns:a="http://schemas.openxmlformats.org/drawingml/2006/main">
              <a:ext uri="{FF2B5EF4-FFF2-40B4-BE49-F238E27FC236}">
                <a16:creationId xmlns:a16="http://schemas.microsoft.com/office/drawing/2014/main" id="{E1B62395-C2FD-4CBA-A4E7-BE9BD0F94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5740003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QSymb synthesis / anchoring methods; CZ → CX illustration derived for this talk</a:t>
            </a:r>
          </a:p>
        </p:txBody>
      </p:sp>
      <p:sp>
        <p:nvSpPr>
          <p:cNvPr id="108" name="object-157-s0-ux">
            <a:extLst xmlns:a="http://schemas.openxmlformats.org/drawingml/2006/main">
              <a:ext uri="{FF2B5EF4-FFF2-40B4-BE49-F238E27FC236}">
                <a16:creationId xmlns:a16="http://schemas.microsoft.com/office/drawing/2014/main" id="{46C5D7ED-9C4F-4040-96B8-31A1BBA44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06 / 14</a:t>
            </a:r>
          </a:p>
        </p:txBody>
      </p:sp>
      <p:sp>
        <p:nvSpPr>
          <p:cNvPr id="109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538471AA-0085-4B27-893B-9D7258B93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3 / 6</a:t>
            </a:r>
          </a:p>
        </p:txBody>
      </p:sp>
    </p:spTree>
    <p:extLst>
      <p:ext uri="{BB962C8B-B14F-4D97-AF65-F5344CB8AC3E}">
        <p14:creationId xmlns:p14="http://schemas.microsoft.com/office/powerpoint/2010/main" val="211904739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9" name="top-accent">
            <a:extLst xmlns:a="http://schemas.openxmlformats.org/drawingml/2006/main">
              <a:ext uri="{FF2B5EF4-FFF2-40B4-BE49-F238E27FC236}">
                <a16:creationId xmlns:a16="http://schemas.microsoft.com/office/drawing/2014/main" id="{C62F8367-7B17-4A22-B192-83369B619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9605DAB4-4250-4988-B31E-75B810674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9649152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Concrete synthesis learns rules and filters redundancy</a:t>
            </a:r>
          </a:p>
        </p:txBody>
      </p:sp>
      <p:sp>
        <p:nvSpPr>
          <p:cNvPr id="3" name="object-32-s1-ux">
            <a:extLst xmlns:a="http://schemas.openxmlformats.org/drawingml/2006/main">
              <a:ext uri="{FF2B5EF4-FFF2-40B4-BE49-F238E27FC236}">
                <a16:creationId xmlns:a16="http://schemas.microsoft.com/office/drawing/2014/main" id="{55520637-E08C-488C-940B-269AEC042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191964"/>
            <a:ext cx="2571750" cy="2381250"/>
          </a:xfrm>
          <a:prstGeom xmlns:a="http://schemas.openxmlformats.org/drawingml/2006/main" prst="roundRect">
            <a:avLst>
              <a:gd name="adj" fmla="val 480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87E86"/>
            </a:solidFill>
            <a:prstDash val="dash"/>
          </a:ln>
        </p:spPr>
      </p:sp>
      <p:sp>
        <p:nvSpPr>
          <p:cNvPr id="4" name="object-33-s1-ux">
            <a:extLst xmlns:a="http://schemas.openxmlformats.org/drawingml/2006/main">
              <a:ext uri="{FF2B5EF4-FFF2-40B4-BE49-F238E27FC236}">
                <a16:creationId xmlns:a16="http://schemas.microsoft.com/office/drawing/2014/main" id="{69D880E4-4DB3-4231-9ACB-A59F0F79D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15" y="1244352"/>
            <a:ext cx="1585020" cy="316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Identity class</a:t>
            </a:r>
          </a:p>
        </p:txBody>
      </p:sp>
      <p:sp>
        <p:nvSpPr>
          <p:cNvPr id="5" name="object-34-s1-ux">
            <a:extLst xmlns:a="http://schemas.openxmlformats.org/drawingml/2006/main">
              <a:ext uri="{FF2B5EF4-FFF2-40B4-BE49-F238E27FC236}">
                <a16:creationId xmlns:a16="http://schemas.microsoft.com/office/drawing/2014/main" id="{FE862D23-3504-42B5-BBF2-106FA3EE3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191964"/>
            <a:ext cx="2571750" cy="2381250"/>
          </a:xfrm>
          <a:prstGeom xmlns:a="http://schemas.openxmlformats.org/drawingml/2006/main" prst="roundRect">
            <a:avLst>
              <a:gd name="adj" fmla="val 480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87E86"/>
            </a:solidFill>
            <a:prstDash val="dash"/>
          </a:ln>
        </p:spPr>
      </p:sp>
      <p:sp>
        <p:nvSpPr>
          <p:cNvPr id="6" name="object-35-s1-ux">
            <a:extLst xmlns:a="http://schemas.openxmlformats.org/drawingml/2006/main">
              <a:ext uri="{FF2B5EF4-FFF2-40B4-BE49-F238E27FC236}">
                <a16:creationId xmlns:a16="http://schemas.microsoft.com/office/drawing/2014/main" id="{AF3263A4-4E9D-4718-BCC3-4CC1457A4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6207" y="1244352"/>
            <a:ext cx="1055787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CZ class</a:t>
            </a:r>
          </a:p>
        </p:txBody>
      </p:sp>
      <p:sp>
        <p:nvSpPr>
          <p:cNvPr id="7" name="object-36-s1-ux">
            <a:extLst xmlns:a="http://schemas.openxmlformats.org/drawingml/2006/main">
              <a:ext uri="{FF2B5EF4-FFF2-40B4-BE49-F238E27FC236}">
                <a16:creationId xmlns:a16="http://schemas.microsoft.com/office/drawing/2014/main" id="{ACD46CA6-E32C-4688-9F0F-A8E404CAD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191964"/>
            <a:ext cx="2571750" cy="2381250"/>
          </a:xfrm>
          <a:prstGeom xmlns:a="http://schemas.openxmlformats.org/drawingml/2006/main" prst="roundRect">
            <a:avLst>
              <a:gd name="adj" fmla="val 480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87E86"/>
            </a:solidFill>
            <a:prstDash val="dash"/>
          </a:ln>
        </p:spPr>
      </p:sp>
      <p:sp>
        <p:nvSpPr>
          <p:cNvPr id="8" name="object-37-s1-ux">
            <a:extLst xmlns:a="http://schemas.openxmlformats.org/drawingml/2006/main">
              <a:ext uri="{FF2B5EF4-FFF2-40B4-BE49-F238E27FC236}">
                <a16:creationId xmlns:a16="http://schemas.microsoft.com/office/drawing/2014/main" id="{C33A8CA4-36F7-487E-AB88-5D5D284D2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1884" y="1244352"/>
            <a:ext cx="1069181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CX class</a:t>
            </a:r>
          </a:p>
        </p:txBody>
      </p:sp>
      <p:sp>
        <p:nvSpPr>
          <p:cNvPr id="9" name="object-38-s1-ux">
            <a:extLst xmlns:a="http://schemas.openxmlformats.org/drawingml/2006/main">
              <a:ext uri="{FF2B5EF4-FFF2-40B4-BE49-F238E27FC236}">
                <a16:creationId xmlns:a16="http://schemas.microsoft.com/office/drawing/2014/main" id="{460E283B-53FA-4DCA-9F9D-D2BFBDC9A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1763464"/>
            <a:ext cx="838200" cy="95"/>
          </a:xfrm>
          <a:custGeom xmlns:a="http://schemas.openxmlformats.org/drawingml/2006/main">
            <a:pathLst>
              <a:path w="838200" h="95">
                <a:moveTo>
                  <a:pt x="0" y="0"/>
                </a:moveTo>
                <a:lnTo>
                  <a:pt x="838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10" name="object-39-s1-ux">
            <a:extLst xmlns:a="http://schemas.openxmlformats.org/drawingml/2006/main">
              <a:ext uri="{FF2B5EF4-FFF2-40B4-BE49-F238E27FC236}">
                <a16:creationId xmlns:a16="http://schemas.microsoft.com/office/drawing/2014/main" id="{6B7537C5-CACD-4818-85C6-13F16D834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2125414"/>
            <a:ext cx="838200" cy="95"/>
          </a:xfrm>
          <a:custGeom xmlns:a="http://schemas.openxmlformats.org/drawingml/2006/main">
            <a:pathLst>
              <a:path w="838200" h="95">
                <a:moveTo>
                  <a:pt x="0" y="0"/>
                </a:moveTo>
                <a:lnTo>
                  <a:pt x="838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11" name="object-40-s1-ux">
            <a:extLst xmlns:a="http://schemas.openxmlformats.org/drawingml/2006/main">
              <a:ext uri="{FF2B5EF4-FFF2-40B4-BE49-F238E27FC236}">
                <a16:creationId xmlns:a16="http://schemas.microsoft.com/office/drawing/2014/main" id="{348310C1-3246-4C20-AE25-FEA77CF9A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382589"/>
            <a:ext cx="1333500" cy="95"/>
          </a:xfrm>
          <a:custGeom xmlns:a="http://schemas.openxmlformats.org/drawingml/2006/main">
            <a:pathLst>
              <a:path w="1333500" h="9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2" name="object-41-s1-ux">
            <a:extLst xmlns:a="http://schemas.openxmlformats.org/drawingml/2006/main">
              <a:ext uri="{FF2B5EF4-FFF2-40B4-BE49-F238E27FC236}">
                <a16:creationId xmlns:a16="http://schemas.microsoft.com/office/drawing/2014/main" id="{E41DB532-E712-4A89-9559-4EBABB7C3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744539"/>
            <a:ext cx="1333500" cy="95"/>
          </a:xfrm>
          <a:custGeom xmlns:a="http://schemas.openxmlformats.org/drawingml/2006/main">
            <a:pathLst>
              <a:path w="1333500" h="9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3" name="object-42-s1-ux">
            <a:extLst xmlns:a="http://schemas.openxmlformats.org/drawingml/2006/main">
              <a:ext uri="{FF2B5EF4-FFF2-40B4-BE49-F238E27FC236}">
                <a16:creationId xmlns:a16="http://schemas.microsoft.com/office/drawing/2014/main" id="{75FA1CA0-30A4-41EA-8A4C-1CB6875CE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4" name="object-43-s1-ux">
            <a:extLst xmlns:a="http://schemas.openxmlformats.org/drawingml/2006/main">
              <a:ext uri="{FF2B5EF4-FFF2-40B4-BE49-F238E27FC236}">
                <a16:creationId xmlns:a16="http://schemas.microsoft.com/office/drawing/2014/main" id="{53ABC66B-BDCF-48A3-A2CC-747894B70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3375" y="2642622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5" name="object-44-s1-ux">
            <a:extLst xmlns:a="http://schemas.openxmlformats.org/drawingml/2006/main">
              <a:ext uri="{FF2B5EF4-FFF2-40B4-BE49-F238E27FC236}">
                <a16:creationId xmlns:a16="http://schemas.microsoft.com/office/drawing/2014/main" id="{AC12CD78-547A-4375-817F-80141B973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6" name="object-45-s1-ux">
            <a:extLst xmlns:a="http://schemas.openxmlformats.org/drawingml/2006/main">
              <a:ext uri="{FF2B5EF4-FFF2-40B4-BE49-F238E27FC236}">
                <a16:creationId xmlns:a16="http://schemas.microsoft.com/office/drawing/2014/main" id="{215435E6-A1FF-4CBD-83E5-C489ECE48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5825" y="2642622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7" name="object-46-s1-ux">
            <a:extLst xmlns:a="http://schemas.openxmlformats.org/drawingml/2006/main">
              <a:ext uri="{FF2B5EF4-FFF2-40B4-BE49-F238E27FC236}">
                <a16:creationId xmlns:a16="http://schemas.microsoft.com/office/drawing/2014/main" id="{F4DD9469-C221-4E2F-864A-13433B9F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1714"/>
            <a:ext cx="1333500" cy="95"/>
          </a:xfrm>
          <a:custGeom xmlns:a="http://schemas.openxmlformats.org/drawingml/2006/main">
            <a:pathLst>
              <a:path w="1333500" h="9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8" name="object-47-s1-ux">
            <a:extLst xmlns:a="http://schemas.openxmlformats.org/drawingml/2006/main">
              <a:ext uri="{FF2B5EF4-FFF2-40B4-BE49-F238E27FC236}">
                <a16:creationId xmlns:a16="http://schemas.microsoft.com/office/drawing/2014/main" id="{05182436-28E9-43B0-9579-07BCFE243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363664"/>
            <a:ext cx="1333500" cy="95"/>
          </a:xfrm>
          <a:custGeom xmlns:a="http://schemas.openxmlformats.org/drawingml/2006/main">
            <a:pathLst>
              <a:path w="1333500" h="9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9" name="object-48-s1-ux">
            <a:extLst xmlns:a="http://schemas.openxmlformats.org/drawingml/2006/main">
              <a:ext uri="{FF2B5EF4-FFF2-40B4-BE49-F238E27FC236}">
                <a16:creationId xmlns:a16="http://schemas.microsoft.com/office/drawing/2014/main" id="{7CFDFDC3-ACB6-4A39-9F69-5A3362AB4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0" name="object-49-s1-ux">
            <a:extLst xmlns:a="http://schemas.openxmlformats.org/drawingml/2006/main">
              <a:ext uri="{FF2B5EF4-FFF2-40B4-BE49-F238E27FC236}">
                <a16:creationId xmlns:a16="http://schemas.microsoft.com/office/drawing/2014/main" id="{7B524B30-C78A-4B48-BBB1-D9C8D20F8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4538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1" name="object-50-s1-ux">
            <a:extLst xmlns:a="http://schemas.openxmlformats.org/drawingml/2006/main">
              <a:ext uri="{FF2B5EF4-FFF2-40B4-BE49-F238E27FC236}">
                <a16:creationId xmlns:a16="http://schemas.microsoft.com/office/drawing/2014/main" id="{3405D32A-8B59-40C8-861A-D8E903D7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7388" y="3263652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2" name="object-51-s1-ux">
            <a:extLst xmlns:a="http://schemas.openxmlformats.org/drawingml/2006/main">
              <a:ext uri="{FF2B5EF4-FFF2-40B4-BE49-F238E27FC236}">
                <a16:creationId xmlns:a16="http://schemas.microsoft.com/office/drawing/2014/main" id="{D8B7162A-FE81-41EB-B375-5E8B5A766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29698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3" name="object-52-s1-ux">
            <a:extLst xmlns:a="http://schemas.openxmlformats.org/drawingml/2006/main">
              <a:ext uri="{FF2B5EF4-FFF2-40B4-BE49-F238E27FC236}">
                <a16:creationId xmlns:a16="http://schemas.microsoft.com/office/drawing/2014/main" id="{A5714E7F-4547-45BE-84EE-5F40A6D98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4" name="object-53-s1-ux">
            <a:extLst xmlns:a="http://schemas.openxmlformats.org/drawingml/2006/main">
              <a:ext uri="{FF2B5EF4-FFF2-40B4-BE49-F238E27FC236}">
                <a16:creationId xmlns:a16="http://schemas.microsoft.com/office/drawing/2014/main" id="{AF6486A8-E4B1-4C49-B64C-36596F91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6988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5" name="object-54-s1-ux">
            <a:extLst xmlns:a="http://schemas.openxmlformats.org/drawingml/2006/main">
              <a:ext uri="{FF2B5EF4-FFF2-40B4-BE49-F238E27FC236}">
                <a16:creationId xmlns:a16="http://schemas.microsoft.com/office/drawing/2014/main" id="{2FD523D5-8995-4EBD-9EFD-E9FA7CDD0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9838" y="3263652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6" name="object-55-s1-ux">
            <a:extLst xmlns:a="http://schemas.openxmlformats.org/drawingml/2006/main">
              <a:ext uri="{FF2B5EF4-FFF2-40B4-BE49-F238E27FC236}">
                <a16:creationId xmlns:a16="http://schemas.microsoft.com/office/drawing/2014/main" id="{C6A56871-63D4-4FFF-8D91-03EB16E1C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329698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7" name="object-56-s1-ux">
            <a:extLst xmlns:a="http://schemas.openxmlformats.org/drawingml/2006/main">
              <a:ext uri="{FF2B5EF4-FFF2-40B4-BE49-F238E27FC236}">
                <a16:creationId xmlns:a16="http://schemas.microsoft.com/office/drawing/2014/main" id="{C09B0E6A-2756-4B81-836D-BBE8742DC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176346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28" name="object-57-s1-ux">
            <a:extLst xmlns:a="http://schemas.openxmlformats.org/drawingml/2006/main">
              <a:ext uri="{FF2B5EF4-FFF2-40B4-BE49-F238E27FC236}">
                <a16:creationId xmlns:a16="http://schemas.microsoft.com/office/drawing/2014/main" id="{CE7867AF-1114-4A45-8FE9-644E37446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12541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29" name="object-58-s1-ux">
            <a:extLst xmlns:a="http://schemas.openxmlformats.org/drawingml/2006/main">
              <a:ext uri="{FF2B5EF4-FFF2-40B4-BE49-F238E27FC236}">
                <a16:creationId xmlns:a16="http://schemas.microsoft.com/office/drawing/2014/main" id="{D6C0986D-4F47-4A96-9EF6-EBFD612EF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6346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30" name="object-59-s1-ux">
            <a:extLst xmlns:a="http://schemas.openxmlformats.org/drawingml/2006/main">
              <a:ext uri="{FF2B5EF4-FFF2-40B4-BE49-F238E27FC236}">
                <a16:creationId xmlns:a16="http://schemas.microsoft.com/office/drawing/2014/main" id="{AECA7FC5-061E-42A7-94CB-EA01D2F3F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17206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1" name="object-60-s1-ux">
            <a:extLst xmlns:a="http://schemas.openxmlformats.org/drawingml/2006/main">
              <a:ext uri="{FF2B5EF4-FFF2-40B4-BE49-F238E27FC236}">
                <a16:creationId xmlns:a16="http://schemas.microsoft.com/office/drawing/2014/main" id="{ADDD75A3-AF9D-4F9D-9B0F-31ADA61FB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20825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2" name="object-61-s1-ux">
            <a:extLst xmlns:a="http://schemas.openxmlformats.org/drawingml/2006/main">
              <a:ext uri="{FF2B5EF4-FFF2-40B4-BE49-F238E27FC236}">
                <a16:creationId xmlns:a16="http://schemas.microsoft.com/office/drawing/2014/main" id="{F0CCA8CD-6E04-473C-BE4B-C99293522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2382589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33" name="object-62-s1-ux">
            <a:extLst xmlns:a="http://schemas.openxmlformats.org/drawingml/2006/main">
              <a:ext uri="{FF2B5EF4-FFF2-40B4-BE49-F238E27FC236}">
                <a16:creationId xmlns:a16="http://schemas.microsoft.com/office/drawing/2014/main" id="{4886B2D7-8F06-45E6-A35E-1AE5FE1CF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2744539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34" name="object-63-s1-ux">
            <a:extLst xmlns:a="http://schemas.openxmlformats.org/drawingml/2006/main">
              <a:ext uri="{FF2B5EF4-FFF2-40B4-BE49-F238E27FC236}">
                <a16:creationId xmlns:a16="http://schemas.microsoft.com/office/drawing/2014/main" id="{EE27968B-982A-43E3-A7D4-F79F85D31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35" name="object-64-s1-ux">
            <a:extLst xmlns:a="http://schemas.openxmlformats.org/drawingml/2006/main">
              <a:ext uri="{FF2B5EF4-FFF2-40B4-BE49-F238E27FC236}">
                <a16:creationId xmlns:a16="http://schemas.microsoft.com/office/drawing/2014/main" id="{D4855F42-4AAE-419A-A514-697055DB0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061" y="2642622"/>
            <a:ext cx="19317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36" name="object-65-s1-ux">
            <a:extLst xmlns:a="http://schemas.openxmlformats.org/drawingml/2006/main">
              <a:ext uri="{FF2B5EF4-FFF2-40B4-BE49-F238E27FC236}">
                <a16:creationId xmlns:a16="http://schemas.microsoft.com/office/drawing/2014/main" id="{4CB68D38-80DD-455F-B771-42A7AC55A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82589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37" name="object-66-s1-ux">
            <a:extLst xmlns:a="http://schemas.openxmlformats.org/drawingml/2006/main">
              <a:ext uri="{FF2B5EF4-FFF2-40B4-BE49-F238E27FC236}">
                <a16:creationId xmlns:a16="http://schemas.microsoft.com/office/drawing/2014/main" id="{8344F631-A771-4BEE-B832-B72E70A63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233972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8" name="object-67-s1-ux">
            <a:extLst xmlns:a="http://schemas.openxmlformats.org/drawingml/2006/main">
              <a:ext uri="{FF2B5EF4-FFF2-40B4-BE49-F238E27FC236}">
                <a16:creationId xmlns:a16="http://schemas.microsoft.com/office/drawing/2014/main" id="{BF00767A-C23F-414F-9D96-592CF74A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5988" y="2644527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39" name="object-68-s1-ux">
            <a:extLst xmlns:a="http://schemas.openxmlformats.org/drawingml/2006/main">
              <a:ext uri="{FF2B5EF4-FFF2-40B4-BE49-F238E27FC236}">
                <a16:creationId xmlns:a16="http://schemas.microsoft.com/office/drawing/2014/main" id="{78D91E49-AE88-4AED-878D-B72510600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677864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40" name="object-69-s1-ux">
            <a:extLst xmlns:a="http://schemas.openxmlformats.org/drawingml/2006/main">
              <a:ext uri="{FF2B5EF4-FFF2-40B4-BE49-F238E27FC236}">
                <a16:creationId xmlns:a16="http://schemas.microsoft.com/office/drawing/2014/main" id="{3109F1A4-6168-436C-8567-D0659FC67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41" name="object-70-s1-ux">
            <a:extLst xmlns:a="http://schemas.openxmlformats.org/drawingml/2006/main">
              <a:ext uri="{FF2B5EF4-FFF2-40B4-BE49-F238E27FC236}">
                <a16:creationId xmlns:a16="http://schemas.microsoft.com/office/drawing/2014/main" id="{5B7C5EA0-65A8-4950-A49F-4FA56D03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961" y="2642622"/>
            <a:ext cx="19317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42" name="object-71-s1-ux">
            <a:extLst xmlns:a="http://schemas.openxmlformats.org/drawingml/2006/main">
              <a:ext uri="{FF2B5EF4-FFF2-40B4-BE49-F238E27FC236}">
                <a16:creationId xmlns:a16="http://schemas.microsoft.com/office/drawing/2014/main" id="{330CD0D7-62D4-417C-8DB4-772DBE0ED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3001714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43" name="object-72-s1-ux">
            <a:extLst xmlns:a="http://schemas.openxmlformats.org/drawingml/2006/main">
              <a:ext uri="{FF2B5EF4-FFF2-40B4-BE49-F238E27FC236}">
                <a16:creationId xmlns:a16="http://schemas.microsoft.com/office/drawing/2014/main" id="{53429604-A0C5-47A7-B7C3-D1E153D80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3363664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44" name="object-73-s1-ux">
            <a:extLst xmlns:a="http://schemas.openxmlformats.org/drawingml/2006/main">
              <a:ext uri="{FF2B5EF4-FFF2-40B4-BE49-F238E27FC236}">
                <a16:creationId xmlns:a16="http://schemas.microsoft.com/office/drawing/2014/main" id="{FF946967-7723-478C-9BEB-E7BB07F7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45" name="object-74-s1-ux">
            <a:extLst xmlns:a="http://schemas.openxmlformats.org/drawingml/2006/main">
              <a:ext uri="{FF2B5EF4-FFF2-40B4-BE49-F238E27FC236}">
                <a16:creationId xmlns:a16="http://schemas.microsoft.com/office/drawing/2014/main" id="{64980A4B-0E30-46BC-BF81-C36DB988E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0688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6" name="object-75-s1-ux">
            <a:extLst xmlns:a="http://schemas.openxmlformats.org/drawingml/2006/main">
              <a:ext uri="{FF2B5EF4-FFF2-40B4-BE49-F238E27FC236}">
                <a16:creationId xmlns:a16="http://schemas.microsoft.com/office/drawing/2014/main" id="{2171B4D9-E5C4-4009-8AA0-A971AF2D5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0688" y="33208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7" name="object-76-s1-ux">
            <a:extLst xmlns:a="http://schemas.openxmlformats.org/drawingml/2006/main">
              <a:ext uri="{FF2B5EF4-FFF2-40B4-BE49-F238E27FC236}">
                <a16:creationId xmlns:a16="http://schemas.microsoft.com/office/drawing/2014/main" id="{1D3F60C0-9C31-45EC-A1D8-2AA619582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48" name="object-77-s1-ux">
            <a:extLst xmlns:a="http://schemas.openxmlformats.org/drawingml/2006/main">
              <a:ext uri="{FF2B5EF4-FFF2-40B4-BE49-F238E27FC236}">
                <a16:creationId xmlns:a16="http://schemas.microsoft.com/office/drawing/2014/main" id="{BE459AA9-BB60-49FE-9CC7-6F638C294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9" name="object-78-s1-ux">
            <a:extLst xmlns:a="http://schemas.openxmlformats.org/drawingml/2006/main">
              <a:ext uri="{FF2B5EF4-FFF2-40B4-BE49-F238E27FC236}">
                <a16:creationId xmlns:a16="http://schemas.microsoft.com/office/drawing/2014/main" id="{5DB7D1FD-2CA0-472A-9394-C2AEBD0A4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33208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0" name="object-79-s1-ux">
            <a:extLst xmlns:a="http://schemas.openxmlformats.org/drawingml/2006/main">
              <a:ext uri="{FF2B5EF4-FFF2-40B4-BE49-F238E27FC236}">
                <a16:creationId xmlns:a16="http://schemas.microsoft.com/office/drawing/2014/main" id="{10093756-DDB0-449F-B804-E41ED07A2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51" name="object-80-s1-ux">
            <a:extLst xmlns:a="http://schemas.openxmlformats.org/drawingml/2006/main">
              <a:ext uri="{FF2B5EF4-FFF2-40B4-BE49-F238E27FC236}">
                <a16:creationId xmlns:a16="http://schemas.microsoft.com/office/drawing/2014/main" id="{EB9680C4-5369-4D8C-B82E-E0C624949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5588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2" name="object-81-s1-ux">
            <a:extLst xmlns:a="http://schemas.openxmlformats.org/drawingml/2006/main">
              <a:ext uri="{FF2B5EF4-FFF2-40B4-BE49-F238E27FC236}">
                <a16:creationId xmlns:a16="http://schemas.microsoft.com/office/drawing/2014/main" id="{BBD7E8BA-AFE7-436C-8B7C-3E6D18826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5588" y="33208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3" name="object-82-s1-ux">
            <a:extLst xmlns:a="http://schemas.openxmlformats.org/drawingml/2006/main">
              <a:ext uri="{FF2B5EF4-FFF2-40B4-BE49-F238E27FC236}">
                <a16:creationId xmlns:a16="http://schemas.microsoft.com/office/drawing/2014/main" id="{8924A3B1-DCF3-4AE2-99E3-6D3A36D8E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76346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54" name="object-83-s1-ux">
            <a:extLst xmlns:a="http://schemas.openxmlformats.org/drawingml/2006/main">
              <a:ext uri="{FF2B5EF4-FFF2-40B4-BE49-F238E27FC236}">
                <a16:creationId xmlns:a16="http://schemas.microsoft.com/office/drawing/2014/main" id="{DCA1EBDF-579C-48F1-9539-4D01E0B8A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12541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55" name="object-84-s1-ux">
            <a:extLst xmlns:a="http://schemas.openxmlformats.org/drawingml/2006/main">
              <a:ext uri="{FF2B5EF4-FFF2-40B4-BE49-F238E27FC236}">
                <a16:creationId xmlns:a16="http://schemas.microsoft.com/office/drawing/2014/main" id="{CBEC3FAD-C0C9-4C43-A7E1-D28F3B929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176346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56" name="object-85-s1-ux">
            <a:extLst xmlns:a="http://schemas.openxmlformats.org/drawingml/2006/main">
              <a:ext uri="{FF2B5EF4-FFF2-40B4-BE49-F238E27FC236}">
                <a16:creationId xmlns:a16="http://schemas.microsoft.com/office/drawing/2014/main" id="{9D1369AA-237B-4341-84B4-EA781AB36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5513" y="17206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7" name="object-86-s1-ux">
            <a:extLst xmlns:a="http://schemas.openxmlformats.org/drawingml/2006/main">
              <a:ext uri="{FF2B5EF4-FFF2-40B4-BE49-F238E27FC236}">
                <a16:creationId xmlns:a16="http://schemas.microsoft.com/office/drawing/2014/main" id="{2949686E-34DB-418E-BD36-A127AD270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8363" y="2025402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58" name="object-87-s1-ux">
            <a:extLst xmlns:a="http://schemas.openxmlformats.org/drawingml/2006/main">
              <a:ext uri="{FF2B5EF4-FFF2-40B4-BE49-F238E27FC236}">
                <a16:creationId xmlns:a16="http://schemas.microsoft.com/office/drawing/2014/main" id="{B7DD9D20-2E6D-4285-BB61-F608B26A1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05873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59" name="object-88-s1-ux">
            <a:extLst xmlns:a="http://schemas.openxmlformats.org/drawingml/2006/main">
              <a:ext uri="{FF2B5EF4-FFF2-40B4-BE49-F238E27FC236}">
                <a16:creationId xmlns:a16="http://schemas.microsoft.com/office/drawing/2014/main" id="{E1E87DCE-F236-4EF3-A0A9-6FB570914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382589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60" name="object-89-s1-ux">
            <a:extLst xmlns:a="http://schemas.openxmlformats.org/drawingml/2006/main">
              <a:ext uri="{FF2B5EF4-FFF2-40B4-BE49-F238E27FC236}">
                <a16:creationId xmlns:a16="http://schemas.microsoft.com/office/drawing/2014/main" id="{A80E0E7D-0155-4993-8BE2-E5286C4B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744539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61" name="object-90-s1-ux">
            <a:extLst xmlns:a="http://schemas.openxmlformats.org/drawingml/2006/main">
              <a:ext uri="{FF2B5EF4-FFF2-40B4-BE49-F238E27FC236}">
                <a16:creationId xmlns:a16="http://schemas.microsoft.com/office/drawing/2014/main" id="{8035FD74-50F7-480F-8B45-1792C585B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382589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62" name="object-91-s1-ux">
            <a:extLst xmlns:a="http://schemas.openxmlformats.org/drawingml/2006/main">
              <a:ext uri="{FF2B5EF4-FFF2-40B4-BE49-F238E27FC236}">
                <a16:creationId xmlns:a16="http://schemas.microsoft.com/office/drawing/2014/main" id="{FFA22F23-172B-4A1F-A7A9-10357BBDB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3063" y="233972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63" name="object-92-s1-ux">
            <a:extLst xmlns:a="http://schemas.openxmlformats.org/drawingml/2006/main">
              <a:ext uri="{FF2B5EF4-FFF2-40B4-BE49-F238E27FC236}">
                <a16:creationId xmlns:a16="http://schemas.microsoft.com/office/drawing/2014/main" id="{E22E6B06-08EF-462B-BEE1-0902A25B3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913" y="2644527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64" name="object-93-s1-ux">
            <a:extLst xmlns:a="http://schemas.openxmlformats.org/drawingml/2006/main">
              <a:ext uri="{FF2B5EF4-FFF2-40B4-BE49-F238E27FC236}">
                <a16:creationId xmlns:a16="http://schemas.microsoft.com/office/drawing/2014/main" id="{EE94B9FB-611E-4FA6-8E49-CAB0C2589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77864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65" name="object-94-s1-ux">
            <a:extLst xmlns:a="http://schemas.openxmlformats.org/drawingml/2006/main">
              <a:ext uri="{FF2B5EF4-FFF2-40B4-BE49-F238E27FC236}">
                <a16:creationId xmlns:a16="http://schemas.microsoft.com/office/drawing/2014/main" id="{661E5CC1-19B3-491E-890D-AD968C500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66" name="object-95-s1-ux">
            <a:extLst xmlns:a="http://schemas.openxmlformats.org/drawingml/2006/main">
              <a:ext uri="{FF2B5EF4-FFF2-40B4-BE49-F238E27FC236}">
                <a16:creationId xmlns:a16="http://schemas.microsoft.com/office/drawing/2014/main" id="{61167A09-CC7B-4141-83E1-F9CC7A817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4350" y="2642622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67" name="object-96-s1-ux">
            <a:extLst xmlns:a="http://schemas.openxmlformats.org/drawingml/2006/main">
              <a:ext uri="{FF2B5EF4-FFF2-40B4-BE49-F238E27FC236}">
                <a16:creationId xmlns:a16="http://schemas.microsoft.com/office/drawing/2014/main" id="{6B663561-8F08-4DD2-B743-868532079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68" name="object-97-s1-ux">
            <a:extLst xmlns:a="http://schemas.openxmlformats.org/drawingml/2006/main">
              <a:ext uri="{FF2B5EF4-FFF2-40B4-BE49-F238E27FC236}">
                <a16:creationId xmlns:a16="http://schemas.microsoft.com/office/drawing/2014/main" id="{EED5F594-7CFA-42DF-8F13-4A898017A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6800" y="2642622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69" name="object-98-s1-ux">
            <a:extLst xmlns:a="http://schemas.openxmlformats.org/drawingml/2006/main">
              <a:ext uri="{FF2B5EF4-FFF2-40B4-BE49-F238E27FC236}">
                <a16:creationId xmlns:a16="http://schemas.microsoft.com/office/drawing/2014/main" id="{DEE63865-BB11-4F42-9F40-0B0C07BEC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001714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70" name="object-99-s1-ux">
            <a:extLst xmlns:a="http://schemas.openxmlformats.org/drawingml/2006/main">
              <a:ext uri="{FF2B5EF4-FFF2-40B4-BE49-F238E27FC236}">
                <a16:creationId xmlns:a16="http://schemas.microsoft.com/office/drawing/2014/main" id="{95363DD6-144B-4C8F-B777-BC94C26D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363664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71" name="object-100-s1-ux">
            <a:extLst xmlns:a="http://schemas.openxmlformats.org/drawingml/2006/main">
              <a:ext uri="{FF2B5EF4-FFF2-40B4-BE49-F238E27FC236}">
                <a16:creationId xmlns:a16="http://schemas.microsoft.com/office/drawing/2014/main" id="{44B1B90F-FA56-4DE0-893F-96556DB6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20789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72" name="object-101-s1-ux">
            <a:extLst xmlns:a="http://schemas.openxmlformats.org/drawingml/2006/main">
              <a:ext uri="{FF2B5EF4-FFF2-40B4-BE49-F238E27FC236}">
                <a16:creationId xmlns:a16="http://schemas.microsoft.com/office/drawing/2014/main" id="{927A909F-F554-48D6-87F8-2E828DB38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1900" y="3261747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73" name="object-102-s1-ux">
            <a:extLst xmlns:a="http://schemas.openxmlformats.org/drawingml/2006/main">
              <a:ext uri="{FF2B5EF4-FFF2-40B4-BE49-F238E27FC236}">
                <a16:creationId xmlns:a16="http://schemas.microsoft.com/office/drawing/2014/main" id="{7FB683A9-0CC7-4795-847B-86A868C2C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74" name="object-103-s1-ux">
            <a:extLst xmlns:a="http://schemas.openxmlformats.org/drawingml/2006/main">
              <a:ext uri="{FF2B5EF4-FFF2-40B4-BE49-F238E27FC236}">
                <a16:creationId xmlns:a16="http://schemas.microsoft.com/office/drawing/2014/main" id="{54AB0564-CA51-4DAF-81AC-A712095D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5513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75" name="object-104-s1-ux">
            <a:extLst xmlns:a="http://schemas.openxmlformats.org/drawingml/2006/main">
              <a:ext uri="{FF2B5EF4-FFF2-40B4-BE49-F238E27FC236}">
                <a16:creationId xmlns:a16="http://schemas.microsoft.com/office/drawing/2014/main" id="{E2ADADEE-04CC-40AE-8658-66C84B56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8363" y="3263652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76" name="object-105-s1-ux">
            <a:extLst xmlns:a="http://schemas.openxmlformats.org/drawingml/2006/main">
              <a:ext uri="{FF2B5EF4-FFF2-40B4-BE49-F238E27FC236}">
                <a16:creationId xmlns:a16="http://schemas.microsoft.com/office/drawing/2014/main" id="{791A612F-952B-4089-BD60-F0CF455D0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9698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77" name="object-106-s1-ux">
            <a:extLst xmlns:a="http://schemas.openxmlformats.org/drawingml/2006/main">
              <a:ext uri="{FF2B5EF4-FFF2-40B4-BE49-F238E27FC236}">
                <a16:creationId xmlns:a16="http://schemas.microsoft.com/office/drawing/2014/main" id="{44295051-6A5E-4FF1-98A8-AA6A54DAD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220789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78" name="object-107-s1-ux">
            <a:extLst xmlns:a="http://schemas.openxmlformats.org/drawingml/2006/main">
              <a:ext uri="{FF2B5EF4-FFF2-40B4-BE49-F238E27FC236}">
                <a16:creationId xmlns:a16="http://schemas.microsoft.com/office/drawing/2014/main" id="{808B362D-BC78-4882-8CF6-2107456C5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6800" y="3261747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79" name="object-108-s2-ux">
            <a:extLst xmlns:a="http://schemas.openxmlformats.org/drawingml/2006/main">
              <a:ext uri="{FF2B5EF4-FFF2-40B4-BE49-F238E27FC236}">
                <a16:creationId xmlns:a16="http://schemas.microsoft.com/office/drawing/2014/main" id="{7A82F2DB-BEAF-4ED2-A3D7-6CE23DB92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47509"/>
            <a:ext cx="1986409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Derive and validate</a:t>
            </a:r>
          </a:p>
        </p:txBody>
      </p:sp>
      <p:sp>
        <p:nvSpPr>
          <p:cNvPr id="80" name="object-109-s2-ux">
            <a:extLst xmlns:a="http://schemas.openxmlformats.org/drawingml/2006/main">
              <a:ext uri="{FF2B5EF4-FFF2-40B4-BE49-F238E27FC236}">
                <a16:creationId xmlns:a16="http://schemas.microsoft.com/office/drawing/2014/main" id="{60221022-5C63-4DA6-80C7-98DB7F5D0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697039"/>
            <a:ext cx="1280160" cy="95"/>
          </a:xfrm>
          <a:custGeom xmlns:a="http://schemas.openxmlformats.org/drawingml/2006/main">
            <a:pathLst>
              <a:path w="1280160" h="95">
                <a:moveTo>
                  <a:pt x="0" y="0"/>
                </a:moveTo>
                <a:lnTo>
                  <a:pt x="12801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81" name="object-110-s2-ux">
            <a:extLst xmlns:a="http://schemas.openxmlformats.org/drawingml/2006/main">
              <a:ext uri="{FF2B5EF4-FFF2-40B4-BE49-F238E27FC236}">
                <a16:creationId xmlns:a16="http://schemas.microsoft.com/office/drawing/2014/main" id="{C08B8C66-84C3-4E5E-A160-37D508943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044511"/>
            <a:ext cx="1280160" cy="95"/>
          </a:xfrm>
          <a:custGeom xmlns:a="http://schemas.openxmlformats.org/drawingml/2006/main">
            <a:pathLst>
              <a:path w="1280160" h="95">
                <a:moveTo>
                  <a:pt x="0" y="0"/>
                </a:moveTo>
                <a:lnTo>
                  <a:pt x="12801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82" name="object-111-s2-ux">
            <a:extLst xmlns:a="http://schemas.openxmlformats.org/drawingml/2006/main">
              <a:ext uri="{FF2B5EF4-FFF2-40B4-BE49-F238E27FC236}">
                <a16:creationId xmlns:a16="http://schemas.microsoft.com/office/drawing/2014/main" id="{3E7A0910-C7F9-4F95-9874-A8BF2E018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0054" y="3697039"/>
            <a:ext cx="95" cy="347472"/>
          </a:xfrm>
          <a:custGeom xmlns:a="http://schemas.openxmlformats.org/drawingml/2006/main">
            <a:pathLst>
              <a:path w="95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83" name="object-112-s2-ux">
            <a:extLst xmlns:a="http://schemas.openxmlformats.org/drawingml/2006/main">
              <a:ext uri="{FF2B5EF4-FFF2-40B4-BE49-F238E27FC236}">
                <a16:creationId xmlns:a16="http://schemas.microsoft.com/office/drawing/2014/main" id="{FB88FB80-598D-45F7-980B-25BFB6826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906" y="3655891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144">
            <a:noFill/>
            <a:prstDash val="solid"/>
          </a:ln>
        </p:spPr>
      </p:sp>
      <p:sp>
        <p:nvSpPr>
          <p:cNvPr id="84" name="object-113-s2-ux">
            <a:extLst xmlns:a="http://schemas.openxmlformats.org/drawingml/2006/main">
              <a:ext uri="{FF2B5EF4-FFF2-40B4-BE49-F238E27FC236}">
                <a16:creationId xmlns:a16="http://schemas.microsoft.com/office/drawing/2014/main" id="{AC9E2372-AB2A-4F8D-9F63-B89CD369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4042" y="3948499"/>
            <a:ext cx="192024" cy="1920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85" name="object-114-s2-ux">
            <a:extLst xmlns:a="http://schemas.openxmlformats.org/drawingml/2006/main">
              <a:ext uri="{FF2B5EF4-FFF2-40B4-BE49-F238E27FC236}">
                <a16:creationId xmlns:a16="http://schemas.microsoft.com/office/drawing/2014/main" id="{AAE6202A-0B02-4ABB-A7CA-2244DC602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6046" y="3980503"/>
            <a:ext cx="128016" cy="128016"/>
          </a:xfrm>
          <a:custGeom xmlns:a="http://schemas.openxmlformats.org/drawingml/2006/main">
            <a:pathLst>
              <a:path w="128016" h="128016">
                <a:moveTo>
                  <a:pt x="0" y="64008"/>
                </a:moveTo>
                <a:lnTo>
                  <a:pt x="128016" y="64008"/>
                </a:lnTo>
              </a:path>
              <a:path w="128016" h="128016">
                <a:moveTo>
                  <a:pt x="64008" y="0"/>
                </a:moveTo>
                <a:lnTo>
                  <a:pt x="64008" y="128016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86" name="object-115-s2-ux">
            <a:extLst xmlns:a="http://schemas.openxmlformats.org/drawingml/2006/main">
              <a:ext uri="{FF2B5EF4-FFF2-40B4-BE49-F238E27FC236}">
                <a16:creationId xmlns:a16="http://schemas.microsoft.com/office/drawing/2014/main" id="{1B714946-FB20-40F6-B8D6-D2BDCED08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406" y="3697039"/>
            <a:ext cx="95" cy="347472"/>
          </a:xfrm>
          <a:custGeom xmlns:a="http://schemas.openxmlformats.org/drawingml/2006/main">
            <a:pathLst>
              <a:path w="95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87" name="object-116-s2-ux">
            <a:extLst xmlns:a="http://schemas.openxmlformats.org/drawingml/2006/main">
              <a:ext uri="{FF2B5EF4-FFF2-40B4-BE49-F238E27FC236}">
                <a16:creationId xmlns:a16="http://schemas.microsoft.com/office/drawing/2014/main" id="{8478B48D-6491-4807-BEA9-C4CFB7DB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9258" y="3655891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144">
            <a:noFill/>
            <a:prstDash val="solid"/>
          </a:ln>
        </p:spPr>
      </p:sp>
      <p:sp>
        <p:nvSpPr>
          <p:cNvPr id="88" name="object-117-s2-ux">
            <a:extLst xmlns:a="http://schemas.openxmlformats.org/drawingml/2006/main">
              <a:ext uri="{FF2B5EF4-FFF2-40B4-BE49-F238E27FC236}">
                <a16:creationId xmlns:a16="http://schemas.microsoft.com/office/drawing/2014/main" id="{D9161A5C-DA71-4E90-8CD5-00C76AB9C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394" y="3948499"/>
            <a:ext cx="192024" cy="1920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89" name="object-118-s2-ux">
            <a:extLst xmlns:a="http://schemas.openxmlformats.org/drawingml/2006/main">
              <a:ext uri="{FF2B5EF4-FFF2-40B4-BE49-F238E27FC236}">
                <a16:creationId xmlns:a16="http://schemas.microsoft.com/office/drawing/2014/main" id="{59F0862D-9876-4048-8283-460D14F3E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6398" y="3980503"/>
            <a:ext cx="128016" cy="128016"/>
          </a:xfrm>
          <a:custGeom xmlns:a="http://schemas.openxmlformats.org/drawingml/2006/main">
            <a:pathLst>
              <a:path w="128016" h="128016">
                <a:moveTo>
                  <a:pt x="0" y="64008"/>
                </a:moveTo>
                <a:lnTo>
                  <a:pt x="128016" y="64008"/>
                </a:lnTo>
              </a:path>
              <a:path w="128016" h="128016">
                <a:moveTo>
                  <a:pt x="64008" y="0"/>
                </a:moveTo>
                <a:lnTo>
                  <a:pt x="64008" y="128016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90" name="object-119-s2-ux">
            <a:extLst xmlns:a="http://schemas.openxmlformats.org/drawingml/2006/main">
              <a:ext uri="{FF2B5EF4-FFF2-40B4-BE49-F238E27FC236}">
                <a16:creationId xmlns:a16="http://schemas.microsoft.com/office/drawing/2014/main" id="{C60E101B-8310-4D6B-B2E5-C587037C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038" y="3870775"/>
            <a:ext cx="347472" cy="95"/>
          </a:xfrm>
          <a:custGeom xmlns:a="http://schemas.openxmlformats.org/drawingml/2006/main">
            <a:pathLst>
              <a:path w="347472" h="95">
                <a:moveTo>
                  <a:pt x="0" y="0"/>
                </a:moveTo>
                <a:lnTo>
                  <a:pt x="3474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087E86"/>
            </a:solidFill>
            <a:prstDash val="solid"/>
          </a:ln>
        </p:spPr>
      </p:sp>
      <p:sp>
        <p:nvSpPr>
          <p:cNvPr id="91" name="object-119-s2-ux-arrow">
            <a:extLst xmlns:a="http://schemas.openxmlformats.org/drawingml/2006/main">
              <a:ext uri="{FF2B5EF4-FFF2-40B4-BE49-F238E27FC236}">
                <a16:creationId xmlns:a16="http://schemas.microsoft.com/office/drawing/2014/main" id="{25F2344A-5E66-4CAB-B0E4-124C5BBD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685" y="3813625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92" name="object-120-s2-ux">
            <a:extLst xmlns:a="http://schemas.openxmlformats.org/drawingml/2006/main">
              <a:ext uri="{FF2B5EF4-FFF2-40B4-BE49-F238E27FC236}">
                <a16:creationId xmlns:a16="http://schemas.microsoft.com/office/drawing/2014/main" id="{4B72C55E-EAB0-438C-B1E9-32AE90D2D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0526" y="3697039"/>
            <a:ext cx="804672" cy="95"/>
          </a:xfrm>
          <a:custGeom xmlns:a="http://schemas.openxmlformats.org/drawingml/2006/main">
            <a:pathLst>
              <a:path w="804672" h="95">
                <a:moveTo>
                  <a:pt x="0" y="0"/>
                </a:moveTo>
                <a:lnTo>
                  <a:pt x="8046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93" name="object-121-s2-ux">
            <a:extLst xmlns:a="http://schemas.openxmlformats.org/drawingml/2006/main">
              <a:ext uri="{FF2B5EF4-FFF2-40B4-BE49-F238E27FC236}">
                <a16:creationId xmlns:a16="http://schemas.microsoft.com/office/drawing/2014/main" id="{49FA0C6A-0065-4F56-9BB6-BC621279D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0526" y="4044511"/>
            <a:ext cx="804672" cy="95"/>
          </a:xfrm>
          <a:custGeom xmlns:a="http://schemas.openxmlformats.org/drawingml/2006/main">
            <a:pathLst>
              <a:path w="804672" h="95">
                <a:moveTo>
                  <a:pt x="0" y="0"/>
                </a:moveTo>
                <a:lnTo>
                  <a:pt x="8046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94" name="object-122-s2-ux">
            <a:extLst xmlns:a="http://schemas.openxmlformats.org/drawingml/2006/main">
              <a:ext uri="{FF2B5EF4-FFF2-40B4-BE49-F238E27FC236}">
                <a16:creationId xmlns:a16="http://schemas.microsoft.com/office/drawing/2014/main" id="{EF677A2B-306A-4FEA-A981-77E03CE30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3697039"/>
            <a:ext cx="1280160" cy="95"/>
          </a:xfrm>
          <a:custGeom xmlns:a="http://schemas.openxmlformats.org/drawingml/2006/main">
            <a:pathLst>
              <a:path w="1280160" h="95">
                <a:moveTo>
                  <a:pt x="0" y="0"/>
                </a:moveTo>
                <a:lnTo>
                  <a:pt x="12801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95" name="object-123-s2-ux">
            <a:extLst xmlns:a="http://schemas.openxmlformats.org/drawingml/2006/main">
              <a:ext uri="{FF2B5EF4-FFF2-40B4-BE49-F238E27FC236}">
                <a16:creationId xmlns:a16="http://schemas.microsoft.com/office/drawing/2014/main" id="{3B412E64-C278-47DD-AE47-A7305CE46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4044511"/>
            <a:ext cx="1280160" cy="95"/>
          </a:xfrm>
          <a:custGeom xmlns:a="http://schemas.openxmlformats.org/drawingml/2006/main">
            <a:pathLst>
              <a:path w="1280160" h="95">
                <a:moveTo>
                  <a:pt x="0" y="0"/>
                </a:moveTo>
                <a:lnTo>
                  <a:pt x="12801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96" name="object-124-s2-ux">
            <a:extLst xmlns:a="http://schemas.openxmlformats.org/drawingml/2006/main">
              <a:ext uri="{FF2B5EF4-FFF2-40B4-BE49-F238E27FC236}">
                <a16:creationId xmlns:a16="http://schemas.microsoft.com/office/drawing/2014/main" id="{F748BF21-8293-4925-892E-D0FD7D37F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681" y="3907351"/>
            <a:ext cx="310896" cy="274320"/>
          </a:xfrm>
          <a:prstGeom xmlns:a="http://schemas.openxmlformats.org/drawingml/2006/main" prst="roundRect">
            <a:avLst>
              <a:gd name="adj" fmla="val 6944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8288">
            <a:solidFill>
              <a:srgbClr val="123039"/>
            </a:solidFill>
            <a:prstDash val="solid"/>
          </a:ln>
        </p:spPr>
      </p:sp>
      <p:sp>
        <p:nvSpPr>
          <p:cNvPr id="97" name="object-125-s2-ux">
            <a:extLst xmlns:a="http://schemas.openxmlformats.org/drawingml/2006/main">
              <a:ext uri="{FF2B5EF4-FFF2-40B4-BE49-F238E27FC236}">
                <a16:creationId xmlns:a16="http://schemas.microsoft.com/office/drawing/2014/main" id="{C45F3DEF-5463-415A-A4C7-9AE286D5A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8262" y="3940956"/>
            <a:ext cx="179933" cy="202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24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24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98" name="object-126-s2-ux">
            <a:extLst xmlns:a="http://schemas.openxmlformats.org/drawingml/2006/main">
              <a:ext uri="{FF2B5EF4-FFF2-40B4-BE49-F238E27FC236}">
                <a16:creationId xmlns:a16="http://schemas.microsoft.com/office/drawing/2014/main" id="{8EE144C3-9C21-4B68-B6FE-FC4297DB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5033" y="3907351"/>
            <a:ext cx="310896" cy="274320"/>
          </a:xfrm>
          <a:prstGeom xmlns:a="http://schemas.openxmlformats.org/drawingml/2006/main" prst="roundRect">
            <a:avLst>
              <a:gd name="adj" fmla="val 6944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8288">
            <a:solidFill>
              <a:srgbClr val="123039"/>
            </a:solidFill>
            <a:prstDash val="solid"/>
          </a:ln>
        </p:spPr>
      </p:sp>
      <p:sp>
        <p:nvSpPr>
          <p:cNvPr id="99" name="object-127-s2-ux">
            <a:extLst xmlns:a="http://schemas.openxmlformats.org/drawingml/2006/main">
              <a:ext uri="{FF2B5EF4-FFF2-40B4-BE49-F238E27FC236}">
                <a16:creationId xmlns:a16="http://schemas.microsoft.com/office/drawing/2014/main" id="{837EE90C-5B55-4F62-8CE9-DAE440FD3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614" y="3940956"/>
            <a:ext cx="179933" cy="202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24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24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00" name="object-128-s2-ux">
            <a:extLst xmlns:a="http://schemas.openxmlformats.org/drawingml/2006/main">
              <a:ext uri="{FF2B5EF4-FFF2-40B4-BE49-F238E27FC236}">
                <a16:creationId xmlns:a16="http://schemas.microsoft.com/office/drawing/2014/main" id="{3C6DD926-D61F-45CE-B266-B7257221E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113" y="3870775"/>
            <a:ext cx="347472" cy="95"/>
          </a:xfrm>
          <a:custGeom xmlns:a="http://schemas.openxmlformats.org/drawingml/2006/main">
            <a:pathLst>
              <a:path w="347472" h="95">
                <a:moveTo>
                  <a:pt x="0" y="0"/>
                </a:moveTo>
                <a:lnTo>
                  <a:pt x="3474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087E86"/>
            </a:solidFill>
            <a:prstDash val="solid"/>
          </a:ln>
        </p:spPr>
      </p:sp>
      <p:sp>
        <p:nvSpPr>
          <p:cNvPr id="101" name="object-128-s2-ux-arrow">
            <a:extLst xmlns:a="http://schemas.openxmlformats.org/drawingml/2006/main">
              <a:ext uri="{FF2B5EF4-FFF2-40B4-BE49-F238E27FC236}">
                <a16:creationId xmlns:a16="http://schemas.microsoft.com/office/drawing/2014/main" id="{792DE420-0192-41EA-A033-7EE40EA81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8760" y="3813625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102" name="object-129-s2-ux">
            <a:extLst xmlns:a="http://schemas.openxmlformats.org/drawingml/2006/main">
              <a:ext uri="{FF2B5EF4-FFF2-40B4-BE49-F238E27FC236}">
                <a16:creationId xmlns:a16="http://schemas.microsoft.com/office/drawing/2014/main" id="{1F9D1F98-408E-46EC-88EC-DAA02D212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0601" y="3697039"/>
            <a:ext cx="804672" cy="95"/>
          </a:xfrm>
          <a:custGeom xmlns:a="http://schemas.openxmlformats.org/drawingml/2006/main">
            <a:pathLst>
              <a:path w="804672" h="95">
                <a:moveTo>
                  <a:pt x="0" y="0"/>
                </a:moveTo>
                <a:lnTo>
                  <a:pt x="8046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103" name="object-130-s2-ux">
            <a:extLst xmlns:a="http://schemas.openxmlformats.org/drawingml/2006/main">
              <a:ext uri="{FF2B5EF4-FFF2-40B4-BE49-F238E27FC236}">
                <a16:creationId xmlns:a16="http://schemas.microsoft.com/office/drawing/2014/main" id="{709B0954-183B-4866-BED6-43567F60B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0601" y="4044511"/>
            <a:ext cx="804672" cy="95"/>
          </a:xfrm>
          <a:custGeom xmlns:a="http://schemas.openxmlformats.org/drawingml/2006/main">
            <a:pathLst>
              <a:path w="804672" h="95">
                <a:moveTo>
                  <a:pt x="0" y="0"/>
                </a:moveTo>
                <a:lnTo>
                  <a:pt x="8046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104" name="object-131-s2-ux">
            <a:extLst xmlns:a="http://schemas.openxmlformats.org/drawingml/2006/main">
              <a:ext uri="{FF2B5EF4-FFF2-40B4-BE49-F238E27FC236}">
                <a16:creationId xmlns:a16="http://schemas.microsoft.com/office/drawing/2014/main" id="{633F4E21-554B-4630-8DD9-44BEA9CAC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032319"/>
            <a:ext cx="448121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keep</a:t>
            </a:r>
          </a:p>
        </p:txBody>
      </p:sp>
      <p:sp>
        <p:nvSpPr>
          <p:cNvPr id="105" name="object-132-s2-ux">
            <a:extLst xmlns:a="http://schemas.openxmlformats.org/drawingml/2006/main">
              <a:ext uri="{FF2B5EF4-FFF2-40B4-BE49-F238E27FC236}">
                <a16:creationId xmlns:a16="http://schemas.microsoft.com/office/drawing/2014/main" id="{3A6027B5-85F4-4232-A285-8A48A2D39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4032319"/>
            <a:ext cx="448121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keep</a:t>
            </a:r>
          </a:p>
        </p:txBody>
      </p:sp>
      <p:sp>
        <p:nvSpPr>
          <p:cNvPr id="106" name="object-133-s3-ux">
            <a:extLst xmlns:a="http://schemas.openxmlformats.org/drawingml/2006/main">
              <a:ext uri="{FF2B5EF4-FFF2-40B4-BE49-F238E27FC236}">
                <a16:creationId xmlns:a16="http://schemas.microsoft.com/office/drawing/2014/main" id="{979F5884-CE63-4489-921E-23514276A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134"/>
            <a:ext cx="1915864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Another candidate</a:t>
            </a:r>
          </a:p>
        </p:txBody>
      </p:sp>
      <p:sp>
        <p:nvSpPr>
          <p:cNvPr id="107" name="object-134-s3-ux">
            <a:extLst xmlns:a="http://schemas.openxmlformats.org/drawingml/2006/main">
              <a:ext uri="{FF2B5EF4-FFF2-40B4-BE49-F238E27FC236}">
                <a16:creationId xmlns:a16="http://schemas.microsoft.com/office/drawing/2014/main" id="{C1A6424A-81D3-40C2-B359-62C0C2CBD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516189"/>
            <a:ext cx="1810512" cy="95"/>
          </a:xfrm>
          <a:custGeom xmlns:a="http://schemas.openxmlformats.org/drawingml/2006/main">
            <a:pathLst>
              <a:path w="1810512" h="95">
                <a:moveTo>
                  <a:pt x="0" y="0"/>
                </a:moveTo>
                <a:lnTo>
                  <a:pt x="181051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108" name="object-135-s3-ux">
            <a:extLst xmlns:a="http://schemas.openxmlformats.org/drawingml/2006/main">
              <a:ext uri="{FF2B5EF4-FFF2-40B4-BE49-F238E27FC236}">
                <a16:creationId xmlns:a16="http://schemas.microsoft.com/office/drawing/2014/main" id="{6CE5FCAF-F919-4865-B04B-8D94CED51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863661"/>
            <a:ext cx="1810512" cy="95"/>
          </a:xfrm>
          <a:custGeom xmlns:a="http://schemas.openxmlformats.org/drawingml/2006/main">
            <a:pathLst>
              <a:path w="1810512" h="95">
                <a:moveTo>
                  <a:pt x="0" y="0"/>
                </a:moveTo>
                <a:lnTo>
                  <a:pt x="181051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109" name="object-136-s3-ux">
            <a:extLst xmlns:a="http://schemas.openxmlformats.org/drawingml/2006/main">
              <a:ext uri="{FF2B5EF4-FFF2-40B4-BE49-F238E27FC236}">
                <a16:creationId xmlns:a16="http://schemas.microsoft.com/office/drawing/2014/main" id="{CE7D6BA5-C4E6-4B7F-ACDF-CFD7FFBD9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0054" y="4516189"/>
            <a:ext cx="95" cy="347472"/>
          </a:xfrm>
          <a:custGeom xmlns:a="http://schemas.openxmlformats.org/drawingml/2006/main">
            <a:pathLst>
              <a:path w="95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110" name="object-137-s3-ux">
            <a:extLst xmlns:a="http://schemas.openxmlformats.org/drawingml/2006/main">
              <a:ext uri="{FF2B5EF4-FFF2-40B4-BE49-F238E27FC236}">
                <a16:creationId xmlns:a16="http://schemas.microsoft.com/office/drawing/2014/main" id="{434186E6-D226-4ED8-912E-CF170BF86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906" y="4475041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144">
            <a:noFill/>
            <a:prstDash val="solid"/>
          </a:ln>
        </p:spPr>
      </p:sp>
      <p:sp>
        <p:nvSpPr>
          <p:cNvPr id="111" name="object-138-s3-ux">
            <a:extLst xmlns:a="http://schemas.openxmlformats.org/drawingml/2006/main">
              <a:ext uri="{FF2B5EF4-FFF2-40B4-BE49-F238E27FC236}">
                <a16:creationId xmlns:a16="http://schemas.microsoft.com/office/drawing/2014/main" id="{9A36AE2B-D13E-4BBA-87A0-0EAB43CFD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4042" y="4767649"/>
            <a:ext cx="192024" cy="1920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112" name="object-139-s3-ux">
            <a:extLst xmlns:a="http://schemas.openxmlformats.org/drawingml/2006/main">
              <a:ext uri="{FF2B5EF4-FFF2-40B4-BE49-F238E27FC236}">
                <a16:creationId xmlns:a16="http://schemas.microsoft.com/office/drawing/2014/main" id="{17442B77-BC2E-4C18-AAB4-7338468EC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6046" y="4799653"/>
            <a:ext cx="128016" cy="128016"/>
          </a:xfrm>
          <a:custGeom xmlns:a="http://schemas.openxmlformats.org/drawingml/2006/main">
            <a:pathLst>
              <a:path w="128016" h="128016">
                <a:moveTo>
                  <a:pt x="0" y="64008"/>
                </a:moveTo>
                <a:lnTo>
                  <a:pt x="128016" y="64008"/>
                </a:lnTo>
              </a:path>
              <a:path w="128016" h="128016">
                <a:moveTo>
                  <a:pt x="64008" y="0"/>
                </a:moveTo>
                <a:lnTo>
                  <a:pt x="64008" y="128016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113" name="object-140-s3-ux">
            <a:extLst xmlns:a="http://schemas.openxmlformats.org/drawingml/2006/main">
              <a:ext uri="{FF2B5EF4-FFF2-40B4-BE49-F238E27FC236}">
                <a16:creationId xmlns:a16="http://schemas.microsoft.com/office/drawing/2014/main" id="{67AB23C1-99F3-4487-AFC4-4D9F853BB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4958" y="4726501"/>
            <a:ext cx="310896" cy="274320"/>
          </a:xfrm>
          <a:prstGeom xmlns:a="http://schemas.openxmlformats.org/drawingml/2006/main" prst="roundRect">
            <a:avLst>
              <a:gd name="adj" fmla="val 6944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8288">
            <a:solidFill>
              <a:srgbClr val="123039"/>
            </a:solidFill>
            <a:prstDash val="solid"/>
          </a:ln>
        </p:spPr>
      </p:sp>
      <p:sp>
        <p:nvSpPr>
          <p:cNvPr id="114" name="object-141-s3-ux">
            <a:extLst xmlns:a="http://schemas.openxmlformats.org/drawingml/2006/main">
              <a:ext uri="{FF2B5EF4-FFF2-40B4-BE49-F238E27FC236}">
                <a16:creationId xmlns:a16="http://schemas.microsoft.com/office/drawing/2014/main" id="{0CDC6C40-AC8F-4DCA-B255-ED4967703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8539" y="4760106"/>
            <a:ext cx="179933" cy="202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24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24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15" name="object-142-s3-ux">
            <a:extLst xmlns:a="http://schemas.openxmlformats.org/drawingml/2006/main">
              <a:ext uri="{FF2B5EF4-FFF2-40B4-BE49-F238E27FC236}">
                <a16:creationId xmlns:a16="http://schemas.microsoft.com/office/drawing/2014/main" id="{FF1362A6-C9C8-4706-B2A0-827F90C2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5310" y="4726501"/>
            <a:ext cx="310896" cy="274320"/>
          </a:xfrm>
          <a:prstGeom xmlns:a="http://schemas.openxmlformats.org/drawingml/2006/main" prst="roundRect">
            <a:avLst>
              <a:gd name="adj" fmla="val 6944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8288">
            <a:solidFill>
              <a:srgbClr val="123039"/>
            </a:solidFill>
            <a:prstDash val="solid"/>
          </a:ln>
        </p:spPr>
      </p:sp>
      <p:sp>
        <p:nvSpPr>
          <p:cNvPr id="116" name="object-143-s3-ux">
            <a:extLst xmlns:a="http://schemas.openxmlformats.org/drawingml/2006/main">
              <a:ext uri="{FF2B5EF4-FFF2-40B4-BE49-F238E27FC236}">
                <a16:creationId xmlns:a16="http://schemas.microsoft.com/office/drawing/2014/main" id="{231D4428-3026-42F2-8675-3BC3E0080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8891" y="4760106"/>
            <a:ext cx="179933" cy="202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24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24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17" name="object-144-s3-ux">
            <a:extLst xmlns:a="http://schemas.openxmlformats.org/drawingml/2006/main">
              <a:ext uri="{FF2B5EF4-FFF2-40B4-BE49-F238E27FC236}">
                <a16:creationId xmlns:a16="http://schemas.microsoft.com/office/drawing/2014/main" id="{E8551E2E-823A-4560-9B79-183B2FD24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5390" y="4689925"/>
            <a:ext cx="347472" cy="95"/>
          </a:xfrm>
          <a:custGeom xmlns:a="http://schemas.openxmlformats.org/drawingml/2006/main">
            <a:pathLst>
              <a:path w="347472" h="95">
                <a:moveTo>
                  <a:pt x="0" y="0"/>
                </a:moveTo>
                <a:lnTo>
                  <a:pt x="3474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087E86"/>
            </a:solidFill>
            <a:prstDash val="solid"/>
          </a:ln>
        </p:spPr>
      </p:sp>
      <p:sp>
        <p:nvSpPr>
          <p:cNvPr id="118" name="object-144-s3-ux-arrow">
            <a:extLst xmlns:a="http://schemas.openxmlformats.org/drawingml/2006/main">
              <a:ext uri="{FF2B5EF4-FFF2-40B4-BE49-F238E27FC236}">
                <a16:creationId xmlns:a16="http://schemas.microsoft.com/office/drawing/2014/main" id="{029D7AEC-7F30-4224-B125-D50547914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9037" y="4632775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119" name="object-145-s3-ux">
            <a:extLst xmlns:a="http://schemas.openxmlformats.org/drawingml/2006/main">
              <a:ext uri="{FF2B5EF4-FFF2-40B4-BE49-F238E27FC236}">
                <a16:creationId xmlns:a16="http://schemas.microsoft.com/office/drawing/2014/main" id="{3730911F-03E8-4D58-B8E5-F96BBD366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0878" y="4516189"/>
            <a:ext cx="749808" cy="95"/>
          </a:xfrm>
          <a:custGeom xmlns:a="http://schemas.openxmlformats.org/drawingml/2006/main">
            <a:pathLst>
              <a:path w="749808" h="95">
                <a:moveTo>
                  <a:pt x="0" y="0"/>
                </a:moveTo>
                <a:lnTo>
                  <a:pt x="74980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120" name="object-146-s3-ux">
            <a:extLst xmlns:a="http://schemas.openxmlformats.org/drawingml/2006/main">
              <a:ext uri="{FF2B5EF4-FFF2-40B4-BE49-F238E27FC236}">
                <a16:creationId xmlns:a16="http://schemas.microsoft.com/office/drawing/2014/main" id="{50556F22-290A-49E4-952A-B7BFFF989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0878" y="4863661"/>
            <a:ext cx="749808" cy="95"/>
          </a:xfrm>
          <a:custGeom xmlns:a="http://schemas.openxmlformats.org/drawingml/2006/main">
            <a:pathLst>
              <a:path w="749808" h="95">
                <a:moveTo>
                  <a:pt x="0" y="0"/>
                </a:moveTo>
                <a:lnTo>
                  <a:pt x="74980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121" name="object-147-s3-ux">
            <a:extLst xmlns:a="http://schemas.openxmlformats.org/drawingml/2006/main">
              <a:ext uri="{FF2B5EF4-FFF2-40B4-BE49-F238E27FC236}">
                <a16:creationId xmlns:a16="http://schemas.microsoft.com/office/drawing/2014/main" id="{60C4BEFB-4BF6-46CE-99ED-F3133945F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5782" y="4516189"/>
            <a:ext cx="95" cy="347472"/>
          </a:xfrm>
          <a:custGeom xmlns:a="http://schemas.openxmlformats.org/drawingml/2006/main">
            <a:pathLst>
              <a:path w="95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122" name="object-148-s3-ux">
            <a:extLst xmlns:a="http://schemas.openxmlformats.org/drawingml/2006/main">
              <a:ext uri="{FF2B5EF4-FFF2-40B4-BE49-F238E27FC236}">
                <a16:creationId xmlns:a16="http://schemas.microsoft.com/office/drawing/2014/main" id="{6B820B0F-7BCB-4A30-8947-6E24444AC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634" y="4475041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144">
            <a:noFill/>
            <a:prstDash val="solid"/>
          </a:ln>
        </p:spPr>
      </p:sp>
      <p:sp>
        <p:nvSpPr>
          <p:cNvPr id="123" name="object-149-s3-ux">
            <a:extLst xmlns:a="http://schemas.openxmlformats.org/drawingml/2006/main">
              <a:ext uri="{FF2B5EF4-FFF2-40B4-BE49-F238E27FC236}">
                <a16:creationId xmlns:a16="http://schemas.microsoft.com/office/drawing/2014/main" id="{6E7AFE4E-BB7E-4EFB-801D-08F111CCB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770" y="4767649"/>
            <a:ext cx="192024" cy="1920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124" name="object-150-s3-ux">
            <a:extLst xmlns:a="http://schemas.openxmlformats.org/drawingml/2006/main">
              <a:ext uri="{FF2B5EF4-FFF2-40B4-BE49-F238E27FC236}">
                <a16:creationId xmlns:a16="http://schemas.microsoft.com/office/drawing/2014/main" id="{FFA48BDD-E1B7-4D9B-81DE-7FF3ECDE2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1774" y="4799653"/>
            <a:ext cx="128016" cy="128016"/>
          </a:xfrm>
          <a:custGeom xmlns:a="http://schemas.openxmlformats.org/drawingml/2006/main">
            <a:pathLst>
              <a:path w="128016" h="128016">
                <a:moveTo>
                  <a:pt x="0" y="64008"/>
                </a:moveTo>
                <a:lnTo>
                  <a:pt x="128016" y="64008"/>
                </a:lnTo>
              </a:path>
              <a:path w="128016" h="128016">
                <a:moveTo>
                  <a:pt x="64008" y="0"/>
                </a:moveTo>
                <a:lnTo>
                  <a:pt x="64008" y="128016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125" name="object-155-s0-ux">
            <a:extLst xmlns:a="http://schemas.openxmlformats.org/drawingml/2006/main">
              <a:ext uri="{FF2B5EF4-FFF2-40B4-BE49-F238E27FC236}">
                <a16:creationId xmlns:a16="http://schemas.microsoft.com/office/drawing/2014/main" id="{7DA30466-D1C0-4463-A57B-AD5FAFB3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7186315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PIF groups candidates. Equality saturation checks derivability. SMT validates each retained concrete rule.</a:t>
            </a:r>
          </a:p>
        </p:txBody>
      </p:sp>
      <p:sp>
        <p:nvSpPr>
          <p:cNvPr id="126" name="object-156-s0-ux">
            <a:extLst xmlns:a="http://schemas.openxmlformats.org/drawingml/2006/main">
              <a:ext uri="{FF2B5EF4-FFF2-40B4-BE49-F238E27FC236}">
                <a16:creationId xmlns:a16="http://schemas.microsoft.com/office/drawing/2014/main" id="{1256484C-35B0-4CFD-B807-3FA6CFA57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5740003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QSymb synthesis / anchoring methods; CZ → CX illustration derived for this talk</a:t>
            </a:r>
          </a:p>
        </p:txBody>
      </p:sp>
      <p:sp>
        <p:nvSpPr>
          <p:cNvPr id="127" name="object-157-s0-ux">
            <a:extLst xmlns:a="http://schemas.openxmlformats.org/drawingml/2006/main">
              <a:ext uri="{FF2B5EF4-FFF2-40B4-BE49-F238E27FC236}">
                <a16:creationId xmlns:a16="http://schemas.microsoft.com/office/drawing/2014/main" id="{25CEDB04-5A57-4A65-9C65-B866687E3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06 / 14</a:t>
            </a:r>
          </a:p>
        </p:txBody>
      </p:sp>
      <p:sp>
        <p:nvSpPr>
          <p:cNvPr id="128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6841D174-A780-45BF-A20C-C19EFC7A3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4 / 6</a:t>
            </a:r>
          </a:p>
        </p:txBody>
      </p:sp>
    </p:spTree>
    <p:extLst>
      <p:ext uri="{BB962C8B-B14F-4D97-AF65-F5344CB8AC3E}">
        <p14:creationId xmlns:p14="http://schemas.microsoft.com/office/powerpoint/2010/main" val="191742488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2" name="top-accent">
            <a:extLst xmlns:a="http://schemas.openxmlformats.org/drawingml/2006/main">
              <a:ext uri="{FF2B5EF4-FFF2-40B4-BE49-F238E27FC236}">
                <a16:creationId xmlns:a16="http://schemas.microsoft.com/office/drawing/2014/main" id="{B535D2F7-832F-48B9-9BEA-CE53B063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F282913E-8791-4E64-8E54-4B0BD9D37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9649152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Concrete synthesis learns rules and filters redundancy</a:t>
            </a:r>
          </a:p>
        </p:txBody>
      </p:sp>
      <p:sp>
        <p:nvSpPr>
          <p:cNvPr id="3" name="object-32-s1-ux">
            <a:extLst xmlns:a="http://schemas.openxmlformats.org/drawingml/2006/main">
              <a:ext uri="{FF2B5EF4-FFF2-40B4-BE49-F238E27FC236}">
                <a16:creationId xmlns:a16="http://schemas.microsoft.com/office/drawing/2014/main" id="{90FFE995-6546-4139-BB1F-471A557C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191964"/>
            <a:ext cx="2571750" cy="2381250"/>
          </a:xfrm>
          <a:prstGeom xmlns:a="http://schemas.openxmlformats.org/drawingml/2006/main" prst="roundRect">
            <a:avLst>
              <a:gd name="adj" fmla="val 480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87E86"/>
            </a:solidFill>
            <a:prstDash val="dash"/>
          </a:ln>
        </p:spPr>
      </p:sp>
      <p:sp>
        <p:nvSpPr>
          <p:cNvPr id="4" name="object-33-s1-ux">
            <a:extLst xmlns:a="http://schemas.openxmlformats.org/drawingml/2006/main">
              <a:ext uri="{FF2B5EF4-FFF2-40B4-BE49-F238E27FC236}">
                <a16:creationId xmlns:a16="http://schemas.microsoft.com/office/drawing/2014/main" id="{E20CEC10-B1CB-465F-9271-0C84164D6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15" y="1244352"/>
            <a:ext cx="1585020" cy="316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Identity class</a:t>
            </a:r>
          </a:p>
        </p:txBody>
      </p:sp>
      <p:sp>
        <p:nvSpPr>
          <p:cNvPr id="5" name="object-34-s1-ux">
            <a:extLst xmlns:a="http://schemas.openxmlformats.org/drawingml/2006/main">
              <a:ext uri="{FF2B5EF4-FFF2-40B4-BE49-F238E27FC236}">
                <a16:creationId xmlns:a16="http://schemas.microsoft.com/office/drawing/2014/main" id="{8D3A7DB6-FE5F-4C06-9919-3AE56CFE4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191964"/>
            <a:ext cx="2571750" cy="2381250"/>
          </a:xfrm>
          <a:prstGeom xmlns:a="http://schemas.openxmlformats.org/drawingml/2006/main" prst="roundRect">
            <a:avLst>
              <a:gd name="adj" fmla="val 480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87E86"/>
            </a:solidFill>
            <a:prstDash val="dash"/>
          </a:ln>
        </p:spPr>
      </p:sp>
      <p:sp>
        <p:nvSpPr>
          <p:cNvPr id="6" name="object-35-s1-ux">
            <a:extLst xmlns:a="http://schemas.openxmlformats.org/drawingml/2006/main">
              <a:ext uri="{FF2B5EF4-FFF2-40B4-BE49-F238E27FC236}">
                <a16:creationId xmlns:a16="http://schemas.microsoft.com/office/drawing/2014/main" id="{8F51A97A-F0FF-40F7-BA69-1095EF394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6207" y="1244352"/>
            <a:ext cx="1055787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CZ class</a:t>
            </a:r>
          </a:p>
        </p:txBody>
      </p:sp>
      <p:sp>
        <p:nvSpPr>
          <p:cNvPr id="7" name="object-36-s1-ux">
            <a:extLst xmlns:a="http://schemas.openxmlformats.org/drawingml/2006/main">
              <a:ext uri="{FF2B5EF4-FFF2-40B4-BE49-F238E27FC236}">
                <a16:creationId xmlns:a16="http://schemas.microsoft.com/office/drawing/2014/main" id="{1C82607F-D235-429E-A478-6BEFA5CB5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191964"/>
            <a:ext cx="2571750" cy="2381250"/>
          </a:xfrm>
          <a:prstGeom xmlns:a="http://schemas.openxmlformats.org/drawingml/2006/main" prst="roundRect">
            <a:avLst>
              <a:gd name="adj" fmla="val 480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87E86"/>
            </a:solidFill>
            <a:prstDash val="dash"/>
          </a:ln>
        </p:spPr>
      </p:sp>
      <p:sp>
        <p:nvSpPr>
          <p:cNvPr id="8" name="object-37-s1-ux">
            <a:extLst xmlns:a="http://schemas.openxmlformats.org/drawingml/2006/main">
              <a:ext uri="{FF2B5EF4-FFF2-40B4-BE49-F238E27FC236}">
                <a16:creationId xmlns:a16="http://schemas.microsoft.com/office/drawing/2014/main" id="{8A35D38C-7DDE-4C0A-A28D-704C4A7AC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1884" y="1244352"/>
            <a:ext cx="1069181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CX class</a:t>
            </a:r>
          </a:p>
        </p:txBody>
      </p:sp>
      <p:sp>
        <p:nvSpPr>
          <p:cNvPr id="9" name="object-38-s1-ux">
            <a:extLst xmlns:a="http://schemas.openxmlformats.org/drawingml/2006/main">
              <a:ext uri="{FF2B5EF4-FFF2-40B4-BE49-F238E27FC236}">
                <a16:creationId xmlns:a16="http://schemas.microsoft.com/office/drawing/2014/main" id="{6C492B88-F129-4DA0-A34D-14E5732F2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1763464"/>
            <a:ext cx="838200" cy="95"/>
          </a:xfrm>
          <a:custGeom xmlns:a="http://schemas.openxmlformats.org/drawingml/2006/main">
            <a:pathLst>
              <a:path w="838200" h="95">
                <a:moveTo>
                  <a:pt x="0" y="0"/>
                </a:moveTo>
                <a:lnTo>
                  <a:pt x="838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10" name="object-39-s1-ux">
            <a:extLst xmlns:a="http://schemas.openxmlformats.org/drawingml/2006/main">
              <a:ext uri="{FF2B5EF4-FFF2-40B4-BE49-F238E27FC236}">
                <a16:creationId xmlns:a16="http://schemas.microsoft.com/office/drawing/2014/main" id="{1566E7BD-EB19-4BEC-B631-D088F7A67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2125414"/>
            <a:ext cx="838200" cy="95"/>
          </a:xfrm>
          <a:custGeom xmlns:a="http://schemas.openxmlformats.org/drawingml/2006/main">
            <a:pathLst>
              <a:path w="838200" h="95">
                <a:moveTo>
                  <a:pt x="0" y="0"/>
                </a:moveTo>
                <a:lnTo>
                  <a:pt x="838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11" name="object-40-s1-ux">
            <a:extLst xmlns:a="http://schemas.openxmlformats.org/drawingml/2006/main">
              <a:ext uri="{FF2B5EF4-FFF2-40B4-BE49-F238E27FC236}">
                <a16:creationId xmlns:a16="http://schemas.microsoft.com/office/drawing/2014/main" id="{997B255C-2D99-4B1D-B084-03F5FEACA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382589"/>
            <a:ext cx="1333500" cy="95"/>
          </a:xfrm>
          <a:custGeom xmlns:a="http://schemas.openxmlformats.org/drawingml/2006/main">
            <a:pathLst>
              <a:path w="1333500" h="9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2" name="object-41-s1-ux">
            <a:extLst xmlns:a="http://schemas.openxmlformats.org/drawingml/2006/main">
              <a:ext uri="{FF2B5EF4-FFF2-40B4-BE49-F238E27FC236}">
                <a16:creationId xmlns:a16="http://schemas.microsoft.com/office/drawing/2014/main" id="{3824EDE5-35C5-4EAC-920E-8D54493CF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744539"/>
            <a:ext cx="1333500" cy="95"/>
          </a:xfrm>
          <a:custGeom xmlns:a="http://schemas.openxmlformats.org/drawingml/2006/main">
            <a:pathLst>
              <a:path w="1333500" h="9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3" name="object-42-s1-ux">
            <a:extLst xmlns:a="http://schemas.openxmlformats.org/drawingml/2006/main">
              <a:ext uri="{FF2B5EF4-FFF2-40B4-BE49-F238E27FC236}">
                <a16:creationId xmlns:a16="http://schemas.microsoft.com/office/drawing/2014/main" id="{D4CD2399-EF33-498E-968E-6C42F0E3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4" name="object-43-s1-ux">
            <a:extLst xmlns:a="http://schemas.openxmlformats.org/drawingml/2006/main">
              <a:ext uri="{FF2B5EF4-FFF2-40B4-BE49-F238E27FC236}">
                <a16:creationId xmlns:a16="http://schemas.microsoft.com/office/drawing/2014/main" id="{60256C36-428D-4889-BB35-41D27BC28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3375" y="2642622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5" name="object-44-s1-ux">
            <a:extLst xmlns:a="http://schemas.openxmlformats.org/drawingml/2006/main">
              <a:ext uri="{FF2B5EF4-FFF2-40B4-BE49-F238E27FC236}">
                <a16:creationId xmlns:a16="http://schemas.microsoft.com/office/drawing/2014/main" id="{DD62EAB0-0EFD-4758-AB5D-DA4C2ED24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6" name="object-45-s1-ux">
            <a:extLst xmlns:a="http://schemas.openxmlformats.org/drawingml/2006/main">
              <a:ext uri="{FF2B5EF4-FFF2-40B4-BE49-F238E27FC236}">
                <a16:creationId xmlns:a16="http://schemas.microsoft.com/office/drawing/2014/main" id="{2A4F13EF-81D6-4109-92F7-88DD92C5E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5825" y="2642622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7" name="object-46-s1-ux">
            <a:extLst xmlns:a="http://schemas.openxmlformats.org/drawingml/2006/main">
              <a:ext uri="{FF2B5EF4-FFF2-40B4-BE49-F238E27FC236}">
                <a16:creationId xmlns:a16="http://schemas.microsoft.com/office/drawing/2014/main" id="{AD987DAC-4213-40B3-9AAD-5FAAF0C32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1714"/>
            <a:ext cx="1333500" cy="95"/>
          </a:xfrm>
          <a:custGeom xmlns:a="http://schemas.openxmlformats.org/drawingml/2006/main">
            <a:pathLst>
              <a:path w="1333500" h="9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8" name="object-47-s1-ux">
            <a:extLst xmlns:a="http://schemas.openxmlformats.org/drawingml/2006/main">
              <a:ext uri="{FF2B5EF4-FFF2-40B4-BE49-F238E27FC236}">
                <a16:creationId xmlns:a16="http://schemas.microsoft.com/office/drawing/2014/main" id="{40930AA9-94B9-41BC-8C85-CE027CD9D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363664"/>
            <a:ext cx="1333500" cy="95"/>
          </a:xfrm>
          <a:custGeom xmlns:a="http://schemas.openxmlformats.org/drawingml/2006/main">
            <a:pathLst>
              <a:path w="1333500" h="9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9" name="object-48-s1-ux">
            <a:extLst xmlns:a="http://schemas.openxmlformats.org/drawingml/2006/main">
              <a:ext uri="{FF2B5EF4-FFF2-40B4-BE49-F238E27FC236}">
                <a16:creationId xmlns:a16="http://schemas.microsoft.com/office/drawing/2014/main" id="{1FDFD5BC-D1C0-405F-A8EA-FB42BDA1B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0" name="object-49-s1-ux">
            <a:extLst xmlns:a="http://schemas.openxmlformats.org/drawingml/2006/main">
              <a:ext uri="{FF2B5EF4-FFF2-40B4-BE49-F238E27FC236}">
                <a16:creationId xmlns:a16="http://schemas.microsoft.com/office/drawing/2014/main" id="{6BE55AA2-0B39-4DBD-ACB2-5A046845F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4538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1" name="object-50-s1-ux">
            <a:extLst xmlns:a="http://schemas.openxmlformats.org/drawingml/2006/main">
              <a:ext uri="{FF2B5EF4-FFF2-40B4-BE49-F238E27FC236}">
                <a16:creationId xmlns:a16="http://schemas.microsoft.com/office/drawing/2014/main" id="{1A6581B2-67A6-4C61-A432-7854EFE8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7388" y="3263652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2" name="object-51-s1-ux">
            <a:extLst xmlns:a="http://schemas.openxmlformats.org/drawingml/2006/main">
              <a:ext uri="{FF2B5EF4-FFF2-40B4-BE49-F238E27FC236}">
                <a16:creationId xmlns:a16="http://schemas.microsoft.com/office/drawing/2014/main" id="{CBF0A442-551C-4C1D-8DFC-0CE6B5DE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29698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3" name="object-52-s1-ux">
            <a:extLst xmlns:a="http://schemas.openxmlformats.org/drawingml/2006/main">
              <a:ext uri="{FF2B5EF4-FFF2-40B4-BE49-F238E27FC236}">
                <a16:creationId xmlns:a16="http://schemas.microsoft.com/office/drawing/2014/main" id="{F96CC2F3-65C5-494C-8DFC-8AD9BF5DF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4" name="object-53-s1-ux">
            <a:extLst xmlns:a="http://schemas.openxmlformats.org/drawingml/2006/main">
              <a:ext uri="{FF2B5EF4-FFF2-40B4-BE49-F238E27FC236}">
                <a16:creationId xmlns:a16="http://schemas.microsoft.com/office/drawing/2014/main" id="{93CDD6B5-BD4F-4A31-966B-B6682BC1D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6988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5" name="object-54-s1-ux">
            <a:extLst xmlns:a="http://schemas.openxmlformats.org/drawingml/2006/main">
              <a:ext uri="{FF2B5EF4-FFF2-40B4-BE49-F238E27FC236}">
                <a16:creationId xmlns:a16="http://schemas.microsoft.com/office/drawing/2014/main" id="{21D8AA91-923A-48BB-BD58-0B3C1794C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9838" y="3263652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6" name="object-55-s1-ux">
            <a:extLst xmlns:a="http://schemas.openxmlformats.org/drawingml/2006/main">
              <a:ext uri="{FF2B5EF4-FFF2-40B4-BE49-F238E27FC236}">
                <a16:creationId xmlns:a16="http://schemas.microsoft.com/office/drawing/2014/main" id="{5D5E57FA-EFDE-4A09-BB2A-AFE5E8CF9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329698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7" name="object-56-s1-ux">
            <a:extLst xmlns:a="http://schemas.openxmlformats.org/drawingml/2006/main">
              <a:ext uri="{FF2B5EF4-FFF2-40B4-BE49-F238E27FC236}">
                <a16:creationId xmlns:a16="http://schemas.microsoft.com/office/drawing/2014/main" id="{C8FE5ADE-42B0-4890-AF65-875BE38A4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176346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28" name="object-57-s1-ux">
            <a:extLst xmlns:a="http://schemas.openxmlformats.org/drawingml/2006/main">
              <a:ext uri="{FF2B5EF4-FFF2-40B4-BE49-F238E27FC236}">
                <a16:creationId xmlns:a16="http://schemas.microsoft.com/office/drawing/2014/main" id="{A9BBA6B9-6A5C-46C1-9340-8790328E3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12541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29" name="object-58-s1-ux">
            <a:extLst xmlns:a="http://schemas.openxmlformats.org/drawingml/2006/main">
              <a:ext uri="{FF2B5EF4-FFF2-40B4-BE49-F238E27FC236}">
                <a16:creationId xmlns:a16="http://schemas.microsoft.com/office/drawing/2014/main" id="{7522553C-CCEC-4561-8317-ED76616F8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6346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30" name="object-59-s1-ux">
            <a:extLst xmlns:a="http://schemas.openxmlformats.org/drawingml/2006/main">
              <a:ext uri="{FF2B5EF4-FFF2-40B4-BE49-F238E27FC236}">
                <a16:creationId xmlns:a16="http://schemas.microsoft.com/office/drawing/2014/main" id="{088D22AF-35A5-4750-AE69-52EBCCADE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17206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1" name="object-60-s1-ux">
            <a:extLst xmlns:a="http://schemas.openxmlformats.org/drawingml/2006/main">
              <a:ext uri="{FF2B5EF4-FFF2-40B4-BE49-F238E27FC236}">
                <a16:creationId xmlns:a16="http://schemas.microsoft.com/office/drawing/2014/main" id="{CB50D37E-0449-4B7F-840D-48A99964C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20825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2" name="object-61-s1-ux">
            <a:extLst xmlns:a="http://schemas.openxmlformats.org/drawingml/2006/main">
              <a:ext uri="{FF2B5EF4-FFF2-40B4-BE49-F238E27FC236}">
                <a16:creationId xmlns:a16="http://schemas.microsoft.com/office/drawing/2014/main" id="{4824FDFC-39E2-4F93-B839-A924CE0F9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2382589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33" name="object-62-s1-ux">
            <a:extLst xmlns:a="http://schemas.openxmlformats.org/drawingml/2006/main">
              <a:ext uri="{FF2B5EF4-FFF2-40B4-BE49-F238E27FC236}">
                <a16:creationId xmlns:a16="http://schemas.microsoft.com/office/drawing/2014/main" id="{D9162528-9618-4751-9EFE-09044123F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2744539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34" name="object-63-s1-ux">
            <a:extLst xmlns:a="http://schemas.openxmlformats.org/drawingml/2006/main">
              <a:ext uri="{FF2B5EF4-FFF2-40B4-BE49-F238E27FC236}">
                <a16:creationId xmlns:a16="http://schemas.microsoft.com/office/drawing/2014/main" id="{9B161942-F18F-4CA4-B14A-5A465AE4E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35" name="object-64-s1-ux">
            <a:extLst xmlns:a="http://schemas.openxmlformats.org/drawingml/2006/main">
              <a:ext uri="{FF2B5EF4-FFF2-40B4-BE49-F238E27FC236}">
                <a16:creationId xmlns:a16="http://schemas.microsoft.com/office/drawing/2014/main" id="{3065C0B6-0CA3-4351-8AEE-530F8511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061" y="2642622"/>
            <a:ext cx="19317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36" name="object-65-s1-ux">
            <a:extLst xmlns:a="http://schemas.openxmlformats.org/drawingml/2006/main">
              <a:ext uri="{FF2B5EF4-FFF2-40B4-BE49-F238E27FC236}">
                <a16:creationId xmlns:a16="http://schemas.microsoft.com/office/drawing/2014/main" id="{C3FC28C2-A170-4FB2-8137-014568CA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82589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37" name="object-66-s1-ux">
            <a:extLst xmlns:a="http://schemas.openxmlformats.org/drawingml/2006/main">
              <a:ext uri="{FF2B5EF4-FFF2-40B4-BE49-F238E27FC236}">
                <a16:creationId xmlns:a16="http://schemas.microsoft.com/office/drawing/2014/main" id="{5FA3459A-A657-4737-B411-DBD14D114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233972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8" name="object-67-s1-ux">
            <a:extLst xmlns:a="http://schemas.openxmlformats.org/drawingml/2006/main">
              <a:ext uri="{FF2B5EF4-FFF2-40B4-BE49-F238E27FC236}">
                <a16:creationId xmlns:a16="http://schemas.microsoft.com/office/drawing/2014/main" id="{F5EB6BF6-BE6D-4F12-A1DB-4794FEB3F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5988" y="2644527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39" name="object-68-s1-ux">
            <a:extLst xmlns:a="http://schemas.openxmlformats.org/drawingml/2006/main">
              <a:ext uri="{FF2B5EF4-FFF2-40B4-BE49-F238E27FC236}">
                <a16:creationId xmlns:a16="http://schemas.microsoft.com/office/drawing/2014/main" id="{CF757477-1BFE-47DD-B543-FF39EEA34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677864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40" name="object-69-s1-ux">
            <a:extLst xmlns:a="http://schemas.openxmlformats.org/drawingml/2006/main">
              <a:ext uri="{FF2B5EF4-FFF2-40B4-BE49-F238E27FC236}">
                <a16:creationId xmlns:a16="http://schemas.microsoft.com/office/drawing/2014/main" id="{ACB02749-6821-4528-BF12-22E772916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41" name="object-70-s1-ux">
            <a:extLst xmlns:a="http://schemas.openxmlformats.org/drawingml/2006/main">
              <a:ext uri="{FF2B5EF4-FFF2-40B4-BE49-F238E27FC236}">
                <a16:creationId xmlns:a16="http://schemas.microsoft.com/office/drawing/2014/main" id="{32A601B5-248E-4553-8FB3-17EE4745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961" y="2642622"/>
            <a:ext cx="19317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42" name="object-71-s1-ux">
            <a:extLst xmlns:a="http://schemas.openxmlformats.org/drawingml/2006/main">
              <a:ext uri="{FF2B5EF4-FFF2-40B4-BE49-F238E27FC236}">
                <a16:creationId xmlns:a16="http://schemas.microsoft.com/office/drawing/2014/main" id="{CBEDC0F1-F8F2-4F7B-B89F-E3ACD4D53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3001714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43" name="object-72-s1-ux">
            <a:extLst xmlns:a="http://schemas.openxmlformats.org/drawingml/2006/main">
              <a:ext uri="{FF2B5EF4-FFF2-40B4-BE49-F238E27FC236}">
                <a16:creationId xmlns:a16="http://schemas.microsoft.com/office/drawing/2014/main" id="{6534C5C2-E980-47BC-9894-4023D4CF7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3363664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44" name="object-73-s1-ux">
            <a:extLst xmlns:a="http://schemas.openxmlformats.org/drawingml/2006/main">
              <a:ext uri="{FF2B5EF4-FFF2-40B4-BE49-F238E27FC236}">
                <a16:creationId xmlns:a16="http://schemas.microsoft.com/office/drawing/2014/main" id="{70ED390B-308E-4C98-ACFB-6DE4C9D3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45" name="object-74-s1-ux">
            <a:extLst xmlns:a="http://schemas.openxmlformats.org/drawingml/2006/main">
              <a:ext uri="{FF2B5EF4-FFF2-40B4-BE49-F238E27FC236}">
                <a16:creationId xmlns:a16="http://schemas.microsoft.com/office/drawing/2014/main" id="{8E53EB54-91E7-41B6-9C3B-99D50E55C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0688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6" name="object-75-s1-ux">
            <a:extLst xmlns:a="http://schemas.openxmlformats.org/drawingml/2006/main">
              <a:ext uri="{FF2B5EF4-FFF2-40B4-BE49-F238E27FC236}">
                <a16:creationId xmlns:a16="http://schemas.microsoft.com/office/drawing/2014/main" id="{CB0963D7-A5C8-423D-B6E0-8EF8C3068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0688" y="33208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7" name="object-76-s1-ux">
            <a:extLst xmlns:a="http://schemas.openxmlformats.org/drawingml/2006/main">
              <a:ext uri="{FF2B5EF4-FFF2-40B4-BE49-F238E27FC236}">
                <a16:creationId xmlns:a16="http://schemas.microsoft.com/office/drawing/2014/main" id="{F952FC0D-0767-4EF0-9F5E-6773B6479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48" name="object-77-s1-ux">
            <a:extLst xmlns:a="http://schemas.openxmlformats.org/drawingml/2006/main">
              <a:ext uri="{FF2B5EF4-FFF2-40B4-BE49-F238E27FC236}">
                <a16:creationId xmlns:a16="http://schemas.microsoft.com/office/drawing/2014/main" id="{10EC206F-C7E0-4214-AE5B-96ED2CB1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9" name="object-78-s1-ux">
            <a:extLst xmlns:a="http://schemas.openxmlformats.org/drawingml/2006/main">
              <a:ext uri="{FF2B5EF4-FFF2-40B4-BE49-F238E27FC236}">
                <a16:creationId xmlns:a16="http://schemas.microsoft.com/office/drawing/2014/main" id="{594F4C12-3AE7-49C2-ACD3-E9ACD11EC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33208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0" name="object-79-s1-ux">
            <a:extLst xmlns:a="http://schemas.openxmlformats.org/drawingml/2006/main">
              <a:ext uri="{FF2B5EF4-FFF2-40B4-BE49-F238E27FC236}">
                <a16:creationId xmlns:a16="http://schemas.microsoft.com/office/drawing/2014/main" id="{A0538C94-19A6-4A4A-BC6C-8A36E7E16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51" name="object-80-s1-ux">
            <a:extLst xmlns:a="http://schemas.openxmlformats.org/drawingml/2006/main">
              <a:ext uri="{FF2B5EF4-FFF2-40B4-BE49-F238E27FC236}">
                <a16:creationId xmlns:a16="http://schemas.microsoft.com/office/drawing/2014/main" id="{755CF5F9-8180-4502-97C5-D147D2BF4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5588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2" name="object-81-s1-ux">
            <a:extLst xmlns:a="http://schemas.openxmlformats.org/drawingml/2006/main">
              <a:ext uri="{FF2B5EF4-FFF2-40B4-BE49-F238E27FC236}">
                <a16:creationId xmlns:a16="http://schemas.microsoft.com/office/drawing/2014/main" id="{A38B5C4F-652D-4F02-BAEB-776143CB7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5588" y="33208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3" name="object-82-s1-ux">
            <a:extLst xmlns:a="http://schemas.openxmlformats.org/drawingml/2006/main">
              <a:ext uri="{FF2B5EF4-FFF2-40B4-BE49-F238E27FC236}">
                <a16:creationId xmlns:a16="http://schemas.microsoft.com/office/drawing/2014/main" id="{88A64B1A-8A41-4ED9-9F89-91378DEA4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76346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54" name="object-83-s1-ux">
            <a:extLst xmlns:a="http://schemas.openxmlformats.org/drawingml/2006/main">
              <a:ext uri="{FF2B5EF4-FFF2-40B4-BE49-F238E27FC236}">
                <a16:creationId xmlns:a16="http://schemas.microsoft.com/office/drawing/2014/main" id="{15DB9DE5-74EA-4690-A002-42179D2F4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12541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55" name="object-84-s1-ux">
            <a:extLst xmlns:a="http://schemas.openxmlformats.org/drawingml/2006/main">
              <a:ext uri="{FF2B5EF4-FFF2-40B4-BE49-F238E27FC236}">
                <a16:creationId xmlns:a16="http://schemas.microsoft.com/office/drawing/2014/main" id="{FDF18990-5920-4D60-9928-9327C8318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176346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56" name="object-85-s1-ux">
            <a:extLst xmlns:a="http://schemas.openxmlformats.org/drawingml/2006/main">
              <a:ext uri="{FF2B5EF4-FFF2-40B4-BE49-F238E27FC236}">
                <a16:creationId xmlns:a16="http://schemas.microsoft.com/office/drawing/2014/main" id="{55529B45-15F7-43A7-8BC1-A6D8CA0B1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5513" y="17206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7" name="object-86-s1-ux">
            <a:extLst xmlns:a="http://schemas.openxmlformats.org/drawingml/2006/main">
              <a:ext uri="{FF2B5EF4-FFF2-40B4-BE49-F238E27FC236}">
                <a16:creationId xmlns:a16="http://schemas.microsoft.com/office/drawing/2014/main" id="{31E398D8-83D6-4594-9E4A-04A6F5E7E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8363" y="2025402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58" name="object-87-s1-ux">
            <a:extLst xmlns:a="http://schemas.openxmlformats.org/drawingml/2006/main">
              <a:ext uri="{FF2B5EF4-FFF2-40B4-BE49-F238E27FC236}">
                <a16:creationId xmlns:a16="http://schemas.microsoft.com/office/drawing/2014/main" id="{EBB56479-3FE2-456D-8E3A-B94FA9DF8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05873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59" name="object-88-s1-ux">
            <a:extLst xmlns:a="http://schemas.openxmlformats.org/drawingml/2006/main">
              <a:ext uri="{FF2B5EF4-FFF2-40B4-BE49-F238E27FC236}">
                <a16:creationId xmlns:a16="http://schemas.microsoft.com/office/drawing/2014/main" id="{5FA9847F-3B06-4D44-9304-41D0337D0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382589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60" name="object-89-s1-ux">
            <a:extLst xmlns:a="http://schemas.openxmlformats.org/drawingml/2006/main">
              <a:ext uri="{FF2B5EF4-FFF2-40B4-BE49-F238E27FC236}">
                <a16:creationId xmlns:a16="http://schemas.microsoft.com/office/drawing/2014/main" id="{F0C9C6D7-4A14-4FE8-9862-596E61643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744539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61" name="object-90-s1-ux">
            <a:extLst xmlns:a="http://schemas.openxmlformats.org/drawingml/2006/main">
              <a:ext uri="{FF2B5EF4-FFF2-40B4-BE49-F238E27FC236}">
                <a16:creationId xmlns:a16="http://schemas.microsoft.com/office/drawing/2014/main" id="{3C0A370B-18D2-4ECD-9490-50AC5851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382589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62" name="object-91-s1-ux">
            <a:extLst xmlns:a="http://schemas.openxmlformats.org/drawingml/2006/main">
              <a:ext uri="{FF2B5EF4-FFF2-40B4-BE49-F238E27FC236}">
                <a16:creationId xmlns:a16="http://schemas.microsoft.com/office/drawing/2014/main" id="{EBA60E0A-BF5D-42CD-8CBA-A2AE3283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3063" y="233972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63" name="object-92-s1-ux">
            <a:extLst xmlns:a="http://schemas.openxmlformats.org/drawingml/2006/main">
              <a:ext uri="{FF2B5EF4-FFF2-40B4-BE49-F238E27FC236}">
                <a16:creationId xmlns:a16="http://schemas.microsoft.com/office/drawing/2014/main" id="{E5DB0910-4DCA-4800-B1ED-3C9A19C1D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913" y="2644527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64" name="object-93-s1-ux">
            <a:extLst xmlns:a="http://schemas.openxmlformats.org/drawingml/2006/main">
              <a:ext uri="{FF2B5EF4-FFF2-40B4-BE49-F238E27FC236}">
                <a16:creationId xmlns:a16="http://schemas.microsoft.com/office/drawing/2014/main" id="{578591EE-D718-4826-9B7A-EB5B4D07C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77864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65" name="object-94-s1-ux">
            <a:extLst xmlns:a="http://schemas.openxmlformats.org/drawingml/2006/main">
              <a:ext uri="{FF2B5EF4-FFF2-40B4-BE49-F238E27FC236}">
                <a16:creationId xmlns:a16="http://schemas.microsoft.com/office/drawing/2014/main" id="{95D1809E-8A33-46F4-81C8-1A84D94D0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66" name="object-95-s1-ux">
            <a:extLst xmlns:a="http://schemas.openxmlformats.org/drawingml/2006/main">
              <a:ext uri="{FF2B5EF4-FFF2-40B4-BE49-F238E27FC236}">
                <a16:creationId xmlns:a16="http://schemas.microsoft.com/office/drawing/2014/main" id="{3E203B59-74C5-424D-AF34-80FFE872D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4350" y="2642622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67" name="object-96-s1-ux">
            <a:extLst xmlns:a="http://schemas.openxmlformats.org/drawingml/2006/main">
              <a:ext uri="{FF2B5EF4-FFF2-40B4-BE49-F238E27FC236}">
                <a16:creationId xmlns:a16="http://schemas.microsoft.com/office/drawing/2014/main" id="{8596527A-4185-4BAD-9731-60FA1DFC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68" name="object-97-s1-ux">
            <a:extLst xmlns:a="http://schemas.openxmlformats.org/drawingml/2006/main">
              <a:ext uri="{FF2B5EF4-FFF2-40B4-BE49-F238E27FC236}">
                <a16:creationId xmlns:a16="http://schemas.microsoft.com/office/drawing/2014/main" id="{052F29F1-A2DB-4C18-B0A4-62D8CFA1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6800" y="2642622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69" name="object-98-s1-ux">
            <a:extLst xmlns:a="http://schemas.openxmlformats.org/drawingml/2006/main">
              <a:ext uri="{FF2B5EF4-FFF2-40B4-BE49-F238E27FC236}">
                <a16:creationId xmlns:a16="http://schemas.microsoft.com/office/drawing/2014/main" id="{0513A6BC-4A0B-4FA5-8AF7-9D7FBF57F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001714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70" name="object-99-s1-ux">
            <a:extLst xmlns:a="http://schemas.openxmlformats.org/drawingml/2006/main">
              <a:ext uri="{FF2B5EF4-FFF2-40B4-BE49-F238E27FC236}">
                <a16:creationId xmlns:a16="http://schemas.microsoft.com/office/drawing/2014/main" id="{185F5568-799D-450F-8104-9F0689E4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363664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71" name="object-100-s1-ux">
            <a:extLst xmlns:a="http://schemas.openxmlformats.org/drawingml/2006/main">
              <a:ext uri="{FF2B5EF4-FFF2-40B4-BE49-F238E27FC236}">
                <a16:creationId xmlns:a16="http://schemas.microsoft.com/office/drawing/2014/main" id="{0EB20F3E-C179-496A-B94F-EB36070D2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20789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72" name="object-101-s1-ux">
            <a:extLst xmlns:a="http://schemas.openxmlformats.org/drawingml/2006/main">
              <a:ext uri="{FF2B5EF4-FFF2-40B4-BE49-F238E27FC236}">
                <a16:creationId xmlns:a16="http://schemas.microsoft.com/office/drawing/2014/main" id="{0D088E33-D07E-4EDB-BE7F-19C2403C5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1900" y="3261747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73" name="object-102-s1-ux">
            <a:extLst xmlns:a="http://schemas.openxmlformats.org/drawingml/2006/main">
              <a:ext uri="{FF2B5EF4-FFF2-40B4-BE49-F238E27FC236}">
                <a16:creationId xmlns:a16="http://schemas.microsoft.com/office/drawing/2014/main" id="{B35ABAB2-91BB-4B4A-84DD-89948ABC9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74" name="object-103-s1-ux">
            <a:extLst xmlns:a="http://schemas.openxmlformats.org/drawingml/2006/main">
              <a:ext uri="{FF2B5EF4-FFF2-40B4-BE49-F238E27FC236}">
                <a16:creationId xmlns:a16="http://schemas.microsoft.com/office/drawing/2014/main" id="{4EEEF7F6-0209-4E6F-A4EB-9D86629C9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5513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75" name="object-104-s1-ux">
            <a:extLst xmlns:a="http://schemas.openxmlformats.org/drawingml/2006/main">
              <a:ext uri="{FF2B5EF4-FFF2-40B4-BE49-F238E27FC236}">
                <a16:creationId xmlns:a16="http://schemas.microsoft.com/office/drawing/2014/main" id="{C49CE136-FA66-45B4-BB01-F52623262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8363" y="3263652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76" name="object-105-s1-ux">
            <a:extLst xmlns:a="http://schemas.openxmlformats.org/drawingml/2006/main">
              <a:ext uri="{FF2B5EF4-FFF2-40B4-BE49-F238E27FC236}">
                <a16:creationId xmlns:a16="http://schemas.microsoft.com/office/drawing/2014/main" id="{3CC8C0F5-DC97-4465-B143-B88CBD2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9698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77" name="object-106-s1-ux">
            <a:extLst xmlns:a="http://schemas.openxmlformats.org/drawingml/2006/main">
              <a:ext uri="{FF2B5EF4-FFF2-40B4-BE49-F238E27FC236}">
                <a16:creationId xmlns:a16="http://schemas.microsoft.com/office/drawing/2014/main" id="{CAE296B5-5C30-4381-BA43-47685EA88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220789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78" name="object-107-s1-ux">
            <a:extLst xmlns:a="http://schemas.openxmlformats.org/drawingml/2006/main">
              <a:ext uri="{FF2B5EF4-FFF2-40B4-BE49-F238E27FC236}">
                <a16:creationId xmlns:a16="http://schemas.microsoft.com/office/drawing/2014/main" id="{CD8A60A4-F629-44F4-AA5B-6B9EC6ED3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6800" y="3261747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79" name="object-108-s2-ux">
            <a:extLst xmlns:a="http://schemas.openxmlformats.org/drawingml/2006/main">
              <a:ext uri="{FF2B5EF4-FFF2-40B4-BE49-F238E27FC236}">
                <a16:creationId xmlns:a16="http://schemas.microsoft.com/office/drawing/2014/main" id="{0C48A927-EAAA-430F-8C16-413AC276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47509"/>
            <a:ext cx="1986409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Derive and validate</a:t>
            </a:r>
          </a:p>
        </p:txBody>
      </p:sp>
      <p:sp>
        <p:nvSpPr>
          <p:cNvPr id="80" name="object-109-s2-ux">
            <a:extLst xmlns:a="http://schemas.openxmlformats.org/drawingml/2006/main">
              <a:ext uri="{FF2B5EF4-FFF2-40B4-BE49-F238E27FC236}">
                <a16:creationId xmlns:a16="http://schemas.microsoft.com/office/drawing/2014/main" id="{EC934571-F54A-4C2C-BCD9-81C8BF72F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697039"/>
            <a:ext cx="1280160" cy="95"/>
          </a:xfrm>
          <a:custGeom xmlns:a="http://schemas.openxmlformats.org/drawingml/2006/main">
            <a:pathLst>
              <a:path w="1280160" h="95">
                <a:moveTo>
                  <a:pt x="0" y="0"/>
                </a:moveTo>
                <a:lnTo>
                  <a:pt x="12801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81" name="object-110-s2-ux">
            <a:extLst xmlns:a="http://schemas.openxmlformats.org/drawingml/2006/main">
              <a:ext uri="{FF2B5EF4-FFF2-40B4-BE49-F238E27FC236}">
                <a16:creationId xmlns:a16="http://schemas.microsoft.com/office/drawing/2014/main" id="{F81F5FFD-95FE-41B2-A660-A17E3FA4A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044511"/>
            <a:ext cx="1280160" cy="95"/>
          </a:xfrm>
          <a:custGeom xmlns:a="http://schemas.openxmlformats.org/drawingml/2006/main">
            <a:pathLst>
              <a:path w="1280160" h="95">
                <a:moveTo>
                  <a:pt x="0" y="0"/>
                </a:moveTo>
                <a:lnTo>
                  <a:pt x="12801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82" name="object-111-s2-ux">
            <a:extLst xmlns:a="http://schemas.openxmlformats.org/drawingml/2006/main">
              <a:ext uri="{FF2B5EF4-FFF2-40B4-BE49-F238E27FC236}">
                <a16:creationId xmlns:a16="http://schemas.microsoft.com/office/drawing/2014/main" id="{14AF7C7D-3532-4960-B06B-5B1F2E36A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0054" y="3697039"/>
            <a:ext cx="95" cy="347472"/>
          </a:xfrm>
          <a:custGeom xmlns:a="http://schemas.openxmlformats.org/drawingml/2006/main">
            <a:pathLst>
              <a:path w="95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83" name="object-112-s2-ux">
            <a:extLst xmlns:a="http://schemas.openxmlformats.org/drawingml/2006/main">
              <a:ext uri="{FF2B5EF4-FFF2-40B4-BE49-F238E27FC236}">
                <a16:creationId xmlns:a16="http://schemas.microsoft.com/office/drawing/2014/main" id="{A72F7E53-2697-4334-9DD8-5BE38619A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906" y="3655891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144">
            <a:noFill/>
            <a:prstDash val="solid"/>
          </a:ln>
        </p:spPr>
      </p:sp>
      <p:sp>
        <p:nvSpPr>
          <p:cNvPr id="84" name="object-113-s2-ux">
            <a:extLst xmlns:a="http://schemas.openxmlformats.org/drawingml/2006/main">
              <a:ext uri="{FF2B5EF4-FFF2-40B4-BE49-F238E27FC236}">
                <a16:creationId xmlns:a16="http://schemas.microsoft.com/office/drawing/2014/main" id="{F351BEEB-F8A6-41D0-8CC6-9F6ACDA5E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4042" y="3948499"/>
            <a:ext cx="192024" cy="1920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85" name="object-114-s2-ux">
            <a:extLst xmlns:a="http://schemas.openxmlformats.org/drawingml/2006/main">
              <a:ext uri="{FF2B5EF4-FFF2-40B4-BE49-F238E27FC236}">
                <a16:creationId xmlns:a16="http://schemas.microsoft.com/office/drawing/2014/main" id="{83E8A0D1-6369-4809-B322-9750D1415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6046" y="3980503"/>
            <a:ext cx="128016" cy="128016"/>
          </a:xfrm>
          <a:custGeom xmlns:a="http://schemas.openxmlformats.org/drawingml/2006/main">
            <a:pathLst>
              <a:path w="128016" h="128016">
                <a:moveTo>
                  <a:pt x="0" y="64008"/>
                </a:moveTo>
                <a:lnTo>
                  <a:pt x="128016" y="64008"/>
                </a:lnTo>
              </a:path>
              <a:path w="128016" h="128016">
                <a:moveTo>
                  <a:pt x="64008" y="0"/>
                </a:moveTo>
                <a:lnTo>
                  <a:pt x="64008" y="128016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86" name="object-115-s2-ux">
            <a:extLst xmlns:a="http://schemas.openxmlformats.org/drawingml/2006/main">
              <a:ext uri="{FF2B5EF4-FFF2-40B4-BE49-F238E27FC236}">
                <a16:creationId xmlns:a16="http://schemas.microsoft.com/office/drawing/2014/main" id="{2FCCBD81-9641-494E-9E86-0EF2D0BEB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406" y="3697039"/>
            <a:ext cx="95" cy="347472"/>
          </a:xfrm>
          <a:custGeom xmlns:a="http://schemas.openxmlformats.org/drawingml/2006/main">
            <a:pathLst>
              <a:path w="95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87" name="object-116-s2-ux">
            <a:extLst xmlns:a="http://schemas.openxmlformats.org/drawingml/2006/main">
              <a:ext uri="{FF2B5EF4-FFF2-40B4-BE49-F238E27FC236}">
                <a16:creationId xmlns:a16="http://schemas.microsoft.com/office/drawing/2014/main" id="{AD5CA16F-C83E-455A-A583-4D26D0A61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9258" y="3655891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144">
            <a:noFill/>
            <a:prstDash val="solid"/>
          </a:ln>
        </p:spPr>
      </p:sp>
      <p:sp>
        <p:nvSpPr>
          <p:cNvPr id="88" name="object-117-s2-ux">
            <a:extLst xmlns:a="http://schemas.openxmlformats.org/drawingml/2006/main">
              <a:ext uri="{FF2B5EF4-FFF2-40B4-BE49-F238E27FC236}">
                <a16:creationId xmlns:a16="http://schemas.microsoft.com/office/drawing/2014/main" id="{EA3F7656-73CD-4A80-A54E-DB7845C6F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394" y="3948499"/>
            <a:ext cx="192024" cy="1920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89" name="object-118-s2-ux">
            <a:extLst xmlns:a="http://schemas.openxmlformats.org/drawingml/2006/main">
              <a:ext uri="{FF2B5EF4-FFF2-40B4-BE49-F238E27FC236}">
                <a16:creationId xmlns:a16="http://schemas.microsoft.com/office/drawing/2014/main" id="{578CD303-3E00-4FB4-9EC3-76F24402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6398" y="3980503"/>
            <a:ext cx="128016" cy="128016"/>
          </a:xfrm>
          <a:custGeom xmlns:a="http://schemas.openxmlformats.org/drawingml/2006/main">
            <a:pathLst>
              <a:path w="128016" h="128016">
                <a:moveTo>
                  <a:pt x="0" y="64008"/>
                </a:moveTo>
                <a:lnTo>
                  <a:pt x="128016" y="64008"/>
                </a:lnTo>
              </a:path>
              <a:path w="128016" h="128016">
                <a:moveTo>
                  <a:pt x="64008" y="0"/>
                </a:moveTo>
                <a:lnTo>
                  <a:pt x="64008" y="128016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90" name="object-119-s2-ux">
            <a:extLst xmlns:a="http://schemas.openxmlformats.org/drawingml/2006/main">
              <a:ext uri="{FF2B5EF4-FFF2-40B4-BE49-F238E27FC236}">
                <a16:creationId xmlns:a16="http://schemas.microsoft.com/office/drawing/2014/main" id="{792669B2-EAD4-4945-A714-4C8EFDFF9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038" y="3870775"/>
            <a:ext cx="347472" cy="95"/>
          </a:xfrm>
          <a:custGeom xmlns:a="http://schemas.openxmlformats.org/drawingml/2006/main">
            <a:pathLst>
              <a:path w="347472" h="95">
                <a:moveTo>
                  <a:pt x="0" y="0"/>
                </a:moveTo>
                <a:lnTo>
                  <a:pt x="3474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087E86"/>
            </a:solidFill>
            <a:prstDash val="solid"/>
          </a:ln>
        </p:spPr>
      </p:sp>
      <p:sp>
        <p:nvSpPr>
          <p:cNvPr id="91" name="object-119-s2-ux-arrow">
            <a:extLst xmlns:a="http://schemas.openxmlformats.org/drawingml/2006/main">
              <a:ext uri="{FF2B5EF4-FFF2-40B4-BE49-F238E27FC236}">
                <a16:creationId xmlns:a16="http://schemas.microsoft.com/office/drawing/2014/main" id="{E38C39B5-5469-4E42-BF74-FE9080D0F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685" y="3813625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92" name="object-120-s2-ux">
            <a:extLst xmlns:a="http://schemas.openxmlformats.org/drawingml/2006/main">
              <a:ext uri="{FF2B5EF4-FFF2-40B4-BE49-F238E27FC236}">
                <a16:creationId xmlns:a16="http://schemas.microsoft.com/office/drawing/2014/main" id="{CC5D7843-DDD6-4BED-AE28-AB28B8EE7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0526" y="3697039"/>
            <a:ext cx="804672" cy="95"/>
          </a:xfrm>
          <a:custGeom xmlns:a="http://schemas.openxmlformats.org/drawingml/2006/main">
            <a:pathLst>
              <a:path w="804672" h="95">
                <a:moveTo>
                  <a:pt x="0" y="0"/>
                </a:moveTo>
                <a:lnTo>
                  <a:pt x="8046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93" name="object-121-s2-ux">
            <a:extLst xmlns:a="http://schemas.openxmlformats.org/drawingml/2006/main">
              <a:ext uri="{FF2B5EF4-FFF2-40B4-BE49-F238E27FC236}">
                <a16:creationId xmlns:a16="http://schemas.microsoft.com/office/drawing/2014/main" id="{F8DCC486-B59D-4E1E-89F9-228E64878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0526" y="4044511"/>
            <a:ext cx="804672" cy="95"/>
          </a:xfrm>
          <a:custGeom xmlns:a="http://schemas.openxmlformats.org/drawingml/2006/main">
            <a:pathLst>
              <a:path w="804672" h="95">
                <a:moveTo>
                  <a:pt x="0" y="0"/>
                </a:moveTo>
                <a:lnTo>
                  <a:pt x="8046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94" name="object-122-s2-ux">
            <a:extLst xmlns:a="http://schemas.openxmlformats.org/drawingml/2006/main">
              <a:ext uri="{FF2B5EF4-FFF2-40B4-BE49-F238E27FC236}">
                <a16:creationId xmlns:a16="http://schemas.microsoft.com/office/drawing/2014/main" id="{35D26B52-1105-4A0C-BF6A-1E087F5E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3697039"/>
            <a:ext cx="1280160" cy="95"/>
          </a:xfrm>
          <a:custGeom xmlns:a="http://schemas.openxmlformats.org/drawingml/2006/main">
            <a:pathLst>
              <a:path w="1280160" h="95">
                <a:moveTo>
                  <a:pt x="0" y="0"/>
                </a:moveTo>
                <a:lnTo>
                  <a:pt x="12801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95" name="object-123-s2-ux">
            <a:extLst xmlns:a="http://schemas.openxmlformats.org/drawingml/2006/main">
              <a:ext uri="{FF2B5EF4-FFF2-40B4-BE49-F238E27FC236}">
                <a16:creationId xmlns:a16="http://schemas.microsoft.com/office/drawing/2014/main" id="{58149DF4-95B6-484F-A396-45AAFE6DD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4044511"/>
            <a:ext cx="1280160" cy="95"/>
          </a:xfrm>
          <a:custGeom xmlns:a="http://schemas.openxmlformats.org/drawingml/2006/main">
            <a:pathLst>
              <a:path w="1280160" h="95">
                <a:moveTo>
                  <a:pt x="0" y="0"/>
                </a:moveTo>
                <a:lnTo>
                  <a:pt x="12801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96" name="object-124-s2-ux">
            <a:extLst xmlns:a="http://schemas.openxmlformats.org/drawingml/2006/main">
              <a:ext uri="{FF2B5EF4-FFF2-40B4-BE49-F238E27FC236}">
                <a16:creationId xmlns:a16="http://schemas.microsoft.com/office/drawing/2014/main" id="{D6DC1126-387C-4C4C-A97A-BB62FE6DE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681" y="3907351"/>
            <a:ext cx="310896" cy="274320"/>
          </a:xfrm>
          <a:prstGeom xmlns:a="http://schemas.openxmlformats.org/drawingml/2006/main" prst="roundRect">
            <a:avLst>
              <a:gd name="adj" fmla="val 6944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8288">
            <a:solidFill>
              <a:srgbClr val="123039"/>
            </a:solidFill>
            <a:prstDash val="solid"/>
          </a:ln>
        </p:spPr>
      </p:sp>
      <p:sp>
        <p:nvSpPr>
          <p:cNvPr id="97" name="object-125-s2-ux">
            <a:extLst xmlns:a="http://schemas.openxmlformats.org/drawingml/2006/main">
              <a:ext uri="{FF2B5EF4-FFF2-40B4-BE49-F238E27FC236}">
                <a16:creationId xmlns:a16="http://schemas.microsoft.com/office/drawing/2014/main" id="{E5B8A9C8-5A73-44B2-8D60-9905D61FD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8262" y="3940956"/>
            <a:ext cx="179933" cy="202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24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24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98" name="object-126-s2-ux">
            <a:extLst xmlns:a="http://schemas.openxmlformats.org/drawingml/2006/main">
              <a:ext uri="{FF2B5EF4-FFF2-40B4-BE49-F238E27FC236}">
                <a16:creationId xmlns:a16="http://schemas.microsoft.com/office/drawing/2014/main" id="{6390EBC9-0F58-4E2A-A1EE-AF4C6A053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5033" y="3907351"/>
            <a:ext cx="310896" cy="274320"/>
          </a:xfrm>
          <a:prstGeom xmlns:a="http://schemas.openxmlformats.org/drawingml/2006/main" prst="roundRect">
            <a:avLst>
              <a:gd name="adj" fmla="val 6944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8288">
            <a:solidFill>
              <a:srgbClr val="123039"/>
            </a:solidFill>
            <a:prstDash val="solid"/>
          </a:ln>
        </p:spPr>
      </p:sp>
      <p:sp>
        <p:nvSpPr>
          <p:cNvPr id="99" name="object-127-s2-ux">
            <a:extLst xmlns:a="http://schemas.openxmlformats.org/drawingml/2006/main">
              <a:ext uri="{FF2B5EF4-FFF2-40B4-BE49-F238E27FC236}">
                <a16:creationId xmlns:a16="http://schemas.microsoft.com/office/drawing/2014/main" id="{3019C5C5-DEEC-41A6-B426-0CB65E4B8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614" y="3940956"/>
            <a:ext cx="179933" cy="202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24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24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00" name="object-128-s2-ux">
            <a:extLst xmlns:a="http://schemas.openxmlformats.org/drawingml/2006/main">
              <a:ext uri="{FF2B5EF4-FFF2-40B4-BE49-F238E27FC236}">
                <a16:creationId xmlns:a16="http://schemas.microsoft.com/office/drawing/2014/main" id="{B1A8A5C2-ECC3-4085-B2A2-82B448C94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113" y="3870775"/>
            <a:ext cx="347472" cy="95"/>
          </a:xfrm>
          <a:custGeom xmlns:a="http://schemas.openxmlformats.org/drawingml/2006/main">
            <a:pathLst>
              <a:path w="347472" h="95">
                <a:moveTo>
                  <a:pt x="0" y="0"/>
                </a:moveTo>
                <a:lnTo>
                  <a:pt x="3474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087E86"/>
            </a:solidFill>
            <a:prstDash val="solid"/>
          </a:ln>
        </p:spPr>
      </p:sp>
      <p:sp>
        <p:nvSpPr>
          <p:cNvPr id="101" name="object-128-s2-ux-arrow">
            <a:extLst xmlns:a="http://schemas.openxmlformats.org/drawingml/2006/main">
              <a:ext uri="{FF2B5EF4-FFF2-40B4-BE49-F238E27FC236}">
                <a16:creationId xmlns:a16="http://schemas.microsoft.com/office/drawing/2014/main" id="{8027F11A-D1CB-4A56-89AD-260D24732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8760" y="3813625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102" name="object-129-s2-ux">
            <a:extLst xmlns:a="http://schemas.openxmlformats.org/drawingml/2006/main">
              <a:ext uri="{FF2B5EF4-FFF2-40B4-BE49-F238E27FC236}">
                <a16:creationId xmlns:a16="http://schemas.microsoft.com/office/drawing/2014/main" id="{52DE836F-EE2C-4DB2-B030-5EE2E156A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0601" y="3697039"/>
            <a:ext cx="804672" cy="95"/>
          </a:xfrm>
          <a:custGeom xmlns:a="http://schemas.openxmlformats.org/drawingml/2006/main">
            <a:pathLst>
              <a:path w="804672" h="95">
                <a:moveTo>
                  <a:pt x="0" y="0"/>
                </a:moveTo>
                <a:lnTo>
                  <a:pt x="8046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103" name="object-130-s2-ux">
            <a:extLst xmlns:a="http://schemas.openxmlformats.org/drawingml/2006/main">
              <a:ext uri="{FF2B5EF4-FFF2-40B4-BE49-F238E27FC236}">
                <a16:creationId xmlns:a16="http://schemas.microsoft.com/office/drawing/2014/main" id="{C9DD429F-8106-421B-821D-A25188235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0601" y="4044511"/>
            <a:ext cx="804672" cy="95"/>
          </a:xfrm>
          <a:custGeom xmlns:a="http://schemas.openxmlformats.org/drawingml/2006/main">
            <a:pathLst>
              <a:path w="804672" h="95">
                <a:moveTo>
                  <a:pt x="0" y="0"/>
                </a:moveTo>
                <a:lnTo>
                  <a:pt x="8046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104" name="object-131-s2-ux">
            <a:extLst xmlns:a="http://schemas.openxmlformats.org/drawingml/2006/main">
              <a:ext uri="{FF2B5EF4-FFF2-40B4-BE49-F238E27FC236}">
                <a16:creationId xmlns:a16="http://schemas.microsoft.com/office/drawing/2014/main" id="{1EBA9093-8E15-4B61-9FA2-39C8DF7E5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032319"/>
            <a:ext cx="448121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keep</a:t>
            </a:r>
          </a:p>
        </p:txBody>
      </p:sp>
      <p:sp>
        <p:nvSpPr>
          <p:cNvPr id="105" name="object-132-s2-ux">
            <a:extLst xmlns:a="http://schemas.openxmlformats.org/drawingml/2006/main">
              <a:ext uri="{FF2B5EF4-FFF2-40B4-BE49-F238E27FC236}">
                <a16:creationId xmlns:a16="http://schemas.microsoft.com/office/drawing/2014/main" id="{8D30F338-9541-4CD6-AB0A-771EFE104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4032319"/>
            <a:ext cx="448121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keep</a:t>
            </a:r>
          </a:p>
        </p:txBody>
      </p:sp>
      <p:sp>
        <p:nvSpPr>
          <p:cNvPr id="106" name="object-133-s3-ux">
            <a:extLst xmlns:a="http://schemas.openxmlformats.org/drawingml/2006/main">
              <a:ext uri="{FF2B5EF4-FFF2-40B4-BE49-F238E27FC236}">
                <a16:creationId xmlns:a16="http://schemas.microsoft.com/office/drawing/2014/main" id="{E2B65F51-805E-4613-91C9-8D8B2CCF6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134"/>
            <a:ext cx="1915864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Another candidate</a:t>
            </a:r>
          </a:p>
        </p:txBody>
      </p:sp>
      <p:sp>
        <p:nvSpPr>
          <p:cNvPr id="107" name="object-134-s3-ux">
            <a:extLst xmlns:a="http://schemas.openxmlformats.org/drawingml/2006/main">
              <a:ext uri="{FF2B5EF4-FFF2-40B4-BE49-F238E27FC236}">
                <a16:creationId xmlns:a16="http://schemas.microsoft.com/office/drawing/2014/main" id="{B9C718AD-C633-49C9-B34B-F60308741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516189"/>
            <a:ext cx="1810512" cy="95"/>
          </a:xfrm>
          <a:custGeom xmlns:a="http://schemas.openxmlformats.org/drawingml/2006/main">
            <a:pathLst>
              <a:path w="1810512" h="95">
                <a:moveTo>
                  <a:pt x="0" y="0"/>
                </a:moveTo>
                <a:lnTo>
                  <a:pt x="181051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108" name="object-135-s3-ux">
            <a:extLst xmlns:a="http://schemas.openxmlformats.org/drawingml/2006/main">
              <a:ext uri="{FF2B5EF4-FFF2-40B4-BE49-F238E27FC236}">
                <a16:creationId xmlns:a16="http://schemas.microsoft.com/office/drawing/2014/main" id="{E603D3CF-C2A4-4713-AC64-3B08948C4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863661"/>
            <a:ext cx="1810512" cy="95"/>
          </a:xfrm>
          <a:custGeom xmlns:a="http://schemas.openxmlformats.org/drawingml/2006/main">
            <a:pathLst>
              <a:path w="1810512" h="95">
                <a:moveTo>
                  <a:pt x="0" y="0"/>
                </a:moveTo>
                <a:lnTo>
                  <a:pt x="181051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109" name="object-136-s3-ux">
            <a:extLst xmlns:a="http://schemas.openxmlformats.org/drawingml/2006/main">
              <a:ext uri="{FF2B5EF4-FFF2-40B4-BE49-F238E27FC236}">
                <a16:creationId xmlns:a16="http://schemas.microsoft.com/office/drawing/2014/main" id="{3A7210D2-EFA5-494F-9EE2-CEA9CBAF9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0054" y="4516189"/>
            <a:ext cx="95" cy="347472"/>
          </a:xfrm>
          <a:custGeom xmlns:a="http://schemas.openxmlformats.org/drawingml/2006/main">
            <a:pathLst>
              <a:path w="95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110" name="object-137-s3-ux">
            <a:extLst xmlns:a="http://schemas.openxmlformats.org/drawingml/2006/main">
              <a:ext uri="{FF2B5EF4-FFF2-40B4-BE49-F238E27FC236}">
                <a16:creationId xmlns:a16="http://schemas.microsoft.com/office/drawing/2014/main" id="{F13CCF11-86A2-4BD2-BB60-275DBD182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906" y="4475041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144">
            <a:noFill/>
            <a:prstDash val="solid"/>
          </a:ln>
        </p:spPr>
      </p:sp>
      <p:sp>
        <p:nvSpPr>
          <p:cNvPr id="111" name="object-138-s3-ux">
            <a:extLst xmlns:a="http://schemas.openxmlformats.org/drawingml/2006/main">
              <a:ext uri="{FF2B5EF4-FFF2-40B4-BE49-F238E27FC236}">
                <a16:creationId xmlns:a16="http://schemas.microsoft.com/office/drawing/2014/main" id="{72E89166-C555-4478-B567-979E777D7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4042" y="4767649"/>
            <a:ext cx="192024" cy="1920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112" name="object-139-s3-ux">
            <a:extLst xmlns:a="http://schemas.openxmlformats.org/drawingml/2006/main">
              <a:ext uri="{FF2B5EF4-FFF2-40B4-BE49-F238E27FC236}">
                <a16:creationId xmlns:a16="http://schemas.microsoft.com/office/drawing/2014/main" id="{24EECA1E-4ADE-4832-9C1E-0877FECC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6046" y="4799653"/>
            <a:ext cx="128016" cy="128016"/>
          </a:xfrm>
          <a:custGeom xmlns:a="http://schemas.openxmlformats.org/drawingml/2006/main">
            <a:pathLst>
              <a:path w="128016" h="128016">
                <a:moveTo>
                  <a:pt x="0" y="64008"/>
                </a:moveTo>
                <a:lnTo>
                  <a:pt x="128016" y="64008"/>
                </a:lnTo>
              </a:path>
              <a:path w="128016" h="128016">
                <a:moveTo>
                  <a:pt x="64008" y="0"/>
                </a:moveTo>
                <a:lnTo>
                  <a:pt x="64008" y="128016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113" name="object-140-s3-ux">
            <a:extLst xmlns:a="http://schemas.openxmlformats.org/drawingml/2006/main">
              <a:ext uri="{FF2B5EF4-FFF2-40B4-BE49-F238E27FC236}">
                <a16:creationId xmlns:a16="http://schemas.microsoft.com/office/drawing/2014/main" id="{8005337C-20A4-4397-BF91-CEBE8A700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4958" y="4726501"/>
            <a:ext cx="310896" cy="274320"/>
          </a:xfrm>
          <a:prstGeom xmlns:a="http://schemas.openxmlformats.org/drawingml/2006/main" prst="roundRect">
            <a:avLst>
              <a:gd name="adj" fmla="val 6944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8288">
            <a:solidFill>
              <a:srgbClr val="123039"/>
            </a:solidFill>
            <a:prstDash val="solid"/>
          </a:ln>
        </p:spPr>
      </p:sp>
      <p:sp>
        <p:nvSpPr>
          <p:cNvPr id="114" name="object-141-s3-ux">
            <a:extLst xmlns:a="http://schemas.openxmlformats.org/drawingml/2006/main">
              <a:ext uri="{FF2B5EF4-FFF2-40B4-BE49-F238E27FC236}">
                <a16:creationId xmlns:a16="http://schemas.microsoft.com/office/drawing/2014/main" id="{5F8E9DE9-37C6-4BBE-8AC8-DAA14EC0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8539" y="4760106"/>
            <a:ext cx="179933" cy="202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24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24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15" name="object-142-s3-ux">
            <a:extLst xmlns:a="http://schemas.openxmlformats.org/drawingml/2006/main">
              <a:ext uri="{FF2B5EF4-FFF2-40B4-BE49-F238E27FC236}">
                <a16:creationId xmlns:a16="http://schemas.microsoft.com/office/drawing/2014/main" id="{B0A64154-4222-4EC6-8E69-380679EA1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5310" y="4726501"/>
            <a:ext cx="310896" cy="274320"/>
          </a:xfrm>
          <a:prstGeom xmlns:a="http://schemas.openxmlformats.org/drawingml/2006/main" prst="roundRect">
            <a:avLst>
              <a:gd name="adj" fmla="val 6944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8288">
            <a:solidFill>
              <a:srgbClr val="123039"/>
            </a:solidFill>
            <a:prstDash val="solid"/>
          </a:ln>
        </p:spPr>
      </p:sp>
      <p:sp>
        <p:nvSpPr>
          <p:cNvPr id="116" name="object-143-s3-ux">
            <a:extLst xmlns:a="http://schemas.openxmlformats.org/drawingml/2006/main">
              <a:ext uri="{FF2B5EF4-FFF2-40B4-BE49-F238E27FC236}">
                <a16:creationId xmlns:a16="http://schemas.microsoft.com/office/drawing/2014/main" id="{4DA101AA-8005-469C-84F3-4C864481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8891" y="4760106"/>
            <a:ext cx="179933" cy="202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24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24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17" name="object-144-s3-ux">
            <a:extLst xmlns:a="http://schemas.openxmlformats.org/drawingml/2006/main">
              <a:ext uri="{FF2B5EF4-FFF2-40B4-BE49-F238E27FC236}">
                <a16:creationId xmlns:a16="http://schemas.microsoft.com/office/drawing/2014/main" id="{61D7565F-3C07-44AF-BFD5-02A4A5884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5390" y="4689925"/>
            <a:ext cx="347472" cy="95"/>
          </a:xfrm>
          <a:custGeom xmlns:a="http://schemas.openxmlformats.org/drawingml/2006/main">
            <a:pathLst>
              <a:path w="347472" h="95">
                <a:moveTo>
                  <a:pt x="0" y="0"/>
                </a:moveTo>
                <a:lnTo>
                  <a:pt x="3474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087E86"/>
            </a:solidFill>
            <a:prstDash val="solid"/>
          </a:ln>
        </p:spPr>
      </p:sp>
      <p:sp>
        <p:nvSpPr>
          <p:cNvPr id="118" name="object-144-s3-ux-arrow">
            <a:extLst xmlns:a="http://schemas.openxmlformats.org/drawingml/2006/main">
              <a:ext uri="{FF2B5EF4-FFF2-40B4-BE49-F238E27FC236}">
                <a16:creationId xmlns:a16="http://schemas.microsoft.com/office/drawing/2014/main" id="{322BEFE1-D2DE-49A4-9B05-9BE4921AA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9037" y="4632775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119" name="object-145-s3-ux">
            <a:extLst xmlns:a="http://schemas.openxmlformats.org/drawingml/2006/main">
              <a:ext uri="{FF2B5EF4-FFF2-40B4-BE49-F238E27FC236}">
                <a16:creationId xmlns:a16="http://schemas.microsoft.com/office/drawing/2014/main" id="{B6FB3A1C-668D-4FCB-97B8-7E4BFE1E2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0878" y="4516189"/>
            <a:ext cx="749808" cy="95"/>
          </a:xfrm>
          <a:custGeom xmlns:a="http://schemas.openxmlformats.org/drawingml/2006/main">
            <a:pathLst>
              <a:path w="749808" h="95">
                <a:moveTo>
                  <a:pt x="0" y="0"/>
                </a:moveTo>
                <a:lnTo>
                  <a:pt x="74980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120" name="object-146-s3-ux">
            <a:extLst xmlns:a="http://schemas.openxmlformats.org/drawingml/2006/main">
              <a:ext uri="{FF2B5EF4-FFF2-40B4-BE49-F238E27FC236}">
                <a16:creationId xmlns:a16="http://schemas.microsoft.com/office/drawing/2014/main" id="{BC5C820E-2883-4417-850C-9987CE677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0878" y="4863661"/>
            <a:ext cx="749808" cy="95"/>
          </a:xfrm>
          <a:custGeom xmlns:a="http://schemas.openxmlformats.org/drawingml/2006/main">
            <a:pathLst>
              <a:path w="749808" h="95">
                <a:moveTo>
                  <a:pt x="0" y="0"/>
                </a:moveTo>
                <a:lnTo>
                  <a:pt x="74980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121" name="object-147-s3-ux">
            <a:extLst xmlns:a="http://schemas.openxmlformats.org/drawingml/2006/main">
              <a:ext uri="{FF2B5EF4-FFF2-40B4-BE49-F238E27FC236}">
                <a16:creationId xmlns:a16="http://schemas.microsoft.com/office/drawing/2014/main" id="{C832C896-2430-42D9-B46D-D7017542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5782" y="4516189"/>
            <a:ext cx="95" cy="347472"/>
          </a:xfrm>
          <a:custGeom xmlns:a="http://schemas.openxmlformats.org/drawingml/2006/main">
            <a:pathLst>
              <a:path w="95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122" name="object-148-s3-ux">
            <a:extLst xmlns:a="http://schemas.openxmlformats.org/drawingml/2006/main">
              <a:ext uri="{FF2B5EF4-FFF2-40B4-BE49-F238E27FC236}">
                <a16:creationId xmlns:a16="http://schemas.microsoft.com/office/drawing/2014/main" id="{912D868C-B5A5-4684-B4E2-7C069A9E6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634" y="4475041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144">
            <a:noFill/>
            <a:prstDash val="solid"/>
          </a:ln>
        </p:spPr>
      </p:sp>
      <p:sp>
        <p:nvSpPr>
          <p:cNvPr id="123" name="object-149-s3-ux">
            <a:extLst xmlns:a="http://schemas.openxmlformats.org/drawingml/2006/main">
              <a:ext uri="{FF2B5EF4-FFF2-40B4-BE49-F238E27FC236}">
                <a16:creationId xmlns:a16="http://schemas.microsoft.com/office/drawing/2014/main" id="{C20544DB-CA4A-49F6-8D63-8872C795C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770" y="4767649"/>
            <a:ext cx="192024" cy="1920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124" name="object-150-s3-ux">
            <a:extLst xmlns:a="http://schemas.openxmlformats.org/drawingml/2006/main">
              <a:ext uri="{FF2B5EF4-FFF2-40B4-BE49-F238E27FC236}">
                <a16:creationId xmlns:a16="http://schemas.microsoft.com/office/drawing/2014/main" id="{710B14B6-83EF-4CBA-9EC0-F994A1316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1774" y="4799653"/>
            <a:ext cx="128016" cy="128016"/>
          </a:xfrm>
          <a:custGeom xmlns:a="http://schemas.openxmlformats.org/drawingml/2006/main">
            <a:pathLst>
              <a:path w="128016" h="128016">
                <a:moveTo>
                  <a:pt x="0" y="64008"/>
                </a:moveTo>
                <a:lnTo>
                  <a:pt x="128016" y="64008"/>
                </a:lnTo>
              </a:path>
              <a:path w="128016" h="128016">
                <a:moveTo>
                  <a:pt x="64008" y="0"/>
                </a:moveTo>
                <a:lnTo>
                  <a:pt x="64008" y="128016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125" name="object-151-s4-ux">
            <a:extLst xmlns:a="http://schemas.openxmlformats.org/drawingml/2006/main">
              <a:ext uri="{FF2B5EF4-FFF2-40B4-BE49-F238E27FC236}">
                <a16:creationId xmlns:a16="http://schemas.microsoft.com/office/drawing/2014/main" id="{AE8C5F57-60B8-4EF0-921F-F3E0A6398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687639"/>
            <a:ext cx="942975" cy="371475"/>
          </a:xfrm>
          <a:prstGeom xmlns:a="http://schemas.openxmlformats.org/drawingml/2006/main" prst="roundRect">
            <a:avLst>
              <a:gd name="adj" fmla="val 7692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66A3E"/>
            </a:solidFill>
            <a:prstDash val="solid"/>
          </a:ln>
        </p:spPr>
      </p:sp>
      <p:sp>
        <p:nvSpPr>
          <p:cNvPr id="126" name="object-152-s4-ux">
            <a:extLst xmlns:a="http://schemas.openxmlformats.org/drawingml/2006/main">
              <a:ext uri="{FF2B5EF4-FFF2-40B4-BE49-F238E27FC236}">
                <a16:creationId xmlns:a16="http://schemas.microsoft.com/office/drawing/2014/main" id="{0D084C47-C505-41CD-A013-6266B8195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4918" y="4466659"/>
            <a:ext cx="3326020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Already follows from X cancellation</a:t>
            </a:r>
          </a:p>
        </p:txBody>
      </p:sp>
      <p:sp>
        <p:nvSpPr>
          <p:cNvPr id="127" name="object-153-s4-ux">
            <a:extLst xmlns:a="http://schemas.openxmlformats.org/drawingml/2006/main">
              <a:ext uri="{FF2B5EF4-FFF2-40B4-BE49-F238E27FC236}">
                <a16:creationId xmlns:a16="http://schemas.microsoft.com/office/drawing/2014/main" id="{265AA00C-AD41-42D9-9609-2EBEE0F9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4838134"/>
            <a:ext cx="3325564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Derivable: discard this extra rule</a:t>
            </a:r>
          </a:p>
        </p:txBody>
      </p:sp>
      <p:sp>
        <p:nvSpPr>
          <p:cNvPr id="128" name="object-155-s0-ux">
            <a:extLst xmlns:a="http://schemas.openxmlformats.org/drawingml/2006/main">
              <a:ext uri="{FF2B5EF4-FFF2-40B4-BE49-F238E27FC236}">
                <a16:creationId xmlns:a16="http://schemas.microsoft.com/office/drawing/2014/main" id="{8C31B358-3817-4BD4-AC23-05BC75735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7186315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PIF groups candidates. Equality saturation checks derivability. SMT validates each retained concrete rule.</a:t>
            </a:r>
          </a:p>
        </p:txBody>
      </p:sp>
      <p:sp>
        <p:nvSpPr>
          <p:cNvPr id="129" name="object-156-s0-ux">
            <a:extLst xmlns:a="http://schemas.openxmlformats.org/drawingml/2006/main">
              <a:ext uri="{FF2B5EF4-FFF2-40B4-BE49-F238E27FC236}">
                <a16:creationId xmlns:a16="http://schemas.microsoft.com/office/drawing/2014/main" id="{09B8146D-EB56-4289-840C-848FDF398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5740003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QSymb synthesis / anchoring methods; CZ → CX illustration derived for this talk</a:t>
            </a:r>
          </a:p>
        </p:txBody>
      </p:sp>
      <p:sp>
        <p:nvSpPr>
          <p:cNvPr id="130" name="object-157-s0-ux">
            <a:extLst xmlns:a="http://schemas.openxmlformats.org/drawingml/2006/main">
              <a:ext uri="{FF2B5EF4-FFF2-40B4-BE49-F238E27FC236}">
                <a16:creationId xmlns:a16="http://schemas.microsoft.com/office/drawing/2014/main" id="{7504AAA7-41AC-4204-8E6F-C7DACE6AE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06 / 14</a:t>
            </a:r>
          </a:p>
        </p:txBody>
      </p:sp>
      <p:sp>
        <p:nvSpPr>
          <p:cNvPr id="131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2D6C271E-B039-4496-BD07-18AC9429C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5 / 6</a:t>
            </a:r>
          </a:p>
        </p:txBody>
      </p:sp>
    </p:spTree>
    <p:extLst>
      <p:ext uri="{BB962C8B-B14F-4D97-AF65-F5344CB8AC3E}">
        <p14:creationId xmlns:p14="http://schemas.microsoft.com/office/powerpoint/2010/main" val="18741607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3" name="top-accent">
            <a:extLst xmlns:a="http://schemas.openxmlformats.org/drawingml/2006/main">
              <a:ext uri="{FF2B5EF4-FFF2-40B4-BE49-F238E27FC236}">
                <a16:creationId xmlns:a16="http://schemas.microsoft.com/office/drawing/2014/main" id="{3919E3B8-2144-4648-A6C9-8684C058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90E52AA6-BFD7-40B4-8D6E-A784DF4A3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9649152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Concrete synthesis learns rules and filters redundancy</a:t>
            </a:r>
          </a:p>
        </p:txBody>
      </p:sp>
      <p:sp>
        <p:nvSpPr>
          <p:cNvPr id="3" name="object-32-s1-ux">
            <a:extLst xmlns:a="http://schemas.openxmlformats.org/drawingml/2006/main">
              <a:ext uri="{FF2B5EF4-FFF2-40B4-BE49-F238E27FC236}">
                <a16:creationId xmlns:a16="http://schemas.microsoft.com/office/drawing/2014/main" id="{C6132AA4-45D3-4F9D-9551-A77BC8D55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191964"/>
            <a:ext cx="2571750" cy="2381250"/>
          </a:xfrm>
          <a:prstGeom xmlns:a="http://schemas.openxmlformats.org/drawingml/2006/main" prst="roundRect">
            <a:avLst>
              <a:gd name="adj" fmla="val 480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87E86"/>
            </a:solidFill>
            <a:prstDash val="dash"/>
          </a:ln>
        </p:spPr>
      </p:sp>
      <p:sp>
        <p:nvSpPr>
          <p:cNvPr id="4" name="object-33-s1-ux">
            <a:extLst xmlns:a="http://schemas.openxmlformats.org/drawingml/2006/main">
              <a:ext uri="{FF2B5EF4-FFF2-40B4-BE49-F238E27FC236}">
                <a16:creationId xmlns:a16="http://schemas.microsoft.com/office/drawing/2014/main" id="{0367622F-5789-487B-A925-2A7536CCB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15" y="1244352"/>
            <a:ext cx="1585020" cy="316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Identity class</a:t>
            </a:r>
          </a:p>
        </p:txBody>
      </p:sp>
      <p:sp>
        <p:nvSpPr>
          <p:cNvPr id="5" name="object-34-s1-ux">
            <a:extLst xmlns:a="http://schemas.openxmlformats.org/drawingml/2006/main">
              <a:ext uri="{FF2B5EF4-FFF2-40B4-BE49-F238E27FC236}">
                <a16:creationId xmlns:a16="http://schemas.microsoft.com/office/drawing/2014/main" id="{FB0A4A2C-8EA0-43FB-98DA-075C9B40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191964"/>
            <a:ext cx="2571750" cy="2381250"/>
          </a:xfrm>
          <a:prstGeom xmlns:a="http://schemas.openxmlformats.org/drawingml/2006/main" prst="roundRect">
            <a:avLst>
              <a:gd name="adj" fmla="val 480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87E86"/>
            </a:solidFill>
            <a:prstDash val="dash"/>
          </a:ln>
        </p:spPr>
      </p:sp>
      <p:sp>
        <p:nvSpPr>
          <p:cNvPr id="6" name="object-35-s1-ux">
            <a:extLst xmlns:a="http://schemas.openxmlformats.org/drawingml/2006/main">
              <a:ext uri="{FF2B5EF4-FFF2-40B4-BE49-F238E27FC236}">
                <a16:creationId xmlns:a16="http://schemas.microsoft.com/office/drawing/2014/main" id="{B20F550E-E917-4FEE-924B-ECCF33529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6207" y="1244352"/>
            <a:ext cx="1055787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CZ class</a:t>
            </a:r>
          </a:p>
        </p:txBody>
      </p:sp>
      <p:sp>
        <p:nvSpPr>
          <p:cNvPr id="7" name="object-36-s1-ux">
            <a:extLst xmlns:a="http://schemas.openxmlformats.org/drawingml/2006/main">
              <a:ext uri="{FF2B5EF4-FFF2-40B4-BE49-F238E27FC236}">
                <a16:creationId xmlns:a16="http://schemas.microsoft.com/office/drawing/2014/main" id="{DE9FA5CB-CD4C-4B14-AA21-7AAD11F92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191964"/>
            <a:ext cx="2571750" cy="2381250"/>
          </a:xfrm>
          <a:prstGeom xmlns:a="http://schemas.openxmlformats.org/drawingml/2006/main" prst="roundRect">
            <a:avLst>
              <a:gd name="adj" fmla="val 480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87E86"/>
            </a:solidFill>
            <a:prstDash val="dash"/>
          </a:ln>
        </p:spPr>
      </p:sp>
      <p:sp>
        <p:nvSpPr>
          <p:cNvPr id="8" name="object-37-s1-ux">
            <a:extLst xmlns:a="http://schemas.openxmlformats.org/drawingml/2006/main">
              <a:ext uri="{FF2B5EF4-FFF2-40B4-BE49-F238E27FC236}">
                <a16:creationId xmlns:a16="http://schemas.microsoft.com/office/drawing/2014/main" id="{095726D5-99EE-4821-B7B3-41FCBED3F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1884" y="1244352"/>
            <a:ext cx="1069181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CX class</a:t>
            </a:r>
          </a:p>
        </p:txBody>
      </p:sp>
      <p:sp>
        <p:nvSpPr>
          <p:cNvPr id="9" name="object-38-s1-ux">
            <a:extLst xmlns:a="http://schemas.openxmlformats.org/drawingml/2006/main">
              <a:ext uri="{FF2B5EF4-FFF2-40B4-BE49-F238E27FC236}">
                <a16:creationId xmlns:a16="http://schemas.microsoft.com/office/drawing/2014/main" id="{7E449181-BDDD-4F67-9D66-69B6988F5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1763464"/>
            <a:ext cx="838200" cy="95"/>
          </a:xfrm>
          <a:custGeom xmlns:a="http://schemas.openxmlformats.org/drawingml/2006/main">
            <a:pathLst>
              <a:path w="838200" h="95">
                <a:moveTo>
                  <a:pt x="0" y="0"/>
                </a:moveTo>
                <a:lnTo>
                  <a:pt x="838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10" name="object-39-s1-ux">
            <a:extLst xmlns:a="http://schemas.openxmlformats.org/drawingml/2006/main">
              <a:ext uri="{FF2B5EF4-FFF2-40B4-BE49-F238E27FC236}">
                <a16:creationId xmlns:a16="http://schemas.microsoft.com/office/drawing/2014/main" id="{664AF197-189F-43B6-9B94-870A9F48C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2125414"/>
            <a:ext cx="838200" cy="95"/>
          </a:xfrm>
          <a:custGeom xmlns:a="http://schemas.openxmlformats.org/drawingml/2006/main">
            <a:pathLst>
              <a:path w="838200" h="95">
                <a:moveTo>
                  <a:pt x="0" y="0"/>
                </a:moveTo>
                <a:lnTo>
                  <a:pt x="838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11" name="object-40-s1-ux">
            <a:extLst xmlns:a="http://schemas.openxmlformats.org/drawingml/2006/main">
              <a:ext uri="{FF2B5EF4-FFF2-40B4-BE49-F238E27FC236}">
                <a16:creationId xmlns:a16="http://schemas.microsoft.com/office/drawing/2014/main" id="{E60536D8-6838-44CF-A99C-3F63048B5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382589"/>
            <a:ext cx="1333500" cy="95"/>
          </a:xfrm>
          <a:custGeom xmlns:a="http://schemas.openxmlformats.org/drawingml/2006/main">
            <a:pathLst>
              <a:path w="1333500" h="9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2" name="object-41-s1-ux">
            <a:extLst xmlns:a="http://schemas.openxmlformats.org/drawingml/2006/main">
              <a:ext uri="{FF2B5EF4-FFF2-40B4-BE49-F238E27FC236}">
                <a16:creationId xmlns:a16="http://schemas.microsoft.com/office/drawing/2014/main" id="{FC5F295E-81DF-480E-9D5D-8D2C4AFBD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744539"/>
            <a:ext cx="1333500" cy="95"/>
          </a:xfrm>
          <a:custGeom xmlns:a="http://schemas.openxmlformats.org/drawingml/2006/main">
            <a:pathLst>
              <a:path w="1333500" h="9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3" name="object-42-s1-ux">
            <a:extLst xmlns:a="http://schemas.openxmlformats.org/drawingml/2006/main">
              <a:ext uri="{FF2B5EF4-FFF2-40B4-BE49-F238E27FC236}">
                <a16:creationId xmlns:a16="http://schemas.microsoft.com/office/drawing/2014/main" id="{5CCED111-03C8-4601-9033-5940B6A01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4" name="object-43-s1-ux">
            <a:extLst xmlns:a="http://schemas.openxmlformats.org/drawingml/2006/main">
              <a:ext uri="{FF2B5EF4-FFF2-40B4-BE49-F238E27FC236}">
                <a16:creationId xmlns:a16="http://schemas.microsoft.com/office/drawing/2014/main" id="{4EDC49FC-1ECC-40A8-9D4F-59113BAB6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3375" y="2642622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5" name="object-44-s1-ux">
            <a:extLst xmlns:a="http://schemas.openxmlformats.org/drawingml/2006/main">
              <a:ext uri="{FF2B5EF4-FFF2-40B4-BE49-F238E27FC236}">
                <a16:creationId xmlns:a16="http://schemas.microsoft.com/office/drawing/2014/main" id="{75D56565-56EE-4782-B7D3-9F5CAC734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6" name="object-45-s1-ux">
            <a:extLst xmlns:a="http://schemas.openxmlformats.org/drawingml/2006/main">
              <a:ext uri="{FF2B5EF4-FFF2-40B4-BE49-F238E27FC236}">
                <a16:creationId xmlns:a16="http://schemas.microsoft.com/office/drawing/2014/main" id="{DFCE1934-58A9-4590-A1C2-6A8C53018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5825" y="2642622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7" name="object-46-s1-ux">
            <a:extLst xmlns:a="http://schemas.openxmlformats.org/drawingml/2006/main">
              <a:ext uri="{FF2B5EF4-FFF2-40B4-BE49-F238E27FC236}">
                <a16:creationId xmlns:a16="http://schemas.microsoft.com/office/drawing/2014/main" id="{0128D269-7215-4282-B42A-7F485F722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1714"/>
            <a:ext cx="1333500" cy="95"/>
          </a:xfrm>
          <a:custGeom xmlns:a="http://schemas.openxmlformats.org/drawingml/2006/main">
            <a:pathLst>
              <a:path w="1333500" h="9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8" name="object-47-s1-ux">
            <a:extLst xmlns:a="http://schemas.openxmlformats.org/drawingml/2006/main">
              <a:ext uri="{FF2B5EF4-FFF2-40B4-BE49-F238E27FC236}">
                <a16:creationId xmlns:a16="http://schemas.microsoft.com/office/drawing/2014/main" id="{0A5C6808-78EA-4CF6-B1CB-625830F1C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363664"/>
            <a:ext cx="1333500" cy="95"/>
          </a:xfrm>
          <a:custGeom xmlns:a="http://schemas.openxmlformats.org/drawingml/2006/main">
            <a:pathLst>
              <a:path w="1333500" h="9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9" name="object-48-s1-ux">
            <a:extLst xmlns:a="http://schemas.openxmlformats.org/drawingml/2006/main">
              <a:ext uri="{FF2B5EF4-FFF2-40B4-BE49-F238E27FC236}">
                <a16:creationId xmlns:a16="http://schemas.microsoft.com/office/drawing/2014/main" id="{ADB24632-8165-4880-9C79-646F39B4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0" name="object-49-s1-ux">
            <a:extLst xmlns:a="http://schemas.openxmlformats.org/drawingml/2006/main">
              <a:ext uri="{FF2B5EF4-FFF2-40B4-BE49-F238E27FC236}">
                <a16:creationId xmlns:a16="http://schemas.microsoft.com/office/drawing/2014/main" id="{BD7BA0BF-A3DD-4FEE-A260-B1D6A0C1C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4538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1" name="object-50-s1-ux">
            <a:extLst xmlns:a="http://schemas.openxmlformats.org/drawingml/2006/main">
              <a:ext uri="{FF2B5EF4-FFF2-40B4-BE49-F238E27FC236}">
                <a16:creationId xmlns:a16="http://schemas.microsoft.com/office/drawing/2014/main" id="{C13D49BE-4A03-48B3-80F3-475EE08B2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7388" y="3263652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2" name="object-51-s1-ux">
            <a:extLst xmlns:a="http://schemas.openxmlformats.org/drawingml/2006/main">
              <a:ext uri="{FF2B5EF4-FFF2-40B4-BE49-F238E27FC236}">
                <a16:creationId xmlns:a16="http://schemas.microsoft.com/office/drawing/2014/main" id="{F162F395-5CB1-484E-B978-AB699F4D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29698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3" name="object-52-s1-ux">
            <a:extLst xmlns:a="http://schemas.openxmlformats.org/drawingml/2006/main">
              <a:ext uri="{FF2B5EF4-FFF2-40B4-BE49-F238E27FC236}">
                <a16:creationId xmlns:a16="http://schemas.microsoft.com/office/drawing/2014/main" id="{0B92669B-97B5-4745-B6D1-2C9E5E7D0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4" name="object-53-s1-ux">
            <a:extLst xmlns:a="http://schemas.openxmlformats.org/drawingml/2006/main">
              <a:ext uri="{FF2B5EF4-FFF2-40B4-BE49-F238E27FC236}">
                <a16:creationId xmlns:a16="http://schemas.microsoft.com/office/drawing/2014/main" id="{568304F1-FEF5-4352-A0DF-CA7583849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6988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5" name="object-54-s1-ux">
            <a:extLst xmlns:a="http://schemas.openxmlformats.org/drawingml/2006/main">
              <a:ext uri="{FF2B5EF4-FFF2-40B4-BE49-F238E27FC236}">
                <a16:creationId xmlns:a16="http://schemas.microsoft.com/office/drawing/2014/main" id="{B8466515-7E02-431B-A1F5-13E770C81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9838" y="3263652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6" name="object-55-s1-ux">
            <a:extLst xmlns:a="http://schemas.openxmlformats.org/drawingml/2006/main">
              <a:ext uri="{FF2B5EF4-FFF2-40B4-BE49-F238E27FC236}">
                <a16:creationId xmlns:a16="http://schemas.microsoft.com/office/drawing/2014/main" id="{11E87F57-6C8B-491E-974E-B16997F4A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329698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7" name="object-56-s1-ux">
            <a:extLst xmlns:a="http://schemas.openxmlformats.org/drawingml/2006/main">
              <a:ext uri="{FF2B5EF4-FFF2-40B4-BE49-F238E27FC236}">
                <a16:creationId xmlns:a16="http://schemas.microsoft.com/office/drawing/2014/main" id="{D82BA88B-4C98-4324-8E1F-FD2822140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176346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28" name="object-57-s1-ux">
            <a:extLst xmlns:a="http://schemas.openxmlformats.org/drawingml/2006/main">
              <a:ext uri="{FF2B5EF4-FFF2-40B4-BE49-F238E27FC236}">
                <a16:creationId xmlns:a16="http://schemas.microsoft.com/office/drawing/2014/main" id="{912CC860-AD32-4D1F-BBE7-F87B53CB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12541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29" name="object-58-s1-ux">
            <a:extLst xmlns:a="http://schemas.openxmlformats.org/drawingml/2006/main">
              <a:ext uri="{FF2B5EF4-FFF2-40B4-BE49-F238E27FC236}">
                <a16:creationId xmlns:a16="http://schemas.microsoft.com/office/drawing/2014/main" id="{D23ED7E7-7E46-4697-A021-D00E4DEAF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6346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30" name="object-59-s1-ux">
            <a:extLst xmlns:a="http://schemas.openxmlformats.org/drawingml/2006/main">
              <a:ext uri="{FF2B5EF4-FFF2-40B4-BE49-F238E27FC236}">
                <a16:creationId xmlns:a16="http://schemas.microsoft.com/office/drawing/2014/main" id="{0F5C6AA3-6DEC-493E-911D-DA670025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17206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1" name="object-60-s1-ux">
            <a:extLst xmlns:a="http://schemas.openxmlformats.org/drawingml/2006/main">
              <a:ext uri="{FF2B5EF4-FFF2-40B4-BE49-F238E27FC236}">
                <a16:creationId xmlns:a16="http://schemas.microsoft.com/office/drawing/2014/main" id="{DF230E96-0A8F-49E9-935A-563BFB92A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20825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2" name="object-61-s1-ux">
            <a:extLst xmlns:a="http://schemas.openxmlformats.org/drawingml/2006/main">
              <a:ext uri="{FF2B5EF4-FFF2-40B4-BE49-F238E27FC236}">
                <a16:creationId xmlns:a16="http://schemas.microsoft.com/office/drawing/2014/main" id="{25FA5E66-6191-4AF8-B14B-A23FE356A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2382589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33" name="object-62-s1-ux">
            <a:extLst xmlns:a="http://schemas.openxmlformats.org/drawingml/2006/main">
              <a:ext uri="{FF2B5EF4-FFF2-40B4-BE49-F238E27FC236}">
                <a16:creationId xmlns:a16="http://schemas.microsoft.com/office/drawing/2014/main" id="{4B2C8D5F-066D-482E-8108-C52F1968C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2744539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34" name="object-63-s1-ux">
            <a:extLst xmlns:a="http://schemas.openxmlformats.org/drawingml/2006/main">
              <a:ext uri="{FF2B5EF4-FFF2-40B4-BE49-F238E27FC236}">
                <a16:creationId xmlns:a16="http://schemas.microsoft.com/office/drawing/2014/main" id="{8D5C5888-7632-4F07-AE6B-981E6247A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35" name="object-64-s1-ux">
            <a:extLst xmlns:a="http://schemas.openxmlformats.org/drawingml/2006/main">
              <a:ext uri="{FF2B5EF4-FFF2-40B4-BE49-F238E27FC236}">
                <a16:creationId xmlns:a16="http://schemas.microsoft.com/office/drawing/2014/main" id="{D123E779-B5E4-4668-8749-160F6F6D9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061" y="2642622"/>
            <a:ext cx="19317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36" name="object-65-s1-ux">
            <a:extLst xmlns:a="http://schemas.openxmlformats.org/drawingml/2006/main">
              <a:ext uri="{FF2B5EF4-FFF2-40B4-BE49-F238E27FC236}">
                <a16:creationId xmlns:a16="http://schemas.microsoft.com/office/drawing/2014/main" id="{DD619D6D-1C36-4D2A-9A44-B8268B7F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82589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37" name="object-66-s1-ux">
            <a:extLst xmlns:a="http://schemas.openxmlformats.org/drawingml/2006/main">
              <a:ext uri="{FF2B5EF4-FFF2-40B4-BE49-F238E27FC236}">
                <a16:creationId xmlns:a16="http://schemas.microsoft.com/office/drawing/2014/main" id="{562DF812-4832-4933-BEE8-53D816A9B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233972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8" name="object-67-s1-ux">
            <a:extLst xmlns:a="http://schemas.openxmlformats.org/drawingml/2006/main">
              <a:ext uri="{FF2B5EF4-FFF2-40B4-BE49-F238E27FC236}">
                <a16:creationId xmlns:a16="http://schemas.microsoft.com/office/drawing/2014/main" id="{94AA74B7-6FE7-45A4-B9EB-A0E952D54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5988" y="2644527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39" name="object-68-s1-ux">
            <a:extLst xmlns:a="http://schemas.openxmlformats.org/drawingml/2006/main">
              <a:ext uri="{FF2B5EF4-FFF2-40B4-BE49-F238E27FC236}">
                <a16:creationId xmlns:a16="http://schemas.microsoft.com/office/drawing/2014/main" id="{E32E49FE-2170-4557-9A20-924099645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677864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40" name="object-69-s1-ux">
            <a:extLst xmlns:a="http://schemas.openxmlformats.org/drawingml/2006/main">
              <a:ext uri="{FF2B5EF4-FFF2-40B4-BE49-F238E27FC236}">
                <a16:creationId xmlns:a16="http://schemas.microsoft.com/office/drawing/2014/main" id="{8DDD6422-0D0B-4C7F-A819-DAA65DD5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41" name="object-70-s1-ux">
            <a:extLst xmlns:a="http://schemas.openxmlformats.org/drawingml/2006/main">
              <a:ext uri="{FF2B5EF4-FFF2-40B4-BE49-F238E27FC236}">
                <a16:creationId xmlns:a16="http://schemas.microsoft.com/office/drawing/2014/main" id="{489373D7-E1AF-4629-A47F-433A41880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961" y="2642622"/>
            <a:ext cx="19317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42" name="object-71-s1-ux">
            <a:extLst xmlns:a="http://schemas.openxmlformats.org/drawingml/2006/main">
              <a:ext uri="{FF2B5EF4-FFF2-40B4-BE49-F238E27FC236}">
                <a16:creationId xmlns:a16="http://schemas.microsoft.com/office/drawing/2014/main" id="{F5427AAA-8B0E-4DE3-A1A6-71E5C7503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3001714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43" name="object-72-s1-ux">
            <a:extLst xmlns:a="http://schemas.openxmlformats.org/drawingml/2006/main">
              <a:ext uri="{FF2B5EF4-FFF2-40B4-BE49-F238E27FC236}">
                <a16:creationId xmlns:a16="http://schemas.microsoft.com/office/drawing/2014/main" id="{8BA7B984-8597-4651-9419-19AC5E13B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3363664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44" name="object-73-s1-ux">
            <a:extLst xmlns:a="http://schemas.openxmlformats.org/drawingml/2006/main">
              <a:ext uri="{FF2B5EF4-FFF2-40B4-BE49-F238E27FC236}">
                <a16:creationId xmlns:a16="http://schemas.microsoft.com/office/drawing/2014/main" id="{AE208F5D-EB22-4B60-8ABD-4935A83E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45" name="object-74-s1-ux">
            <a:extLst xmlns:a="http://schemas.openxmlformats.org/drawingml/2006/main">
              <a:ext uri="{FF2B5EF4-FFF2-40B4-BE49-F238E27FC236}">
                <a16:creationId xmlns:a16="http://schemas.microsoft.com/office/drawing/2014/main" id="{716A962B-FA8B-448F-8AB6-E981ACC22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0688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6" name="object-75-s1-ux">
            <a:extLst xmlns:a="http://schemas.openxmlformats.org/drawingml/2006/main">
              <a:ext uri="{FF2B5EF4-FFF2-40B4-BE49-F238E27FC236}">
                <a16:creationId xmlns:a16="http://schemas.microsoft.com/office/drawing/2014/main" id="{ADBAD392-084C-453D-9C37-6AD5DFB89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0688" y="33208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7" name="object-76-s1-ux">
            <a:extLst xmlns:a="http://schemas.openxmlformats.org/drawingml/2006/main">
              <a:ext uri="{FF2B5EF4-FFF2-40B4-BE49-F238E27FC236}">
                <a16:creationId xmlns:a16="http://schemas.microsoft.com/office/drawing/2014/main" id="{3ABE963F-1A9C-4E9B-81A4-07C563409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48" name="object-77-s1-ux">
            <a:extLst xmlns:a="http://schemas.openxmlformats.org/drawingml/2006/main">
              <a:ext uri="{FF2B5EF4-FFF2-40B4-BE49-F238E27FC236}">
                <a16:creationId xmlns:a16="http://schemas.microsoft.com/office/drawing/2014/main" id="{4FE84D17-167C-4926-8B5E-E086C7787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9" name="object-78-s1-ux">
            <a:extLst xmlns:a="http://schemas.openxmlformats.org/drawingml/2006/main">
              <a:ext uri="{FF2B5EF4-FFF2-40B4-BE49-F238E27FC236}">
                <a16:creationId xmlns:a16="http://schemas.microsoft.com/office/drawing/2014/main" id="{6048BBF4-5D21-4CD2-8519-7B14C0135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33208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0" name="object-79-s1-ux">
            <a:extLst xmlns:a="http://schemas.openxmlformats.org/drawingml/2006/main">
              <a:ext uri="{FF2B5EF4-FFF2-40B4-BE49-F238E27FC236}">
                <a16:creationId xmlns:a16="http://schemas.microsoft.com/office/drawing/2014/main" id="{3AD51F19-7276-4715-A136-D84515BF4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51" name="object-80-s1-ux">
            <a:extLst xmlns:a="http://schemas.openxmlformats.org/drawingml/2006/main">
              <a:ext uri="{FF2B5EF4-FFF2-40B4-BE49-F238E27FC236}">
                <a16:creationId xmlns:a16="http://schemas.microsoft.com/office/drawing/2014/main" id="{483AD3E3-9894-4535-81EA-6814DAE65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5588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2" name="object-81-s1-ux">
            <a:extLst xmlns:a="http://schemas.openxmlformats.org/drawingml/2006/main">
              <a:ext uri="{FF2B5EF4-FFF2-40B4-BE49-F238E27FC236}">
                <a16:creationId xmlns:a16="http://schemas.microsoft.com/office/drawing/2014/main" id="{94EE93CD-B68F-4F72-BD81-F3BF46CC9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5588" y="33208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3" name="object-82-s1-ux">
            <a:extLst xmlns:a="http://schemas.openxmlformats.org/drawingml/2006/main">
              <a:ext uri="{FF2B5EF4-FFF2-40B4-BE49-F238E27FC236}">
                <a16:creationId xmlns:a16="http://schemas.microsoft.com/office/drawing/2014/main" id="{5E7F8C23-1D73-48AF-ABFB-2E1D6989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76346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54" name="object-83-s1-ux">
            <a:extLst xmlns:a="http://schemas.openxmlformats.org/drawingml/2006/main">
              <a:ext uri="{FF2B5EF4-FFF2-40B4-BE49-F238E27FC236}">
                <a16:creationId xmlns:a16="http://schemas.microsoft.com/office/drawing/2014/main" id="{1C1E5302-ED28-473E-84CE-099826222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12541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55" name="object-84-s1-ux">
            <a:extLst xmlns:a="http://schemas.openxmlformats.org/drawingml/2006/main">
              <a:ext uri="{FF2B5EF4-FFF2-40B4-BE49-F238E27FC236}">
                <a16:creationId xmlns:a16="http://schemas.microsoft.com/office/drawing/2014/main" id="{1D5699A1-EA86-4DBD-99CA-26BF70578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176346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56" name="object-85-s1-ux">
            <a:extLst xmlns:a="http://schemas.openxmlformats.org/drawingml/2006/main">
              <a:ext uri="{FF2B5EF4-FFF2-40B4-BE49-F238E27FC236}">
                <a16:creationId xmlns:a16="http://schemas.microsoft.com/office/drawing/2014/main" id="{47B4752C-8CA5-46C6-B66A-0A151D850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5513" y="17206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7" name="object-86-s1-ux">
            <a:extLst xmlns:a="http://schemas.openxmlformats.org/drawingml/2006/main">
              <a:ext uri="{FF2B5EF4-FFF2-40B4-BE49-F238E27FC236}">
                <a16:creationId xmlns:a16="http://schemas.microsoft.com/office/drawing/2014/main" id="{6D1F2323-E970-4413-8001-F0A01E26B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8363" y="2025402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58" name="object-87-s1-ux">
            <a:extLst xmlns:a="http://schemas.openxmlformats.org/drawingml/2006/main">
              <a:ext uri="{FF2B5EF4-FFF2-40B4-BE49-F238E27FC236}">
                <a16:creationId xmlns:a16="http://schemas.microsoft.com/office/drawing/2014/main" id="{9F8E7D4E-6575-4228-93FB-0E1BAB664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05873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59" name="object-88-s1-ux">
            <a:extLst xmlns:a="http://schemas.openxmlformats.org/drawingml/2006/main">
              <a:ext uri="{FF2B5EF4-FFF2-40B4-BE49-F238E27FC236}">
                <a16:creationId xmlns:a16="http://schemas.microsoft.com/office/drawing/2014/main" id="{721D37C5-12BC-4EEC-A3D6-0FDED9556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382589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60" name="object-89-s1-ux">
            <a:extLst xmlns:a="http://schemas.openxmlformats.org/drawingml/2006/main">
              <a:ext uri="{FF2B5EF4-FFF2-40B4-BE49-F238E27FC236}">
                <a16:creationId xmlns:a16="http://schemas.microsoft.com/office/drawing/2014/main" id="{24299053-6CC5-473A-A503-4F95FDBA8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744539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61" name="object-90-s1-ux">
            <a:extLst xmlns:a="http://schemas.openxmlformats.org/drawingml/2006/main">
              <a:ext uri="{FF2B5EF4-FFF2-40B4-BE49-F238E27FC236}">
                <a16:creationId xmlns:a16="http://schemas.microsoft.com/office/drawing/2014/main" id="{9BE74DCD-7B40-4A57-83E3-1E473EBA5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382589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62" name="object-91-s1-ux">
            <a:extLst xmlns:a="http://schemas.openxmlformats.org/drawingml/2006/main">
              <a:ext uri="{FF2B5EF4-FFF2-40B4-BE49-F238E27FC236}">
                <a16:creationId xmlns:a16="http://schemas.microsoft.com/office/drawing/2014/main" id="{25F2DC41-22FE-4694-A847-3866A0BC8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3063" y="233972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63" name="object-92-s1-ux">
            <a:extLst xmlns:a="http://schemas.openxmlformats.org/drawingml/2006/main">
              <a:ext uri="{FF2B5EF4-FFF2-40B4-BE49-F238E27FC236}">
                <a16:creationId xmlns:a16="http://schemas.microsoft.com/office/drawing/2014/main" id="{CA4EC6CD-38E3-4D35-BF24-DE9EB92D5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913" y="2644527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64" name="object-93-s1-ux">
            <a:extLst xmlns:a="http://schemas.openxmlformats.org/drawingml/2006/main">
              <a:ext uri="{FF2B5EF4-FFF2-40B4-BE49-F238E27FC236}">
                <a16:creationId xmlns:a16="http://schemas.microsoft.com/office/drawing/2014/main" id="{0BA5E393-5173-40EA-8E55-6A8B7E7F0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77864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65" name="object-94-s1-ux">
            <a:extLst xmlns:a="http://schemas.openxmlformats.org/drawingml/2006/main">
              <a:ext uri="{FF2B5EF4-FFF2-40B4-BE49-F238E27FC236}">
                <a16:creationId xmlns:a16="http://schemas.microsoft.com/office/drawing/2014/main" id="{9CFD514F-CFB7-4B10-9A04-61E4BD494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66" name="object-95-s1-ux">
            <a:extLst xmlns:a="http://schemas.openxmlformats.org/drawingml/2006/main">
              <a:ext uri="{FF2B5EF4-FFF2-40B4-BE49-F238E27FC236}">
                <a16:creationId xmlns:a16="http://schemas.microsoft.com/office/drawing/2014/main" id="{EC797431-8653-4497-AE81-D0053580C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4350" y="2642622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67" name="object-96-s1-ux">
            <a:extLst xmlns:a="http://schemas.openxmlformats.org/drawingml/2006/main">
              <a:ext uri="{FF2B5EF4-FFF2-40B4-BE49-F238E27FC236}">
                <a16:creationId xmlns:a16="http://schemas.microsoft.com/office/drawing/2014/main" id="{8A5DD8D8-0751-4EA4-BD83-074AF879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68" name="object-97-s1-ux">
            <a:extLst xmlns:a="http://schemas.openxmlformats.org/drawingml/2006/main">
              <a:ext uri="{FF2B5EF4-FFF2-40B4-BE49-F238E27FC236}">
                <a16:creationId xmlns:a16="http://schemas.microsoft.com/office/drawing/2014/main" id="{AD44F78C-863D-47AB-8FC1-916398BEB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6800" y="2642622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69" name="object-98-s1-ux">
            <a:extLst xmlns:a="http://schemas.openxmlformats.org/drawingml/2006/main">
              <a:ext uri="{FF2B5EF4-FFF2-40B4-BE49-F238E27FC236}">
                <a16:creationId xmlns:a16="http://schemas.microsoft.com/office/drawing/2014/main" id="{57B4C845-9B68-4E0B-A30F-48778180E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001714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70" name="object-99-s1-ux">
            <a:extLst xmlns:a="http://schemas.openxmlformats.org/drawingml/2006/main">
              <a:ext uri="{FF2B5EF4-FFF2-40B4-BE49-F238E27FC236}">
                <a16:creationId xmlns:a16="http://schemas.microsoft.com/office/drawing/2014/main" id="{C4EAB8F6-3815-4F8B-B691-205D68D34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363664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71" name="object-100-s1-ux">
            <a:extLst xmlns:a="http://schemas.openxmlformats.org/drawingml/2006/main">
              <a:ext uri="{FF2B5EF4-FFF2-40B4-BE49-F238E27FC236}">
                <a16:creationId xmlns:a16="http://schemas.microsoft.com/office/drawing/2014/main" id="{8E326E64-8859-44CF-ADCD-F48FC1EA0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20789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72" name="object-101-s1-ux">
            <a:extLst xmlns:a="http://schemas.openxmlformats.org/drawingml/2006/main">
              <a:ext uri="{FF2B5EF4-FFF2-40B4-BE49-F238E27FC236}">
                <a16:creationId xmlns:a16="http://schemas.microsoft.com/office/drawing/2014/main" id="{5C222C84-2315-4BDB-89D4-54D9041F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1900" y="3261747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73" name="object-102-s1-ux">
            <a:extLst xmlns:a="http://schemas.openxmlformats.org/drawingml/2006/main">
              <a:ext uri="{FF2B5EF4-FFF2-40B4-BE49-F238E27FC236}">
                <a16:creationId xmlns:a16="http://schemas.microsoft.com/office/drawing/2014/main" id="{20E22BD6-FFCF-46D7-896C-D1E558882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74" name="object-103-s1-ux">
            <a:extLst xmlns:a="http://schemas.openxmlformats.org/drawingml/2006/main">
              <a:ext uri="{FF2B5EF4-FFF2-40B4-BE49-F238E27FC236}">
                <a16:creationId xmlns:a16="http://schemas.microsoft.com/office/drawing/2014/main" id="{75998B6C-4181-465C-8C5F-09929FB43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5513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75" name="object-104-s1-ux">
            <a:extLst xmlns:a="http://schemas.openxmlformats.org/drawingml/2006/main">
              <a:ext uri="{FF2B5EF4-FFF2-40B4-BE49-F238E27FC236}">
                <a16:creationId xmlns:a16="http://schemas.microsoft.com/office/drawing/2014/main" id="{461CA00A-42AF-4230-8F61-AC47EC0B9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8363" y="3263652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76" name="object-105-s1-ux">
            <a:extLst xmlns:a="http://schemas.openxmlformats.org/drawingml/2006/main">
              <a:ext uri="{FF2B5EF4-FFF2-40B4-BE49-F238E27FC236}">
                <a16:creationId xmlns:a16="http://schemas.microsoft.com/office/drawing/2014/main" id="{D5EE6095-7DF9-45D0-BF0A-401C7998B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9698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77" name="object-106-s1-ux">
            <a:extLst xmlns:a="http://schemas.openxmlformats.org/drawingml/2006/main">
              <a:ext uri="{FF2B5EF4-FFF2-40B4-BE49-F238E27FC236}">
                <a16:creationId xmlns:a16="http://schemas.microsoft.com/office/drawing/2014/main" id="{16B574C3-853C-471D-A6F7-83BF47FF0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220789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78" name="object-107-s1-ux">
            <a:extLst xmlns:a="http://schemas.openxmlformats.org/drawingml/2006/main">
              <a:ext uri="{FF2B5EF4-FFF2-40B4-BE49-F238E27FC236}">
                <a16:creationId xmlns:a16="http://schemas.microsoft.com/office/drawing/2014/main" id="{23EF70BB-8777-4CC4-B2CB-80CDA3E7F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6800" y="3261747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79" name="object-108-s2-ux">
            <a:extLst xmlns:a="http://schemas.openxmlformats.org/drawingml/2006/main">
              <a:ext uri="{FF2B5EF4-FFF2-40B4-BE49-F238E27FC236}">
                <a16:creationId xmlns:a16="http://schemas.microsoft.com/office/drawing/2014/main" id="{CF802091-E206-4236-8F2D-ECD4FD384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47509"/>
            <a:ext cx="1986409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Derive and validate</a:t>
            </a:r>
          </a:p>
        </p:txBody>
      </p:sp>
      <p:sp>
        <p:nvSpPr>
          <p:cNvPr id="80" name="object-109-s2-ux">
            <a:extLst xmlns:a="http://schemas.openxmlformats.org/drawingml/2006/main">
              <a:ext uri="{FF2B5EF4-FFF2-40B4-BE49-F238E27FC236}">
                <a16:creationId xmlns:a16="http://schemas.microsoft.com/office/drawing/2014/main" id="{ADA2373E-F308-413C-B057-9DF57D41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697039"/>
            <a:ext cx="1280160" cy="95"/>
          </a:xfrm>
          <a:custGeom xmlns:a="http://schemas.openxmlformats.org/drawingml/2006/main">
            <a:pathLst>
              <a:path w="1280160" h="95">
                <a:moveTo>
                  <a:pt x="0" y="0"/>
                </a:moveTo>
                <a:lnTo>
                  <a:pt x="12801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81" name="object-110-s2-ux">
            <a:extLst xmlns:a="http://schemas.openxmlformats.org/drawingml/2006/main">
              <a:ext uri="{FF2B5EF4-FFF2-40B4-BE49-F238E27FC236}">
                <a16:creationId xmlns:a16="http://schemas.microsoft.com/office/drawing/2014/main" id="{EC0D8EF8-61DD-4E20-835A-863A87992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044511"/>
            <a:ext cx="1280160" cy="95"/>
          </a:xfrm>
          <a:custGeom xmlns:a="http://schemas.openxmlformats.org/drawingml/2006/main">
            <a:pathLst>
              <a:path w="1280160" h="95">
                <a:moveTo>
                  <a:pt x="0" y="0"/>
                </a:moveTo>
                <a:lnTo>
                  <a:pt x="12801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82" name="object-111-s2-ux">
            <a:extLst xmlns:a="http://schemas.openxmlformats.org/drawingml/2006/main">
              <a:ext uri="{FF2B5EF4-FFF2-40B4-BE49-F238E27FC236}">
                <a16:creationId xmlns:a16="http://schemas.microsoft.com/office/drawing/2014/main" id="{126BC611-3152-40D5-B1B8-FCCD15A93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0054" y="3697039"/>
            <a:ext cx="95" cy="347472"/>
          </a:xfrm>
          <a:custGeom xmlns:a="http://schemas.openxmlformats.org/drawingml/2006/main">
            <a:pathLst>
              <a:path w="95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83" name="object-112-s2-ux">
            <a:extLst xmlns:a="http://schemas.openxmlformats.org/drawingml/2006/main">
              <a:ext uri="{FF2B5EF4-FFF2-40B4-BE49-F238E27FC236}">
                <a16:creationId xmlns:a16="http://schemas.microsoft.com/office/drawing/2014/main" id="{4B209A8B-E5BB-40B7-ACF9-0E0E3B2AD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906" y="3655891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144">
            <a:noFill/>
            <a:prstDash val="solid"/>
          </a:ln>
        </p:spPr>
      </p:sp>
      <p:sp>
        <p:nvSpPr>
          <p:cNvPr id="84" name="object-113-s2-ux">
            <a:extLst xmlns:a="http://schemas.openxmlformats.org/drawingml/2006/main">
              <a:ext uri="{FF2B5EF4-FFF2-40B4-BE49-F238E27FC236}">
                <a16:creationId xmlns:a16="http://schemas.microsoft.com/office/drawing/2014/main" id="{B6A62DD6-BB98-492B-ABED-0FBB14520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4042" y="3948499"/>
            <a:ext cx="192024" cy="1920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85" name="object-114-s2-ux">
            <a:extLst xmlns:a="http://schemas.openxmlformats.org/drawingml/2006/main">
              <a:ext uri="{FF2B5EF4-FFF2-40B4-BE49-F238E27FC236}">
                <a16:creationId xmlns:a16="http://schemas.microsoft.com/office/drawing/2014/main" id="{98F29BBB-492C-42CC-AED6-227A3D5E3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6046" y="3980503"/>
            <a:ext cx="128016" cy="128016"/>
          </a:xfrm>
          <a:custGeom xmlns:a="http://schemas.openxmlformats.org/drawingml/2006/main">
            <a:pathLst>
              <a:path w="128016" h="128016">
                <a:moveTo>
                  <a:pt x="0" y="64008"/>
                </a:moveTo>
                <a:lnTo>
                  <a:pt x="128016" y="64008"/>
                </a:lnTo>
              </a:path>
              <a:path w="128016" h="128016">
                <a:moveTo>
                  <a:pt x="64008" y="0"/>
                </a:moveTo>
                <a:lnTo>
                  <a:pt x="64008" y="128016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86" name="object-115-s2-ux">
            <a:extLst xmlns:a="http://schemas.openxmlformats.org/drawingml/2006/main">
              <a:ext uri="{FF2B5EF4-FFF2-40B4-BE49-F238E27FC236}">
                <a16:creationId xmlns:a16="http://schemas.microsoft.com/office/drawing/2014/main" id="{1C558A18-6DAA-4F3D-9EB2-26BACC415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406" y="3697039"/>
            <a:ext cx="95" cy="347472"/>
          </a:xfrm>
          <a:custGeom xmlns:a="http://schemas.openxmlformats.org/drawingml/2006/main">
            <a:pathLst>
              <a:path w="95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87" name="object-116-s2-ux">
            <a:extLst xmlns:a="http://schemas.openxmlformats.org/drawingml/2006/main">
              <a:ext uri="{FF2B5EF4-FFF2-40B4-BE49-F238E27FC236}">
                <a16:creationId xmlns:a16="http://schemas.microsoft.com/office/drawing/2014/main" id="{668DF393-E064-4119-93B1-41F8DD5E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9258" y="3655891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144">
            <a:noFill/>
            <a:prstDash val="solid"/>
          </a:ln>
        </p:spPr>
      </p:sp>
      <p:sp>
        <p:nvSpPr>
          <p:cNvPr id="88" name="object-117-s2-ux">
            <a:extLst xmlns:a="http://schemas.openxmlformats.org/drawingml/2006/main">
              <a:ext uri="{FF2B5EF4-FFF2-40B4-BE49-F238E27FC236}">
                <a16:creationId xmlns:a16="http://schemas.microsoft.com/office/drawing/2014/main" id="{9DD71B62-6720-45A4-A020-DBB02C51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394" y="3948499"/>
            <a:ext cx="192024" cy="1920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89" name="object-118-s2-ux">
            <a:extLst xmlns:a="http://schemas.openxmlformats.org/drawingml/2006/main">
              <a:ext uri="{FF2B5EF4-FFF2-40B4-BE49-F238E27FC236}">
                <a16:creationId xmlns:a16="http://schemas.microsoft.com/office/drawing/2014/main" id="{ACAE97E9-4349-40A6-AB07-9404E2107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6398" y="3980503"/>
            <a:ext cx="128016" cy="128016"/>
          </a:xfrm>
          <a:custGeom xmlns:a="http://schemas.openxmlformats.org/drawingml/2006/main">
            <a:pathLst>
              <a:path w="128016" h="128016">
                <a:moveTo>
                  <a:pt x="0" y="64008"/>
                </a:moveTo>
                <a:lnTo>
                  <a:pt x="128016" y="64008"/>
                </a:lnTo>
              </a:path>
              <a:path w="128016" h="128016">
                <a:moveTo>
                  <a:pt x="64008" y="0"/>
                </a:moveTo>
                <a:lnTo>
                  <a:pt x="64008" y="128016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90" name="object-119-s2-ux">
            <a:extLst xmlns:a="http://schemas.openxmlformats.org/drawingml/2006/main">
              <a:ext uri="{FF2B5EF4-FFF2-40B4-BE49-F238E27FC236}">
                <a16:creationId xmlns:a16="http://schemas.microsoft.com/office/drawing/2014/main" id="{01100162-A4DE-4911-B6CB-E7BD499FE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038" y="3870775"/>
            <a:ext cx="347472" cy="95"/>
          </a:xfrm>
          <a:custGeom xmlns:a="http://schemas.openxmlformats.org/drawingml/2006/main">
            <a:pathLst>
              <a:path w="347472" h="95">
                <a:moveTo>
                  <a:pt x="0" y="0"/>
                </a:moveTo>
                <a:lnTo>
                  <a:pt x="3474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087E86"/>
            </a:solidFill>
            <a:prstDash val="solid"/>
          </a:ln>
        </p:spPr>
      </p:sp>
      <p:sp>
        <p:nvSpPr>
          <p:cNvPr id="91" name="object-119-s2-ux-arrow">
            <a:extLst xmlns:a="http://schemas.openxmlformats.org/drawingml/2006/main">
              <a:ext uri="{FF2B5EF4-FFF2-40B4-BE49-F238E27FC236}">
                <a16:creationId xmlns:a16="http://schemas.microsoft.com/office/drawing/2014/main" id="{391B5542-5FE4-464D-AECD-49CE7C9D2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685" y="3813625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92" name="object-120-s2-ux">
            <a:extLst xmlns:a="http://schemas.openxmlformats.org/drawingml/2006/main">
              <a:ext uri="{FF2B5EF4-FFF2-40B4-BE49-F238E27FC236}">
                <a16:creationId xmlns:a16="http://schemas.microsoft.com/office/drawing/2014/main" id="{CDBED27E-B994-4277-B444-91387D22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0526" y="3697039"/>
            <a:ext cx="804672" cy="95"/>
          </a:xfrm>
          <a:custGeom xmlns:a="http://schemas.openxmlformats.org/drawingml/2006/main">
            <a:pathLst>
              <a:path w="804672" h="95">
                <a:moveTo>
                  <a:pt x="0" y="0"/>
                </a:moveTo>
                <a:lnTo>
                  <a:pt x="8046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93" name="object-121-s2-ux">
            <a:extLst xmlns:a="http://schemas.openxmlformats.org/drawingml/2006/main">
              <a:ext uri="{FF2B5EF4-FFF2-40B4-BE49-F238E27FC236}">
                <a16:creationId xmlns:a16="http://schemas.microsoft.com/office/drawing/2014/main" id="{B86C9ED7-E148-415A-A617-564536C08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0526" y="4044511"/>
            <a:ext cx="804672" cy="95"/>
          </a:xfrm>
          <a:custGeom xmlns:a="http://schemas.openxmlformats.org/drawingml/2006/main">
            <a:pathLst>
              <a:path w="804672" h="95">
                <a:moveTo>
                  <a:pt x="0" y="0"/>
                </a:moveTo>
                <a:lnTo>
                  <a:pt x="8046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94" name="object-122-s2-ux">
            <a:extLst xmlns:a="http://schemas.openxmlformats.org/drawingml/2006/main">
              <a:ext uri="{FF2B5EF4-FFF2-40B4-BE49-F238E27FC236}">
                <a16:creationId xmlns:a16="http://schemas.microsoft.com/office/drawing/2014/main" id="{ECBC5157-1E9F-4F0B-BA4A-894A194BD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3697039"/>
            <a:ext cx="1280160" cy="95"/>
          </a:xfrm>
          <a:custGeom xmlns:a="http://schemas.openxmlformats.org/drawingml/2006/main">
            <a:pathLst>
              <a:path w="1280160" h="95">
                <a:moveTo>
                  <a:pt x="0" y="0"/>
                </a:moveTo>
                <a:lnTo>
                  <a:pt x="12801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95" name="object-123-s2-ux">
            <a:extLst xmlns:a="http://schemas.openxmlformats.org/drawingml/2006/main">
              <a:ext uri="{FF2B5EF4-FFF2-40B4-BE49-F238E27FC236}">
                <a16:creationId xmlns:a16="http://schemas.microsoft.com/office/drawing/2014/main" id="{B5560CAC-DF49-4CFF-AAAA-723678B55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4044511"/>
            <a:ext cx="1280160" cy="95"/>
          </a:xfrm>
          <a:custGeom xmlns:a="http://schemas.openxmlformats.org/drawingml/2006/main">
            <a:pathLst>
              <a:path w="1280160" h="95">
                <a:moveTo>
                  <a:pt x="0" y="0"/>
                </a:moveTo>
                <a:lnTo>
                  <a:pt x="12801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96" name="object-124-s2-ux">
            <a:extLst xmlns:a="http://schemas.openxmlformats.org/drawingml/2006/main">
              <a:ext uri="{FF2B5EF4-FFF2-40B4-BE49-F238E27FC236}">
                <a16:creationId xmlns:a16="http://schemas.microsoft.com/office/drawing/2014/main" id="{5C25C37C-24E4-4FB3-A0A5-4FA7E483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681" y="3907351"/>
            <a:ext cx="310896" cy="274320"/>
          </a:xfrm>
          <a:prstGeom xmlns:a="http://schemas.openxmlformats.org/drawingml/2006/main" prst="roundRect">
            <a:avLst>
              <a:gd name="adj" fmla="val 6944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8288">
            <a:solidFill>
              <a:srgbClr val="123039"/>
            </a:solidFill>
            <a:prstDash val="solid"/>
          </a:ln>
        </p:spPr>
      </p:sp>
      <p:sp>
        <p:nvSpPr>
          <p:cNvPr id="97" name="object-125-s2-ux">
            <a:extLst xmlns:a="http://schemas.openxmlformats.org/drawingml/2006/main">
              <a:ext uri="{FF2B5EF4-FFF2-40B4-BE49-F238E27FC236}">
                <a16:creationId xmlns:a16="http://schemas.microsoft.com/office/drawing/2014/main" id="{F84151E7-01A6-4BF1-A1DE-347E8AABE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8262" y="3940956"/>
            <a:ext cx="179933" cy="202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24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24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98" name="object-126-s2-ux">
            <a:extLst xmlns:a="http://schemas.openxmlformats.org/drawingml/2006/main">
              <a:ext uri="{FF2B5EF4-FFF2-40B4-BE49-F238E27FC236}">
                <a16:creationId xmlns:a16="http://schemas.microsoft.com/office/drawing/2014/main" id="{1A07024F-BD8B-4596-88D4-F22D04C53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5033" y="3907351"/>
            <a:ext cx="310896" cy="274320"/>
          </a:xfrm>
          <a:prstGeom xmlns:a="http://schemas.openxmlformats.org/drawingml/2006/main" prst="roundRect">
            <a:avLst>
              <a:gd name="adj" fmla="val 6944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8288">
            <a:solidFill>
              <a:srgbClr val="123039"/>
            </a:solidFill>
            <a:prstDash val="solid"/>
          </a:ln>
        </p:spPr>
      </p:sp>
      <p:sp>
        <p:nvSpPr>
          <p:cNvPr id="99" name="object-127-s2-ux">
            <a:extLst xmlns:a="http://schemas.openxmlformats.org/drawingml/2006/main">
              <a:ext uri="{FF2B5EF4-FFF2-40B4-BE49-F238E27FC236}">
                <a16:creationId xmlns:a16="http://schemas.microsoft.com/office/drawing/2014/main" id="{D15F0EB4-65E2-4ED7-94CD-D3D3319F7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614" y="3940956"/>
            <a:ext cx="179933" cy="202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24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24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00" name="object-128-s2-ux">
            <a:extLst xmlns:a="http://schemas.openxmlformats.org/drawingml/2006/main">
              <a:ext uri="{FF2B5EF4-FFF2-40B4-BE49-F238E27FC236}">
                <a16:creationId xmlns:a16="http://schemas.microsoft.com/office/drawing/2014/main" id="{1E0B4366-F0F5-4064-9293-3789A998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113" y="3870775"/>
            <a:ext cx="347472" cy="95"/>
          </a:xfrm>
          <a:custGeom xmlns:a="http://schemas.openxmlformats.org/drawingml/2006/main">
            <a:pathLst>
              <a:path w="347472" h="95">
                <a:moveTo>
                  <a:pt x="0" y="0"/>
                </a:moveTo>
                <a:lnTo>
                  <a:pt x="3474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087E86"/>
            </a:solidFill>
            <a:prstDash val="solid"/>
          </a:ln>
        </p:spPr>
      </p:sp>
      <p:sp>
        <p:nvSpPr>
          <p:cNvPr id="101" name="object-128-s2-ux-arrow">
            <a:extLst xmlns:a="http://schemas.openxmlformats.org/drawingml/2006/main">
              <a:ext uri="{FF2B5EF4-FFF2-40B4-BE49-F238E27FC236}">
                <a16:creationId xmlns:a16="http://schemas.microsoft.com/office/drawing/2014/main" id="{C0349ED1-CA7E-4685-BDA9-01CE9D11B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8760" y="3813625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102" name="object-129-s2-ux">
            <a:extLst xmlns:a="http://schemas.openxmlformats.org/drawingml/2006/main">
              <a:ext uri="{FF2B5EF4-FFF2-40B4-BE49-F238E27FC236}">
                <a16:creationId xmlns:a16="http://schemas.microsoft.com/office/drawing/2014/main" id="{C45AC893-8EDC-43A4-8632-9BACA7905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0601" y="3697039"/>
            <a:ext cx="804672" cy="95"/>
          </a:xfrm>
          <a:custGeom xmlns:a="http://schemas.openxmlformats.org/drawingml/2006/main">
            <a:pathLst>
              <a:path w="804672" h="95">
                <a:moveTo>
                  <a:pt x="0" y="0"/>
                </a:moveTo>
                <a:lnTo>
                  <a:pt x="8046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103" name="object-130-s2-ux">
            <a:extLst xmlns:a="http://schemas.openxmlformats.org/drawingml/2006/main">
              <a:ext uri="{FF2B5EF4-FFF2-40B4-BE49-F238E27FC236}">
                <a16:creationId xmlns:a16="http://schemas.microsoft.com/office/drawing/2014/main" id="{C652FD4F-4B23-4FF1-858D-C33D3E360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0601" y="4044511"/>
            <a:ext cx="804672" cy="95"/>
          </a:xfrm>
          <a:custGeom xmlns:a="http://schemas.openxmlformats.org/drawingml/2006/main">
            <a:pathLst>
              <a:path w="804672" h="95">
                <a:moveTo>
                  <a:pt x="0" y="0"/>
                </a:moveTo>
                <a:lnTo>
                  <a:pt x="8046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104" name="object-131-s2-ux">
            <a:extLst xmlns:a="http://schemas.openxmlformats.org/drawingml/2006/main">
              <a:ext uri="{FF2B5EF4-FFF2-40B4-BE49-F238E27FC236}">
                <a16:creationId xmlns:a16="http://schemas.microsoft.com/office/drawing/2014/main" id="{336AA9E8-175D-40DF-ACA0-7F8BD4839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032319"/>
            <a:ext cx="448121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keep</a:t>
            </a:r>
          </a:p>
        </p:txBody>
      </p:sp>
      <p:sp>
        <p:nvSpPr>
          <p:cNvPr id="105" name="object-132-s2-ux">
            <a:extLst xmlns:a="http://schemas.openxmlformats.org/drawingml/2006/main">
              <a:ext uri="{FF2B5EF4-FFF2-40B4-BE49-F238E27FC236}">
                <a16:creationId xmlns:a16="http://schemas.microsoft.com/office/drawing/2014/main" id="{F1A74D6F-4BDE-4173-8FFB-DC1A40BA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4032319"/>
            <a:ext cx="448121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keep</a:t>
            </a:r>
          </a:p>
        </p:txBody>
      </p:sp>
      <p:sp>
        <p:nvSpPr>
          <p:cNvPr id="106" name="object-133-s3-ux">
            <a:extLst xmlns:a="http://schemas.openxmlformats.org/drawingml/2006/main">
              <a:ext uri="{FF2B5EF4-FFF2-40B4-BE49-F238E27FC236}">
                <a16:creationId xmlns:a16="http://schemas.microsoft.com/office/drawing/2014/main" id="{84607E99-A80E-4840-9603-8F376967E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134"/>
            <a:ext cx="1915864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Another candidate</a:t>
            </a:r>
          </a:p>
        </p:txBody>
      </p:sp>
      <p:sp>
        <p:nvSpPr>
          <p:cNvPr id="107" name="object-134-s3-ux">
            <a:extLst xmlns:a="http://schemas.openxmlformats.org/drawingml/2006/main">
              <a:ext uri="{FF2B5EF4-FFF2-40B4-BE49-F238E27FC236}">
                <a16:creationId xmlns:a16="http://schemas.microsoft.com/office/drawing/2014/main" id="{E268D23D-CAB3-489B-80F7-E80D1AD1F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516189"/>
            <a:ext cx="1810512" cy="95"/>
          </a:xfrm>
          <a:custGeom xmlns:a="http://schemas.openxmlformats.org/drawingml/2006/main">
            <a:pathLst>
              <a:path w="1810512" h="95">
                <a:moveTo>
                  <a:pt x="0" y="0"/>
                </a:moveTo>
                <a:lnTo>
                  <a:pt x="181051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108" name="object-135-s3-ux">
            <a:extLst xmlns:a="http://schemas.openxmlformats.org/drawingml/2006/main">
              <a:ext uri="{FF2B5EF4-FFF2-40B4-BE49-F238E27FC236}">
                <a16:creationId xmlns:a16="http://schemas.microsoft.com/office/drawing/2014/main" id="{204FB902-6A4F-4CF5-AAD0-DFE951497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863661"/>
            <a:ext cx="1810512" cy="95"/>
          </a:xfrm>
          <a:custGeom xmlns:a="http://schemas.openxmlformats.org/drawingml/2006/main">
            <a:pathLst>
              <a:path w="1810512" h="95">
                <a:moveTo>
                  <a:pt x="0" y="0"/>
                </a:moveTo>
                <a:lnTo>
                  <a:pt x="181051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109" name="object-136-s3-ux">
            <a:extLst xmlns:a="http://schemas.openxmlformats.org/drawingml/2006/main">
              <a:ext uri="{FF2B5EF4-FFF2-40B4-BE49-F238E27FC236}">
                <a16:creationId xmlns:a16="http://schemas.microsoft.com/office/drawing/2014/main" id="{64CBE8DA-740D-4FC4-B7DE-B363326AD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0054" y="4516189"/>
            <a:ext cx="95" cy="347472"/>
          </a:xfrm>
          <a:custGeom xmlns:a="http://schemas.openxmlformats.org/drawingml/2006/main">
            <a:pathLst>
              <a:path w="95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110" name="object-137-s3-ux">
            <a:extLst xmlns:a="http://schemas.openxmlformats.org/drawingml/2006/main">
              <a:ext uri="{FF2B5EF4-FFF2-40B4-BE49-F238E27FC236}">
                <a16:creationId xmlns:a16="http://schemas.microsoft.com/office/drawing/2014/main" id="{2F87C8B8-0D78-49CC-8082-13C9E38A2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906" y="4475041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144">
            <a:noFill/>
            <a:prstDash val="solid"/>
          </a:ln>
        </p:spPr>
      </p:sp>
      <p:sp>
        <p:nvSpPr>
          <p:cNvPr id="111" name="object-138-s3-ux">
            <a:extLst xmlns:a="http://schemas.openxmlformats.org/drawingml/2006/main">
              <a:ext uri="{FF2B5EF4-FFF2-40B4-BE49-F238E27FC236}">
                <a16:creationId xmlns:a16="http://schemas.microsoft.com/office/drawing/2014/main" id="{4FD5F917-68DE-4BE6-B218-7BC5084EC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4042" y="4767649"/>
            <a:ext cx="192024" cy="1920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112" name="object-139-s3-ux">
            <a:extLst xmlns:a="http://schemas.openxmlformats.org/drawingml/2006/main">
              <a:ext uri="{FF2B5EF4-FFF2-40B4-BE49-F238E27FC236}">
                <a16:creationId xmlns:a16="http://schemas.microsoft.com/office/drawing/2014/main" id="{6780265D-858C-4F09-A2C3-4E78AC541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6046" y="4799653"/>
            <a:ext cx="128016" cy="128016"/>
          </a:xfrm>
          <a:custGeom xmlns:a="http://schemas.openxmlformats.org/drawingml/2006/main">
            <a:pathLst>
              <a:path w="128016" h="128016">
                <a:moveTo>
                  <a:pt x="0" y="64008"/>
                </a:moveTo>
                <a:lnTo>
                  <a:pt x="128016" y="64008"/>
                </a:lnTo>
              </a:path>
              <a:path w="128016" h="128016">
                <a:moveTo>
                  <a:pt x="64008" y="0"/>
                </a:moveTo>
                <a:lnTo>
                  <a:pt x="64008" y="128016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113" name="object-140-s3-ux">
            <a:extLst xmlns:a="http://schemas.openxmlformats.org/drawingml/2006/main">
              <a:ext uri="{FF2B5EF4-FFF2-40B4-BE49-F238E27FC236}">
                <a16:creationId xmlns:a16="http://schemas.microsoft.com/office/drawing/2014/main" id="{06B201E6-0122-4D7D-A3B0-3DBC41808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4958" y="4726501"/>
            <a:ext cx="310896" cy="274320"/>
          </a:xfrm>
          <a:prstGeom xmlns:a="http://schemas.openxmlformats.org/drawingml/2006/main" prst="roundRect">
            <a:avLst>
              <a:gd name="adj" fmla="val 6944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8288">
            <a:solidFill>
              <a:srgbClr val="123039"/>
            </a:solidFill>
            <a:prstDash val="solid"/>
          </a:ln>
        </p:spPr>
      </p:sp>
      <p:sp>
        <p:nvSpPr>
          <p:cNvPr id="114" name="object-141-s3-ux">
            <a:extLst xmlns:a="http://schemas.openxmlformats.org/drawingml/2006/main">
              <a:ext uri="{FF2B5EF4-FFF2-40B4-BE49-F238E27FC236}">
                <a16:creationId xmlns:a16="http://schemas.microsoft.com/office/drawing/2014/main" id="{AD5B4659-11A3-4E40-B8C1-5E9BBCBB9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8539" y="4760106"/>
            <a:ext cx="179933" cy="202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24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24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15" name="object-142-s3-ux">
            <a:extLst xmlns:a="http://schemas.openxmlformats.org/drawingml/2006/main">
              <a:ext uri="{FF2B5EF4-FFF2-40B4-BE49-F238E27FC236}">
                <a16:creationId xmlns:a16="http://schemas.microsoft.com/office/drawing/2014/main" id="{1A240C44-67D5-4667-9248-632E1BC6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5310" y="4726501"/>
            <a:ext cx="310896" cy="274320"/>
          </a:xfrm>
          <a:prstGeom xmlns:a="http://schemas.openxmlformats.org/drawingml/2006/main" prst="roundRect">
            <a:avLst>
              <a:gd name="adj" fmla="val 6944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8288">
            <a:solidFill>
              <a:srgbClr val="123039"/>
            </a:solidFill>
            <a:prstDash val="solid"/>
          </a:ln>
        </p:spPr>
      </p:sp>
      <p:sp>
        <p:nvSpPr>
          <p:cNvPr id="116" name="object-143-s3-ux">
            <a:extLst xmlns:a="http://schemas.openxmlformats.org/drawingml/2006/main">
              <a:ext uri="{FF2B5EF4-FFF2-40B4-BE49-F238E27FC236}">
                <a16:creationId xmlns:a16="http://schemas.microsoft.com/office/drawing/2014/main" id="{3110E0D9-9DDC-430E-9B02-F576C7EA0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8891" y="4760106"/>
            <a:ext cx="179933" cy="202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24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24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17" name="object-144-s3-ux">
            <a:extLst xmlns:a="http://schemas.openxmlformats.org/drawingml/2006/main">
              <a:ext uri="{FF2B5EF4-FFF2-40B4-BE49-F238E27FC236}">
                <a16:creationId xmlns:a16="http://schemas.microsoft.com/office/drawing/2014/main" id="{AB0532E4-189C-4CA8-802A-24BFB1050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5390" y="4689925"/>
            <a:ext cx="347472" cy="95"/>
          </a:xfrm>
          <a:custGeom xmlns:a="http://schemas.openxmlformats.org/drawingml/2006/main">
            <a:pathLst>
              <a:path w="347472" h="95">
                <a:moveTo>
                  <a:pt x="0" y="0"/>
                </a:moveTo>
                <a:lnTo>
                  <a:pt x="3474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087E86"/>
            </a:solidFill>
            <a:prstDash val="solid"/>
          </a:ln>
        </p:spPr>
      </p:sp>
      <p:sp>
        <p:nvSpPr>
          <p:cNvPr id="118" name="object-144-s3-ux-arrow">
            <a:extLst xmlns:a="http://schemas.openxmlformats.org/drawingml/2006/main">
              <a:ext uri="{FF2B5EF4-FFF2-40B4-BE49-F238E27FC236}">
                <a16:creationId xmlns:a16="http://schemas.microsoft.com/office/drawing/2014/main" id="{7BE3F3D1-BD0A-4884-9DD5-82ACBC62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9037" y="4632775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119" name="object-145-s3-ux">
            <a:extLst xmlns:a="http://schemas.openxmlformats.org/drawingml/2006/main">
              <a:ext uri="{FF2B5EF4-FFF2-40B4-BE49-F238E27FC236}">
                <a16:creationId xmlns:a16="http://schemas.microsoft.com/office/drawing/2014/main" id="{17B28A9F-4295-4FC4-BD06-C66C89F2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0878" y="4516189"/>
            <a:ext cx="749808" cy="95"/>
          </a:xfrm>
          <a:custGeom xmlns:a="http://schemas.openxmlformats.org/drawingml/2006/main">
            <a:pathLst>
              <a:path w="749808" h="95">
                <a:moveTo>
                  <a:pt x="0" y="0"/>
                </a:moveTo>
                <a:lnTo>
                  <a:pt x="74980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120" name="object-146-s3-ux">
            <a:extLst xmlns:a="http://schemas.openxmlformats.org/drawingml/2006/main">
              <a:ext uri="{FF2B5EF4-FFF2-40B4-BE49-F238E27FC236}">
                <a16:creationId xmlns:a16="http://schemas.microsoft.com/office/drawing/2014/main" id="{F8CEC676-173F-4BF0-920F-FF42294FD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0878" y="4863661"/>
            <a:ext cx="749808" cy="95"/>
          </a:xfrm>
          <a:custGeom xmlns:a="http://schemas.openxmlformats.org/drawingml/2006/main">
            <a:pathLst>
              <a:path w="749808" h="95">
                <a:moveTo>
                  <a:pt x="0" y="0"/>
                </a:moveTo>
                <a:lnTo>
                  <a:pt x="74980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121" name="object-147-s3-ux">
            <a:extLst xmlns:a="http://schemas.openxmlformats.org/drawingml/2006/main">
              <a:ext uri="{FF2B5EF4-FFF2-40B4-BE49-F238E27FC236}">
                <a16:creationId xmlns:a16="http://schemas.microsoft.com/office/drawing/2014/main" id="{6D3D5B23-96E9-42BD-B490-1EBB2941E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5782" y="4516189"/>
            <a:ext cx="95" cy="347472"/>
          </a:xfrm>
          <a:custGeom xmlns:a="http://schemas.openxmlformats.org/drawingml/2006/main">
            <a:pathLst>
              <a:path w="95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122" name="object-148-s3-ux">
            <a:extLst xmlns:a="http://schemas.openxmlformats.org/drawingml/2006/main">
              <a:ext uri="{FF2B5EF4-FFF2-40B4-BE49-F238E27FC236}">
                <a16:creationId xmlns:a16="http://schemas.microsoft.com/office/drawing/2014/main" id="{0ACCF272-152B-47F3-BE28-0429C6D57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634" y="4475041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144">
            <a:noFill/>
            <a:prstDash val="solid"/>
          </a:ln>
        </p:spPr>
      </p:sp>
      <p:sp>
        <p:nvSpPr>
          <p:cNvPr id="123" name="object-149-s3-ux">
            <a:extLst xmlns:a="http://schemas.openxmlformats.org/drawingml/2006/main">
              <a:ext uri="{FF2B5EF4-FFF2-40B4-BE49-F238E27FC236}">
                <a16:creationId xmlns:a16="http://schemas.microsoft.com/office/drawing/2014/main" id="{0C24975E-F75A-4F51-B5C8-562714EC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770" y="4767649"/>
            <a:ext cx="192024" cy="1920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124" name="object-150-s3-ux">
            <a:extLst xmlns:a="http://schemas.openxmlformats.org/drawingml/2006/main">
              <a:ext uri="{FF2B5EF4-FFF2-40B4-BE49-F238E27FC236}">
                <a16:creationId xmlns:a16="http://schemas.microsoft.com/office/drawing/2014/main" id="{2A58E7E9-E784-445D-A28B-02F1ACD81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1774" y="4799653"/>
            <a:ext cx="128016" cy="128016"/>
          </a:xfrm>
          <a:custGeom xmlns:a="http://schemas.openxmlformats.org/drawingml/2006/main">
            <a:pathLst>
              <a:path w="128016" h="128016">
                <a:moveTo>
                  <a:pt x="0" y="64008"/>
                </a:moveTo>
                <a:lnTo>
                  <a:pt x="128016" y="64008"/>
                </a:lnTo>
              </a:path>
              <a:path w="128016" h="128016">
                <a:moveTo>
                  <a:pt x="64008" y="0"/>
                </a:moveTo>
                <a:lnTo>
                  <a:pt x="64008" y="128016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125" name="object-151-s4-ux">
            <a:extLst xmlns:a="http://schemas.openxmlformats.org/drawingml/2006/main">
              <a:ext uri="{FF2B5EF4-FFF2-40B4-BE49-F238E27FC236}">
                <a16:creationId xmlns:a16="http://schemas.microsoft.com/office/drawing/2014/main" id="{858C6193-498D-485B-8D29-65241ED6A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687639"/>
            <a:ext cx="942975" cy="371475"/>
          </a:xfrm>
          <a:prstGeom xmlns:a="http://schemas.openxmlformats.org/drawingml/2006/main" prst="roundRect">
            <a:avLst>
              <a:gd name="adj" fmla="val 7692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66A3E"/>
            </a:solidFill>
            <a:prstDash val="solid"/>
          </a:ln>
        </p:spPr>
      </p:sp>
      <p:sp>
        <p:nvSpPr>
          <p:cNvPr id="126" name="object-152-s4-ux">
            <a:extLst xmlns:a="http://schemas.openxmlformats.org/drawingml/2006/main">
              <a:ext uri="{FF2B5EF4-FFF2-40B4-BE49-F238E27FC236}">
                <a16:creationId xmlns:a16="http://schemas.microsoft.com/office/drawing/2014/main" id="{8263209B-360D-493A-B5B5-D0DAFADAF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4918" y="4466659"/>
            <a:ext cx="3326020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Already follows from X cancellation</a:t>
            </a:r>
          </a:p>
        </p:txBody>
      </p:sp>
      <p:sp>
        <p:nvSpPr>
          <p:cNvPr id="127" name="object-153-s4-ux">
            <a:extLst xmlns:a="http://schemas.openxmlformats.org/drawingml/2006/main">
              <a:ext uri="{FF2B5EF4-FFF2-40B4-BE49-F238E27FC236}">
                <a16:creationId xmlns:a16="http://schemas.microsoft.com/office/drawing/2014/main" id="{7091629B-C261-4A1E-ABBD-3DFEC377E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4838134"/>
            <a:ext cx="3325564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Derivable: discard this extra rule</a:t>
            </a:r>
          </a:p>
        </p:txBody>
      </p:sp>
      <p:sp>
        <p:nvSpPr>
          <p:cNvPr id="128" name="object-154-s5-ux">
            <a:extLst xmlns:a="http://schemas.openxmlformats.org/drawingml/2006/main">
              <a:ext uri="{FF2B5EF4-FFF2-40B4-BE49-F238E27FC236}">
                <a16:creationId xmlns:a16="http://schemas.microsoft.com/office/drawing/2014/main" id="{597C4DDB-4F19-4F0C-95E2-B1926BA86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6279"/>
            <a:ext cx="7451527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Output: retained concrete rules + equivalence-class representatives</a:t>
            </a:r>
          </a:p>
        </p:txBody>
      </p:sp>
      <p:sp>
        <p:nvSpPr>
          <p:cNvPr id="129" name="object-155-s0-ux">
            <a:extLst xmlns:a="http://schemas.openxmlformats.org/drawingml/2006/main">
              <a:ext uri="{FF2B5EF4-FFF2-40B4-BE49-F238E27FC236}">
                <a16:creationId xmlns:a16="http://schemas.microsoft.com/office/drawing/2014/main" id="{C5A22173-4B77-4979-800F-2F4607839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7186315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PIF groups candidates. Equality saturation checks derivability. SMT validates each retained concrete rule.</a:t>
            </a:r>
          </a:p>
        </p:txBody>
      </p:sp>
      <p:sp>
        <p:nvSpPr>
          <p:cNvPr id="130" name="object-156-s0-ux">
            <a:extLst xmlns:a="http://schemas.openxmlformats.org/drawingml/2006/main">
              <a:ext uri="{FF2B5EF4-FFF2-40B4-BE49-F238E27FC236}">
                <a16:creationId xmlns:a16="http://schemas.microsoft.com/office/drawing/2014/main" id="{5EE2CE13-13DC-4C6C-B90C-739818819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5740003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QSymb synthesis / anchoring methods; CZ → CX illustration derived for this talk</a:t>
            </a:r>
          </a:p>
        </p:txBody>
      </p:sp>
      <p:sp>
        <p:nvSpPr>
          <p:cNvPr id="131" name="object-157-s0-ux">
            <a:extLst xmlns:a="http://schemas.openxmlformats.org/drawingml/2006/main">
              <a:ext uri="{FF2B5EF4-FFF2-40B4-BE49-F238E27FC236}">
                <a16:creationId xmlns:a16="http://schemas.microsoft.com/office/drawing/2014/main" id="{8B2AD1AC-1AFF-4E2B-AB50-C3891B786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06 / 14</a:t>
            </a:r>
          </a:p>
        </p:txBody>
      </p:sp>
      <p:sp>
        <p:nvSpPr>
          <p:cNvPr id="132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5DCBD923-49C5-479C-A58C-ED0C5C694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6 / 6</a:t>
            </a:r>
          </a:p>
        </p:txBody>
      </p:sp>
    </p:spTree>
    <p:extLst>
      <p:ext uri="{BB962C8B-B14F-4D97-AF65-F5344CB8AC3E}">
        <p14:creationId xmlns:p14="http://schemas.microsoft.com/office/powerpoint/2010/main" val="138601813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op-accent">
            <a:extLst xmlns:a="http://schemas.openxmlformats.org/drawingml/2006/main">
              <a:ext uri="{FF2B5EF4-FFF2-40B4-BE49-F238E27FC236}">
                <a16:creationId xmlns:a16="http://schemas.microsoft.com/office/drawing/2014/main" id="{89D0E50E-7CA2-4A8D-AD60-DD80B2409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C15F60AA-757B-42BA-BDE5-44B04E46B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5295"/>
            <a:ext cx="7902386" cy="5276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Why canonical symbolic rules are sufficient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914C0361-B9E0-4EF1-B92D-E00ADA04A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32833"/>
            <a:ext cx="931366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CONDITION</a:t>
            </a:r>
          </a:p>
        </p:txBody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5F68FAB0-7F1C-4F15-AE95-7B3EB7B27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1180445"/>
            <a:ext cx="6776889" cy="26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Each gate’s inverse is implementable by a finite circuit in the same gate set.</a:t>
            </a:r>
          </a:p>
        </p:txBody>
      </p:sp>
      <p:sp>
        <p:nvSpPr>
          <p:cNvPr id="5" name="object-3-s0-ux">
            <a:extLst xmlns:a="http://schemas.openxmlformats.org/drawingml/2006/main">
              <a:ext uri="{FF2B5EF4-FFF2-40B4-BE49-F238E27FC236}">
                <a16:creationId xmlns:a16="http://schemas.microsoft.com/office/drawing/2014/main" id="{40538D51-683F-41DE-8D6A-B8F7E0128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52873"/>
            <a:ext cx="10763250" cy="95"/>
          </a:xfrm>
          <a:custGeom xmlns:a="http://schemas.openxmlformats.org/drawingml/2006/main">
            <a:pathLst>
              <a:path w="10763250" h="95">
                <a:moveTo>
                  <a:pt x="0" y="0"/>
                </a:moveTo>
                <a:lnTo>
                  <a:pt x="10763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BECBC7"/>
            </a:solidFill>
            <a:prstDash val="solid"/>
          </a:ln>
        </p:spPr>
      </p:sp>
      <p:sp>
        <p:nvSpPr>
          <p:cNvPr id="6" name="object-4-s0-ux">
            <a:extLst xmlns:a="http://schemas.openxmlformats.org/drawingml/2006/main">
              <a:ext uri="{FF2B5EF4-FFF2-40B4-BE49-F238E27FC236}">
                <a16:creationId xmlns:a16="http://schemas.microsoft.com/office/drawing/2014/main" id="{54A034DB-8893-46FA-8AB2-25B3FCFFB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6705"/>
            <a:ext cx="1155948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THEOREM 5.1</a:t>
            </a:r>
          </a:p>
        </p:txBody>
      </p:sp>
      <p:sp>
        <p:nvSpPr>
          <p:cNvPr id="7" name="object-5-s0-ux">
            <a:extLst xmlns:a="http://schemas.openxmlformats.org/drawingml/2006/main">
              <a:ext uri="{FF2B5EF4-FFF2-40B4-BE49-F238E27FC236}">
                <a16:creationId xmlns:a16="http://schemas.microsoft.com/office/drawing/2014/main" id="{A203CD58-6460-44C7-B13E-4D2BE2059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641455"/>
            <a:ext cx="6594485" cy="3371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Every single-S rule has an equivalent canonical form.</a:t>
            </a:r>
          </a:p>
        </p:txBody>
      </p:sp>
      <p:sp>
        <p:nvSpPr>
          <p:cNvPr id="8" name="object-6-s0-ux">
            <a:extLst xmlns:a="http://schemas.openxmlformats.org/drawingml/2006/main">
              <a:ext uri="{FF2B5EF4-FFF2-40B4-BE49-F238E27FC236}">
                <a16:creationId xmlns:a16="http://schemas.microsoft.com/office/drawing/2014/main" id="{C12A616C-DEEE-4617-A9D1-8AF390A64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02465"/>
            <a:ext cx="2365325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General symbolic rule</a:t>
            </a:r>
          </a:p>
        </p:txBody>
      </p:sp>
      <p:sp>
        <p:nvSpPr>
          <p:cNvPr id="9" name="object-7-s0-ux">
            <a:extLst xmlns:a="http://schemas.openxmlformats.org/drawingml/2006/main">
              <a:ext uri="{FF2B5EF4-FFF2-40B4-BE49-F238E27FC236}">
                <a16:creationId xmlns:a16="http://schemas.microsoft.com/office/drawing/2014/main" id="{BB9E4FCA-3D5B-4F25-9456-F89CCCCF3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124373"/>
            <a:ext cx="1848231" cy="95"/>
          </a:xfrm>
          <a:custGeom xmlns:a="http://schemas.openxmlformats.org/drawingml/2006/main">
            <a:pathLst>
              <a:path w="1848231" h="95">
                <a:moveTo>
                  <a:pt x="0" y="0"/>
                </a:moveTo>
                <a:lnTo>
                  <a:pt x="1848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336">
            <a:solidFill>
              <a:srgbClr val="5E7275"/>
            </a:solidFill>
            <a:prstDash val="solid"/>
          </a:ln>
        </p:spPr>
      </p:sp>
      <p:sp>
        <p:nvSpPr>
          <p:cNvPr id="10" name="object-8-s0-ux">
            <a:extLst xmlns:a="http://schemas.openxmlformats.org/drawingml/2006/main">
              <a:ext uri="{FF2B5EF4-FFF2-40B4-BE49-F238E27FC236}">
                <a16:creationId xmlns:a16="http://schemas.microsoft.com/office/drawing/2014/main" id="{DCCE2C8F-5B95-4577-AC61-67925DF12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479084"/>
            <a:ext cx="1848231" cy="95"/>
          </a:xfrm>
          <a:custGeom xmlns:a="http://schemas.openxmlformats.org/drawingml/2006/main">
            <a:pathLst>
              <a:path w="1848231" h="95">
                <a:moveTo>
                  <a:pt x="0" y="0"/>
                </a:moveTo>
                <a:lnTo>
                  <a:pt x="1848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336">
            <a:solidFill>
              <a:srgbClr val="5E7275"/>
            </a:solidFill>
            <a:prstDash val="solid"/>
          </a:ln>
        </p:spPr>
      </p:sp>
      <p:sp>
        <p:nvSpPr>
          <p:cNvPr id="11" name="object-9-s0-ux">
            <a:extLst xmlns:a="http://schemas.openxmlformats.org/drawingml/2006/main">
              <a:ext uri="{FF2B5EF4-FFF2-40B4-BE49-F238E27FC236}">
                <a16:creationId xmlns:a16="http://schemas.microsoft.com/office/drawing/2014/main" id="{3D39B68D-CF90-4FB8-8C2D-D2C794252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1280" y="2012359"/>
            <a:ext cx="410718" cy="578739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669">
            <a:solidFill>
              <a:srgbClr val="087E86"/>
            </a:solidFill>
            <a:prstDash val="solid"/>
          </a:ln>
        </p:spPr>
      </p:sp>
      <p:sp>
        <p:nvSpPr>
          <p:cNvPr id="12" name="object-10-s0-ux">
            <a:extLst xmlns:a="http://schemas.openxmlformats.org/drawingml/2006/main">
              <a:ext uri="{FF2B5EF4-FFF2-40B4-BE49-F238E27FC236}">
                <a16:creationId xmlns:a16="http://schemas.microsoft.com/office/drawing/2014/main" id="{BC39C7AD-5360-4BE9-BFBE-2472CC4F8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3335" y="2152852"/>
            <a:ext cx="322808" cy="3359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3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G₁</a:t>
            </a:r>
          </a:p>
        </p:txBody>
      </p:sp>
      <p:sp>
        <p:nvSpPr>
          <p:cNvPr id="13" name="object-11-s0-ux">
            <a:extLst xmlns:a="http://schemas.openxmlformats.org/drawingml/2006/main">
              <a:ext uri="{FF2B5EF4-FFF2-40B4-BE49-F238E27FC236}">
                <a16:creationId xmlns:a16="http://schemas.microsoft.com/office/drawing/2014/main" id="{943A38BD-84B6-43EA-B44B-E17153A65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2681" y="2012359"/>
            <a:ext cx="410719" cy="578739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669">
            <a:solidFill>
              <a:srgbClr val="087E86"/>
            </a:solidFill>
            <a:prstDash val="solid"/>
          </a:ln>
        </p:spPr>
      </p:sp>
      <p:sp>
        <p:nvSpPr>
          <p:cNvPr id="14" name="object-12-s0-ux">
            <a:extLst xmlns:a="http://schemas.openxmlformats.org/drawingml/2006/main">
              <a:ext uri="{FF2B5EF4-FFF2-40B4-BE49-F238E27FC236}">
                <a16:creationId xmlns:a16="http://schemas.microsoft.com/office/drawing/2014/main" id="{E98E32B2-F3FC-4C01-853D-CCADAE33F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0204" y="2152852"/>
            <a:ext cx="231874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3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15" name="object-13-s0-ux">
            <a:extLst xmlns:a="http://schemas.openxmlformats.org/drawingml/2006/main">
              <a:ext uri="{FF2B5EF4-FFF2-40B4-BE49-F238E27FC236}">
                <a16:creationId xmlns:a16="http://schemas.microsoft.com/office/drawing/2014/main" id="{66DAE71F-E4BA-4735-9845-7D7875C1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4082" y="2012359"/>
            <a:ext cx="410718" cy="578739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669">
            <a:solidFill>
              <a:srgbClr val="087E86"/>
            </a:solidFill>
            <a:prstDash val="solid"/>
          </a:ln>
        </p:spPr>
      </p:sp>
      <p:sp>
        <p:nvSpPr>
          <p:cNvPr id="16" name="object-14-s0-ux">
            <a:extLst xmlns:a="http://schemas.openxmlformats.org/drawingml/2006/main">
              <a:ext uri="{FF2B5EF4-FFF2-40B4-BE49-F238E27FC236}">
                <a16:creationId xmlns:a16="http://schemas.microsoft.com/office/drawing/2014/main" id="{7439B054-94BD-4F90-8245-7D59E032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212" y="2152852"/>
            <a:ext cx="322659" cy="3359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3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G₂</a:t>
            </a:r>
          </a:p>
        </p:txBody>
      </p:sp>
      <p:sp>
        <p:nvSpPr>
          <p:cNvPr id="17" name="object-15-s0-ux">
            <a:extLst xmlns:a="http://schemas.openxmlformats.org/drawingml/2006/main">
              <a:ext uri="{FF2B5EF4-FFF2-40B4-BE49-F238E27FC236}">
                <a16:creationId xmlns:a16="http://schemas.microsoft.com/office/drawing/2014/main" id="{E9588D02-346C-49A4-9032-6E96A8168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6991" y="2090102"/>
            <a:ext cx="255880" cy="3817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79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279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8" name="object-16-s0-ux">
            <a:extLst xmlns:a="http://schemas.openxmlformats.org/drawingml/2006/main">
              <a:ext uri="{FF2B5EF4-FFF2-40B4-BE49-F238E27FC236}">
                <a16:creationId xmlns:a16="http://schemas.microsoft.com/office/drawing/2014/main" id="{71D538A0-5AC9-4934-B408-B831204C4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9564" y="2124373"/>
            <a:ext cx="1848231" cy="95"/>
          </a:xfrm>
          <a:custGeom xmlns:a="http://schemas.openxmlformats.org/drawingml/2006/main">
            <a:pathLst>
              <a:path w="1848231" h="95">
                <a:moveTo>
                  <a:pt x="0" y="0"/>
                </a:moveTo>
                <a:lnTo>
                  <a:pt x="1848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336">
            <a:solidFill>
              <a:srgbClr val="5E7275"/>
            </a:solidFill>
            <a:prstDash val="solid"/>
          </a:ln>
        </p:spPr>
      </p:sp>
      <p:sp>
        <p:nvSpPr>
          <p:cNvPr id="19" name="object-17-s0-ux">
            <a:extLst xmlns:a="http://schemas.openxmlformats.org/drawingml/2006/main">
              <a:ext uri="{FF2B5EF4-FFF2-40B4-BE49-F238E27FC236}">
                <a16:creationId xmlns:a16="http://schemas.microsoft.com/office/drawing/2014/main" id="{16732197-748D-4761-84F9-0402A8B86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9564" y="2479084"/>
            <a:ext cx="1848231" cy="95"/>
          </a:xfrm>
          <a:custGeom xmlns:a="http://schemas.openxmlformats.org/drawingml/2006/main">
            <a:pathLst>
              <a:path w="1848231" h="95">
                <a:moveTo>
                  <a:pt x="0" y="0"/>
                </a:moveTo>
                <a:lnTo>
                  <a:pt x="1848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336">
            <a:solidFill>
              <a:srgbClr val="5E7275"/>
            </a:solidFill>
            <a:prstDash val="solid"/>
          </a:ln>
        </p:spPr>
      </p:sp>
      <p:sp>
        <p:nvSpPr>
          <p:cNvPr id="20" name="object-18-s0-ux">
            <a:extLst xmlns:a="http://schemas.openxmlformats.org/drawingml/2006/main">
              <a:ext uri="{FF2B5EF4-FFF2-40B4-BE49-F238E27FC236}">
                <a16:creationId xmlns:a16="http://schemas.microsoft.com/office/drawing/2014/main" id="{BC01A004-6ED9-4F07-BA41-EAC9709D2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6920" y="2012359"/>
            <a:ext cx="410718" cy="578739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669">
            <a:solidFill>
              <a:srgbClr val="087E86"/>
            </a:solidFill>
            <a:prstDash val="solid"/>
          </a:ln>
        </p:spPr>
      </p:sp>
      <p:sp>
        <p:nvSpPr>
          <p:cNvPr id="21" name="object-19-s0-ux">
            <a:extLst xmlns:a="http://schemas.openxmlformats.org/drawingml/2006/main">
              <a:ext uri="{FF2B5EF4-FFF2-40B4-BE49-F238E27FC236}">
                <a16:creationId xmlns:a16="http://schemas.microsoft.com/office/drawing/2014/main" id="{C99F90CE-56BA-4884-AAD7-F48C80047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7097" y="2152852"/>
            <a:ext cx="368017" cy="3359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3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G₁′</a:t>
            </a:r>
          </a:p>
        </p:txBody>
      </p:sp>
      <p:sp>
        <p:nvSpPr>
          <p:cNvPr id="22" name="object-20-s0-ux">
            <a:extLst xmlns:a="http://schemas.openxmlformats.org/drawingml/2006/main">
              <a:ext uri="{FF2B5EF4-FFF2-40B4-BE49-F238E27FC236}">
                <a16:creationId xmlns:a16="http://schemas.microsoft.com/office/drawing/2014/main" id="{8880F85A-83EE-401B-94A0-B3728EC42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8321" y="2012359"/>
            <a:ext cx="410718" cy="578739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669">
            <a:solidFill>
              <a:srgbClr val="087E86"/>
            </a:solidFill>
            <a:prstDash val="solid"/>
          </a:ln>
        </p:spPr>
      </p:sp>
      <p:sp>
        <p:nvSpPr>
          <p:cNvPr id="23" name="object-21-s0-ux">
            <a:extLst xmlns:a="http://schemas.openxmlformats.org/drawingml/2006/main">
              <a:ext uri="{FF2B5EF4-FFF2-40B4-BE49-F238E27FC236}">
                <a16:creationId xmlns:a16="http://schemas.microsoft.com/office/drawing/2014/main" id="{BE073A66-51B0-45AA-8368-5B101FB29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5843" y="2152852"/>
            <a:ext cx="231874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3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24" name="object-22-s0-ux">
            <a:extLst xmlns:a="http://schemas.openxmlformats.org/drawingml/2006/main">
              <a:ext uri="{FF2B5EF4-FFF2-40B4-BE49-F238E27FC236}">
                <a16:creationId xmlns:a16="http://schemas.microsoft.com/office/drawing/2014/main" id="{FB380AE1-B78F-48BA-9815-5A26AA0EA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721" y="2012359"/>
            <a:ext cx="410718" cy="578739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669">
            <a:solidFill>
              <a:srgbClr val="087E86"/>
            </a:solidFill>
            <a:prstDash val="solid"/>
          </a:ln>
        </p:spPr>
      </p:sp>
      <p:sp>
        <p:nvSpPr>
          <p:cNvPr id="25" name="object-23-s0-ux">
            <a:extLst xmlns:a="http://schemas.openxmlformats.org/drawingml/2006/main">
              <a:ext uri="{FF2B5EF4-FFF2-40B4-BE49-F238E27FC236}">
                <a16:creationId xmlns:a16="http://schemas.microsoft.com/office/drawing/2014/main" id="{5315A60F-7C0C-4DDF-B26C-EAE505627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9973" y="2152852"/>
            <a:ext cx="367903" cy="3359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3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G₂′</a:t>
            </a:r>
          </a:p>
        </p:txBody>
      </p:sp>
      <p:sp>
        <p:nvSpPr>
          <p:cNvPr id="26" name="object-64-s0-ux">
            <a:extLst xmlns:a="http://schemas.openxmlformats.org/drawingml/2006/main">
              <a:ext uri="{FF2B5EF4-FFF2-40B4-BE49-F238E27FC236}">
                <a16:creationId xmlns:a16="http://schemas.microsoft.com/office/drawing/2014/main" id="{49A1315F-D081-4A94-996F-01CA1D92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5919043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Circuits read left to right; matrix products act right to left. ⟦C⟧ denotes circuit C’s matrix.</a:t>
            </a:r>
          </a:p>
        </p:txBody>
      </p:sp>
      <p:sp>
        <p:nvSpPr>
          <p:cNvPr id="27" name="object-65-s0-ux">
            <a:extLst xmlns:a="http://schemas.openxmlformats.org/drawingml/2006/main">
              <a:ext uri="{FF2B5EF4-FFF2-40B4-BE49-F238E27FC236}">
                <a16:creationId xmlns:a16="http://schemas.microsoft.com/office/drawing/2014/main" id="{3B243029-BA24-4469-859E-F4815C434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3363813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§5.3.1, Theorem 5.1 and Lemma 5.6</a:t>
            </a:r>
          </a:p>
        </p:txBody>
      </p:sp>
      <p:sp>
        <p:nvSpPr>
          <p:cNvPr id="28" name="object-66-s0-ux">
            <a:extLst xmlns:a="http://schemas.openxmlformats.org/drawingml/2006/main">
              <a:ext uri="{FF2B5EF4-FFF2-40B4-BE49-F238E27FC236}">
                <a16:creationId xmlns:a16="http://schemas.microsoft.com/office/drawing/2014/main" id="{D98C90B9-FBCB-4FD1-A13E-B65000136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07 / 14</a:t>
            </a:r>
          </a:p>
        </p:txBody>
      </p:sp>
      <p:sp>
        <p:nvSpPr>
          <p:cNvPr id="29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2CEF9672-825F-4B75-A8C5-AC0A74D3A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1 / 3</a:t>
            </a:r>
          </a:p>
        </p:txBody>
      </p:sp>
    </p:spTree>
    <p:extLst>
      <p:ext uri="{BB962C8B-B14F-4D97-AF65-F5344CB8AC3E}">
        <p14:creationId xmlns:p14="http://schemas.microsoft.com/office/powerpoint/2010/main" val="109224604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top-accent">
            <a:extLst xmlns:a="http://schemas.openxmlformats.org/drawingml/2006/main">
              <a:ext uri="{FF2B5EF4-FFF2-40B4-BE49-F238E27FC236}">
                <a16:creationId xmlns:a16="http://schemas.microsoft.com/office/drawing/2014/main" id="{9EE52B3F-0C2C-4D40-8A5E-62FDFF791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2DB05615-B325-4BA1-A87D-248258594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5295"/>
            <a:ext cx="7902386" cy="5276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Why canonical symbolic rules are sufficient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EE42194F-9518-4696-B13D-8D27ADC23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32833"/>
            <a:ext cx="931366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CONDITION</a:t>
            </a:r>
          </a:p>
        </p:txBody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A46667FF-7AF6-4ABD-9DFF-54EFE459F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1180445"/>
            <a:ext cx="6776889" cy="26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Each gate’s inverse is implementable by a finite circuit in the same gate set.</a:t>
            </a:r>
          </a:p>
        </p:txBody>
      </p:sp>
      <p:sp>
        <p:nvSpPr>
          <p:cNvPr id="5" name="object-3-s0-ux">
            <a:extLst xmlns:a="http://schemas.openxmlformats.org/drawingml/2006/main">
              <a:ext uri="{FF2B5EF4-FFF2-40B4-BE49-F238E27FC236}">
                <a16:creationId xmlns:a16="http://schemas.microsoft.com/office/drawing/2014/main" id="{202ECBD9-7012-4561-B8A5-A3C0F811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52873"/>
            <a:ext cx="10763250" cy="95"/>
          </a:xfrm>
          <a:custGeom xmlns:a="http://schemas.openxmlformats.org/drawingml/2006/main">
            <a:pathLst>
              <a:path w="10763250" h="95">
                <a:moveTo>
                  <a:pt x="0" y="0"/>
                </a:moveTo>
                <a:lnTo>
                  <a:pt x="10763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BECBC7"/>
            </a:solidFill>
            <a:prstDash val="solid"/>
          </a:ln>
        </p:spPr>
      </p:sp>
      <p:sp>
        <p:nvSpPr>
          <p:cNvPr id="6" name="object-4-s0-ux">
            <a:extLst xmlns:a="http://schemas.openxmlformats.org/drawingml/2006/main">
              <a:ext uri="{FF2B5EF4-FFF2-40B4-BE49-F238E27FC236}">
                <a16:creationId xmlns:a16="http://schemas.microsoft.com/office/drawing/2014/main" id="{711250EA-8937-44E9-9996-7EF968158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6705"/>
            <a:ext cx="1155948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THEOREM 5.1</a:t>
            </a:r>
          </a:p>
        </p:txBody>
      </p:sp>
      <p:sp>
        <p:nvSpPr>
          <p:cNvPr id="7" name="object-5-s0-ux">
            <a:extLst xmlns:a="http://schemas.openxmlformats.org/drawingml/2006/main">
              <a:ext uri="{FF2B5EF4-FFF2-40B4-BE49-F238E27FC236}">
                <a16:creationId xmlns:a16="http://schemas.microsoft.com/office/drawing/2014/main" id="{C29C5512-EC6C-4ECF-B1DB-FC30E4096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641455"/>
            <a:ext cx="6594485" cy="3371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Every single-S rule has an equivalent canonical form.</a:t>
            </a:r>
          </a:p>
        </p:txBody>
      </p:sp>
      <p:sp>
        <p:nvSpPr>
          <p:cNvPr id="8" name="object-6-s0-ux">
            <a:extLst xmlns:a="http://schemas.openxmlformats.org/drawingml/2006/main">
              <a:ext uri="{FF2B5EF4-FFF2-40B4-BE49-F238E27FC236}">
                <a16:creationId xmlns:a16="http://schemas.microsoft.com/office/drawing/2014/main" id="{00FF255F-23ED-4F6F-A343-446FE4F09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02465"/>
            <a:ext cx="2365325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General symbolic rule</a:t>
            </a:r>
          </a:p>
        </p:txBody>
      </p:sp>
      <p:sp>
        <p:nvSpPr>
          <p:cNvPr id="9" name="object-7-s0-ux">
            <a:extLst xmlns:a="http://schemas.openxmlformats.org/drawingml/2006/main">
              <a:ext uri="{FF2B5EF4-FFF2-40B4-BE49-F238E27FC236}">
                <a16:creationId xmlns:a16="http://schemas.microsoft.com/office/drawing/2014/main" id="{7DEE26CB-17AD-4E45-BE9B-A4306B462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124373"/>
            <a:ext cx="1848231" cy="95"/>
          </a:xfrm>
          <a:custGeom xmlns:a="http://schemas.openxmlformats.org/drawingml/2006/main">
            <a:pathLst>
              <a:path w="1848231" h="95">
                <a:moveTo>
                  <a:pt x="0" y="0"/>
                </a:moveTo>
                <a:lnTo>
                  <a:pt x="1848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336">
            <a:solidFill>
              <a:srgbClr val="5E7275"/>
            </a:solidFill>
            <a:prstDash val="solid"/>
          </a:ln>
        </p:spPr>
      </p:sp>
      <p:sp>
        <p:nvSpPr>
          <p:cNvPr id="10" name="object-8-s0-ux">
            <a:extLst xmlns:a="http://schemas.openxmlformats.org/drawingml/2006/main">
              <a:ext uri="{FF2B5EF4-FFF2-40B4-BE49-F238E27FC236}">
                <a16:creationId xmlns:a16="http://schemas.microsoft.com/office/drawing/2014/main" id="{E6E5ACDD-08E3-4C37-A1CD-A18A23ED4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479084"/>
            <a:ext cx="1848231" cy="95"/>
          </a:xfrm>
          <a:custGeom xmlns:a="http://schemas.openxmlformats.org/drawingml/2006/main">
            <a:pathLst>
              <a:path w="1848231" h="95">
                <a:moveTo>
                  <a:pt x="0" y="0"/>
                </a:moveTo>
                <a:lnTo>
                  <a:pt x="1848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336">
            <a:solidFill>
              <a:srgbClr val="5E7275"/>
            </a:solidFill>
            <a:prstDash val="solid"/>
          </a:ln>
        </p:spPr>
      </p:sp>
      <p:sp>
        <p:nvSpPr>
          <p:cNvPr id="11" name="object-9-s0-ux">
            <a:extLst xmlns:a="http://schemas.openxmlformats.org/drawingml/2006/main">
              <a:ext uri="{FF2B5EF4-FFF2-40B4-BE49-F238E27FC236}">
                <a16:creationId xmlns:a16="http://schemas.microsoft.com/office/drawing/2014/main" id="{DBB62E98-B217-445C-BB8D-9BE293552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1280" y="2012359"/>
            <a:ext cx="410718" cy="578739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669">
            <a:solidFill>
              <a:srgbClr val="087E86"/>
            </a:solidFill>
            <a:prstDash val="solid"/>
          </a:ln>
        </p:spPr>
      </p:sp>
      <p:sp>
        <p:nvSpPr>
          <p:cNvPr id="12" name="object-10-s0-ux">
            <a:extLst xmlns:a="http://schemas.openxmlformats.org/drawingml/2006/main">
              <a:ext uri="{FF2B5EF4-FFF2-40B4-BE49-F238E27FC236}">
                <a16:creationId xmlns:a16="http://schemas.microsoft.com/office/drawing/2014/main" id="{0E30827B-DEB2-4B72-A7C9-20B3E33D5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3335" y="2152852"/>
            <a:ext cx="322808" cy="3359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3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G₁</a:t>
            </a:r>
          </a:p>
        </p:txBody>
      </p:sp>
      <p:sp>
        <p:nvSpPr>
          <p:cNvPr id="13" name="object-11-s0-ux">
            <a:extLst xmlns:a="http://schemas.openxmlformats.org/drawingml/2006/main">
              <a:ext uri="{FF2B5EF4-FFF2-40B4-BE49-F238E27FC236}">
                <a16:creationId xmlns:a16="http://schemas.microsoft.com/office/drawing/2014/main" id="{0591DD0D-ACD6-4CBF-B7A4-948F41900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2681" y="2012359"/>
            <a:ext cx="410719" cy="578739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669">
            <a:solidFill>
              <a:srgbClr val="087E86"/>
            </a:solidFill>
            <a:prstDash val="solid"/>
          </a:ln>
        </p:spPr>
      </p:sp>
      <p:sp>
        <p:nvSpPr>
          <p:cNvPr id="14" name="object-12-s0-ux">
            <a:extLst xmlns:a="http://schemas.openxmlformats.org/drawingml/2006/main">
              <a:ext uri="{FF2B5EF4-FFF2-40B4-BE49-F238E27FC236}">
                <a16:creationId xmlns:a16="http://schemas.microsoft.com/office/drawing/2014/main" id="{CD45B1BA-FF39-45A0-9BF2-966C292A9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0204" y="2152852"/>
            <a:ext cx="231874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3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15" name="object-13-s0-ux">
            <a:extLst xmlns:a="http://schemas.openxmlformats.org/drawingml/2006/main">
              <a:ext uri="{FF2B5EF4-FFF2-40B4-BE49-F238E27FC236}">
                <a16:creationId xmlns:a16="http://schemas.microsoft.com/office/drawing/2014/main" id="{01B84747-3533-447D-90A0-052697C2A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4082" y="2012359"/>
            <a:ext cx="410718" cy="578739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669">
            <a:solidFill>
              <a:srgbClr val="087E86"/>
            </a:solidFill>
            <a:prstDash val="solid"/>
          </a:ln>
        </p:spPr>
      </p:sp>
      <p:sp>
        <p:nvSpPr>
          <p:cNvPr id="16" name="object-14-s0-ux">
            <a:extLst xmlns:a="http://schemas.openxmlformats.org/drawingml/2006/main">
              <a:ext uri="{FF2B5EF4-FFF2-40B4-BE49-F238E27FC236}">
                <a16:creationId xmlns:a16="http://schemas.microsoft.com/office/drawing/2014/main" id="{04C19339-0C5C-43CD-8778-B6E91C83E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212" y="2152852"/>
            <a:ext cx="322659" cy="3359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3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G₂</a:t>
            </a:r>
          </a:p>
        </p:txBody>
      </p:sp>
      <p:sp>
        <p:nvSpPr>
          <p:cNvPr id="17" name="object-15-s0-ux">
            <a:extLst xmlns:a="http://schemas.openxmlformats.org/drawingml/2006/main">
              <a:ext uri="{FF2B5EF4-FFF2-40B4-BE49-F238E27FC236}">
                <a16:creationId xmlns:a16="http://schemas.microsoft.com/office/drawing/2014/main" id="{BF27C3C9-F79A-4841-8E4A-89622F753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6991" y="2090102"/>
            <a:ext cx="255880" cy="3817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79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279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8" name="object-16-s0-ux">
            <a:extLst xmlns:a="http://schemas.openxmlformats.org/drawingml/2006/main">
              <a:ext uri="{FF2B5EF4-FFF2-40B4-BE49-F238E27FC236}">
                <a16:creationId xmlns:a16="http://schemas.microsoft.com/office/drawing/2014/main" id="{DF872EB4-258E-46F5-86B8-F05C0D45B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9564" y="2124373"/>
            <a:ext cx="1848231" cy="95"/>
          </a:xfrm>
          <a:custGeom xmlns:a="http://schemas.openxmlformats.org/drawingml/2006/main">
            <a:pathLst>
              <a:path w="1848231" h="95">
                <a:moveTo>
                  <a:pt x="0" y="0"/>
                </a:moveTo>
                <a:lnTo>
                  <a:pt x="1848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336">
            <a:solidFill>
              <a:srgbClr val="5E7275"/>
            </a:solidFill>
            <a:prstDash val="solid"/>
          </a:ln>
        </p:spPr>
      </p:sp>
      <p:sp>
        <p:nvSpPr>
          <p:cNvPr id="19" name="object-17-s0-ux">
            <a:extLst xmlns:a="http://schemas.openxmlformats.org/drawingml/2006/main">
              <a:ext uri="{FF2B5EF4-FFF2-40B4-BE49-F238E27FC236}">
                <a16:creationId xmlns:a16="http://schemas.microsoft.com/office/drawing/2014/main" id="{B23DC3E4-85C0-4B9F-AAF0-883A8C0F9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9564" y="2479084"/>
            <a:ext cx="1848231" cy="95"/>
          </a:xfrm>
          <a:custGeom xmlns:a="http://schemas.openxmlformats.org/drawingml/2006/main">
            <a:pathLst>
              <a:path w="1848231" h="95">
                <a:moveTo>
                  <a:pt x="0" y="0"/>
                </a:moveTo>
                <a:lnTo>
                  <a:pt x="1848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336">
            <a:solidFill>
              <a:srgbClr val="5E7275"/>
            </a:solidFill>
            <a:prstDash val="solid"/>
          </a:ln>
        </p:spPr>
      </p:sp>
      <p:sp>
        <p:nvSpPr>
          <p:cNvPr id="20" name="object-18-s0-ux">
            <a:extLst xmlns:a="http://schemas.openxmlformats.org/drawingml/2006/main">
              <a:ext uri="{FF2B5EF4-FFF2-40B4-BE49-F238E27FC236}">
                <a16:creationId xmlns:a16="http://schemas.microsoft.com/office/drawing/2014/main" id="{27B66446-94AB-4396-90B1-DC9FF4475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6920" y="2012359"/>
            <a:ext cx="410718" cy="578739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669">
            <a:solidFill>
              <a:srgbClr val="087E86"/>
            </a:solidFill>
            <a:prstDash val="solid"/>
          </a:ln>
        </p:spPr>
      </p:sp>
      <p:sp>
        <p:nvSpPr>
          <p:cNvPr id="21" name="object-19-s0-ux">
            <a:extLst xmlns:a="http://schemas.openxmlformats.org/drawingml/2006/main">
              <a:ext uri="{FF2B5EF4-FFF2-40B4-BE49-F238E27FC236}">
                <a16:creationId xmlns:a16="http://schemas.microsoft.com/office/drawing/2014/main" id="{4E103213-DFDC-4E2F-A912-95169591D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7097" y="2152852"/>
            <a:ext cx="368017" cy="3359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3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G₁′</a:t>
            </a:r>
          </a:p>
        </p:txBody>
      </p:sp>
      <p:sp>
        <p:nvSpPr>
          <p:cNvPr id="22" name="object-20-s0-ux">
            <a:extLst xmlns:a="http://schemas.openxmlformats.org/drawingml/2006/main">
              <a:ext uri="{FF2B5EF4-FFF2-40B4-BE49-F238E27FC236}">
                <a16:creationId xmlns:a16="http://schemas.microsoft.com/office/drawing/2014/main" id="{1C85F32F-1298-4926-96DB-10B73771D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8321" y="2012359"/>
            <a:ext cx="410718" cy="578739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669">
            <a:solidFill>
              <a:srgbClr val="087E86"/>
            </a:solidFill>
            <a:prstDash val="solid"/>
          </a:ln>
        </p:spPr>
      </p:sp>
      <p:sp>
        <p:nvSpPr>
          <p:cNvPr id="23" name="object-21-s0-ux">
            <a:extLst xmlns:a="http://schemas.openxmlformats.org/drawingml/2006/main">
              <a:ext uri="{FF2B5EF4-FFF2-40B4-BE49-F238E27FC236}">
                <a16:creationId xmlns:a16="http://schemas.microsoft.com/office/drawing/2014/main" id="{8E602B76-EEBE-4295-81A6-015F0050D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5843" y="2152852"/>
            <a:ext cx="231874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3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24" name="object-22-s0-ux">
            <a:extLst xmlns:a="http://schemas.openxmlformats.org/drawingml/2006/main">
              <a:ext uri="{FF2B5EF4-FFF2-40B4-BE49-F238E27FC236}">
                <a16:creationId xmlns:a16="http://schemas.microsoft.com/office/drawing/2014/main" id="{7F91D34B-8883-49C1-9084-659F5C40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721" y="2012359"/>
            <a:ext cx="410718" cy="578739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669">
            <a:solidFill>
              <a:srgbClr val="087E86"/>
            </a:solidFill>
            <a:prstDash val="solid"/>
          </a:ln>
        </p:spPr>
      </p:sp>
      <p:sp>
        <p:nvSpPr>
          <p:cNvPr id="25" name="object-23-s0-ux">
            <a:extLst xmlns:a="http://schemas.openxmlformats.org/drawingml/2006/main">
              <a:ext uri="{FF2B5EF4-FFF2-40B4-BE49-F238E27FC236}">
                <a16:creationId xmlns:a16="http://schemas.microsoft.com/office/drawing/2014/main" id="{1CDF2F05-850B-48A2-81CD-48B132E76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9973" y="2152852"/>
            <a:ext cx="367903" cy="3359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3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G₂′</a:t>
            </a:r>
          </a:p>
        </p:txBody>
      </p:sp>
      <p:sp>
        <p:nvSpPr>
          <p:cNvPr id="26" name="object-24-s1-ux">
            <a:extLst xmlns:a="http://schemas.openxmlformats.org/drawingml/2006/main">
              <a:ext uri="{FF2B5EF4-FFF2-40B4-BE49-F238E27FC236}">
                <a16:creationId xmlns:a16="http://schemas.microsoft.com/office/drawing/2014/main" id="{BC4B23DA-B3E0-462C-BC2E-D10B3293B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20638"/>
            <a:ext cx="4668292" cy="333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Prepend (G₁′)⁻¹ and append G₂⁻¹ to both sides.</a:t>
            </a:r>
          </a:p>
        </p:txBody>
      </p:sp>
      <p:sp>
        <p:nvSpPr>
          <p:cNvPr id="27" name="object-25-s1-ux">
            <a:extLst xmlns:a="http://schemas.openxmlformats.org/drawingml/2006/main">
              <a:ext uri="{FF2B5EF4-FFF2-40B4-BE49-F238E27FC236}">
                <a16:creationId xmlns:a16="http://schemas.microsoft.com/office/drawing/2014/main" id="{937C536C-772D-4350-88D2-7ACC0C24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3334048"/>
            <a:ext cx="741998" cy="95"/>
          </a:xfrm>
          <a:custGeom xmlns:a="http://schemas.openxmlformats.org/drawingml/2006/main">
            <a:pathLst>
              <a:path w="741998" h="95">
                <a:moveTo>
                  <a:pt x="0" y="0"/>
                </a:moveTo>
                <a:lnTo>
                  <a:pt x="74199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622">
            <a:solidFill>
              <a:srgbClr val="5E7275"/>
            </a:solidFill>
            <a:prstDash val="solid"/>
          </a:ln>
        </p:spPr>
      </p:sp>
      <p:sp>
        <p:nvSpPr>
          <p:cNvPr id="28" name="object-26-s1-ux">
            <a:extLst xmlns:a="http://schemas.openxmlformats.org/drawingml/2006/main">
              <a:ext uri="{FF2B5EF4-FFF2-40B4-BE49-F238E27FC236}">
                <a16:creationId xmlns:a16="http://schemas.microsoft.com/office/drawing/2014/main" id="{BF6A9AF9-824F-4A46-9B6D-9CA73793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3677900"/>
            <a:ext cx="741998" cy="95"/>
          </a:xfrm>
          <a:custGeom xmlns:a="http://schemas.openxmlformats.org/drawingml/2006/main">
            <a:pathLst>
              <a:path w="741998" h="95">
                <a:moveTo>
                  <a:pt x="0" y="0"/>
                </a:moveTo>
                <a:lnTo>
                  <a:pt x="74199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622">
            <a:solidFill>
              <a:srgbClr val="5E7275"/>
            </a:solidFill>
            <a:prstDash val="solid"/>
          </a:ln>
        </p:spPr>
      </p:sp>
      <p:sp>
        <p:nvSpPr>
          <p:cNvPr id="29" name="object-27-s1-ux">
            <a:extLst xmlns:a="http://schemas.openxmlformats.org/drawingml/2006/main">
              <a:ext uri="{FF2B5EF4-FFF2-40B4-BE49-F238E27FC236}">
                <a16:creationId xmlns:a16="http://schemas.microsoft.com/office/drawing/2014/main" id="{D2B1E711-D602-47BA-8FD4-D80F1564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6401" y="3225463"/>
            <a:ext cx="398145" cy="561022"/>
          </a:xfrm>
          <a:prstGeom xmlns:a="http://schemas.openxmlformats.org/drawingml/2006/main" prst="roundRect">
            <a:avLst>
              <a:gd name="adj" fmla="val 717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098">
            <a:solidFill>
              <a:srgbClr val="087E86"/>
            </a:solidFill>
            <a:prstDash val="solid"/>
          </a:ln>
        </p:spPr>
      </p:sp>
      <p:sp>
        <p:nvSpPr>
          <p:cNvPr id="30" name="object-28-s1-ux">
            <a:extLst xmlns:a="http://schemas.openxmlformats.org/drawingml/2006/main">
              <a:ext uri="{FF2B5EF4-FFF2-40B4-BE49-F238E27FC236}">
                <a16:creationId xmlns:a16="http://schemas.microsoft.com/office/drawing/2014/main" id="{A048AFE5-FE93-4FC4-86D9-E1DC8B9A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2520" y="3355241"/>
            <a:ext cx="202108" cy="302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81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781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L</a:t>
            </a:r>
          </a:p>
        </p:txBody>
      </p:sp>
      <p:sp>
        <p:nvSpPr>
          <p:cNvPr id="31" name="object-29-s1-ux">
            <a:extLst xmlns:a="http://schemas.openxmlformats.org/drawingml/2006/main">
              <a:ext uri="{FF2B5EF4-FFF2-40B4-BE49-F238E27FC236}">
                <a16:creationId xmlns:a16="http://schemas.microsoft.com/office/drawing/2014/main" id="{ADC8C5BF-CCB8-423F-B352-AD7E4CD2D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5054" y="3302187"/>
            <a:ext cx="248013" cy="3704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09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209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32" name="object-30-s1-ux">
            <a:extLst xmlns:a="http://schemas.openxmlformats.org/drawingml/2006/main">
              <a:ext uri="{FF2B5EF4-FFF2-40B4-BE49-F238E27FC236}">
                <a16:creationId xmlns:a16="http://schemas.microsoft.com/office/drawing/2014/main" id="{8D69907E-DE1C-4174-BB9A-EEFB65BE2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5593" y="3334048"/>
            <a:ext cx="1538288" cy="95"/>
          </a:xfrm>
          <a:custGeom xmlns:a="http://schemas.openxmlformats.org/drawingml/2006/main">
            <a:pathLst>
              <a:path w="1538288" h="95">
                <a:moveTo>
                  <a:pt x="0" y="0"/>
                </a:moveTo>
                <a:lnTo>
                  <a:pt x="15382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622">
            <a:solidFill>
              <a:srgbClr val="5E7275"/>
            </a:solidFill>
            <a:prstDash val="solid"/>
          </a:ln>
        </p:spPr>
      </p:sp>
      <p:sp>
        <p:nvSpPr>
          <p:cNvPr id="33" name="object-31-s1-ux">
            <a:extLst xmlns:a="http://schemas.openxmlformats.org/drawingml/2006/main">
              <a:ext uri="{FF2B5EF4-FFF2-40B4-BE49-F238E27FC236}">
                <a16:creationId xmlns:a16="http://schemas.microsoft.com/office/drawing/2014/main" id="{C2D3D9E2-0A8E-4F6A-992E-A2F535C3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5593" y="3677900"/>
            <a:ext cx="1538288" cy="95"/>
          </a:xfrm>
          <a:custGeom xmlns:a="http://schemas.openxmlformats.org/drawingml/2006/main">
            <a:pathLst>
              <a:path w="1538288" h="95">
                <a:moveTo>
                  <a:pt x="0" y="0"/>
                </a:moveTo>
                <a:lnTo>
                  <a:pt x="15382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622">
            <a:solidFill>
              <a:srgbClr val="5E7275"/>
            </a:solidFill>
            <a:prstDash val="solid"/>
          </a:ln>
        </p:spPr>
      </p:sp>
      <p:sp>
        <p:nvSpPr>
          <p:cNvPr id="34" name="object-32-s1-ux">
            <a:extLst xmlns:a="http://schemas.openxmlformats.org/drawingml/2006/main">
              <a:ext uri="{FF2B5EF4-FFF2-40B4-BE49-F238E27FC236}">
                <a16:creationId xmlns:a16="http://schemas.microsoft.com/office/drawing/2014/main" id="{82FAC28B-AD2A-4638-BE11-E7B552B86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568" y="3225463"/>
            <a:ext cx="651510" cy="561022"/>
          </a:xfrm>
          <a:prstGeom xmlns:a="http://schemas.openxmlformats.org/drawingml/2006/main" prst="roundRect">
            <a:avLst>
              <a:gd name="adj" fmla="val 5093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098">
            <a:solidFill>
              <a:srgbClr val="087E86"/>
            </a:solidFill>
            <a:prstDash val="solid"/>
          </a:ln>
        </p:spPr>
      </p:sp>
      <p:sp>
        <p:nvSpPr>
          <p:cNvPr id="35" name="object-33-s1-ux">
            <a:extLst xmlns:a="http://schemas.openxmlformats.org/drawingml/2006/main">
              <a:ext uri="{FF2B5EF4-FFF2-40B4-BE49-F238E27FC236}">
                <a16:creationId xmlns:a16="http://schemas.microsoft.com/office/drawing/2014/main" id="{23A52E9F-DAE9-45FE-828E-F0897E89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4565" y="3407390"/>
            <a:ext cx="391715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G₁′⁻¹</a:t>
            </a:r>
          </a:p>
        </p:txBody>
      </p:sp>
      <p:sp>
        <p:nvSpPr>
          <p:cNvPr id="36" name="object-34-s1-ux">
            <a:extLst xmlns:a="http://schemas.openxmlformats.org/drawingml/2006/main">
              <a:ext uri="{FF2B5EF4-FFF2-40B4-BE49-F238E27FC236}">
                <a16:creationId xmlns:a16="http://schemas.microsoft.com/office/drawing/2014/main" id="{9EFD2CAD-675B-474E-921F-39AB3E816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3809" y="3225463"/>
            <a:ext cx="398145" cy="561022"/>
          </a:xfrm>
          <a:prstGeom xmlns:a="http://schemas.openxmlformats.org/drawingml/2006/main" prst="roundRect">
            <a:avLst>
              <a:gd name="adj" fmla="val 717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098">
            <a:solidFill>
              <a:srgbClr val="087E86"/>
            </a:solidFill>
            <a:prstDash val="solid"/>
          </a:ln>
        </p:spPr>
      </p:sp>
      <p:sp>
        <p:nvSpPr>
          <p:cNvPr id="37" name="object-35-s1-ux">
            <a:extLst xmlns:a="http://schemas.openxmlformats.org/drawingml/2006/main">
              <a:ext uri="{FF2B5EF4-FFF2-40B4-BE49-F238E27FC236}">
                <a16:creationId xmlns:a16="http://schemas.microsoft.com/office/drawing/2014/main" id="{3F8780BF-8976-4485-AFB4-EE708A499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3372" y="3355241"/>
            <a:ext cx="315218" cy="3321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81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781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G₁</a:t>
            </a:r>
          </a:p>
        </p:txBody>
      </p:sp>
      <p:sp>
        <p:nvSpPr>
          <p:cNvPr id="38" name="object-36-s1-ux">
            <a:extLst xmlns:a="http://schemas.openxmlformats.org/drawingml/2006/main">
              <a:ext uri="{FF2B5EF4-FFF2-40B4-BE49-F238E27FC236}">
                <a16:creationId xmlns:a16="http://schemas.microsoft.com/office/drawing/2014/main" id="{5072397F-8B47-439B-852B-00BA8291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334048"/>
            <a:ext cx="741998" cy="95"/>
          </a:xfrm>
          <a:custGeom xmlns:a="http://schemas.openxmlformats.org/drawingml/2006/main">
            <a:pathLst>
              <a:path w="741998" h="95">
                <a:moveTo>
                  <a:pt x="0" y="0"/>
                </a:moveTo>
                <a:lnTo>
                  <a:pt x="74199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622">
            <a:solidFill>
              <a:srgbClr val="5E7275"/>
            </a:solidFill>
            <a:prstDash val="solid"/>
          </a:ln>
        </p:spPr>
      </p:sp>
      <p:sp>
        <p:nvSpPr>
          <p:cNvPr id="39" name="object-37-s1-ux">
            <a:extLst xmlns:a="http://schemas.openxmlformats.org/drawingml/2006/main">
              <a:ext uri="{FF2B5EF4-FFF2-40B4-BE49-F238E27FC236}">
                <a16:creationId xmlns:a16="http://schemas.microsoft.com/office/drawing/2014/main" id="{EB26A903-FA84-45DC-9183-F8093471E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77900"/>
            <a:ext cx="741998" cy="95"/>
          </a:xfrm>
          <a:custGeom xmlns:a="http://schemas.openxmlformats.org/drawingml/2006/main">
            <a:pathLst>
              <a:path w="741998" h="95">
                <a:moveTo>
                  <a:pt x="0" y="0"/>
                </a:moveTo>
                <a:lnTo>
                  <a:pt x="74199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622">
            <a:solidFill>
              <a:srgbClr val="5E7275"/>
            </a:solidFill>
            <a:prstDash val="solid"/>
          </a:ln>
        </p:spPr>
      </p:sp>
      <p:sp>
        <p:nvSpPr>
          <p:cNvPr id="40" name="object-38-s1-ux">
            <a:extLst xmlns:a="http://schemas.openxmlformats.org/drawingml/2006/main">
              <a:ext uri="{FF2B5EF4-FFF2-40B4-BE49-F238E27FC236}">
                <a16:creationId xmlns:a16="http://schemas.microsoft.com/office/drawing/2014/main" id="{2AC9ACF3-B379-480F-98E4-9AACB10DB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676" y="3225463"/>
            <a:ext cx="398145" cy="561022"/>
          </a:xfrm>
          <a:prstGeom xmlns:a="http://schemas.openxmlformats.org/drawingml/2006/main" prst="roundRect">
            <a:avLst>
              <a:gd name="adj" fmla="val 717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098">
            <a:solidFill>
              <a:srgbClr val="087E86"/>
            </a:solidFill>
            <a:prstDash val="solid"/>
          </a:ln>
        </p:spPr>
      </p:sp>
      <p:sp>
        <p:nvSpPr>
          <p:cNvPr id="41" name="object-39-s1-ux">
            <a:extLst xmlns:a="http://schemas.openxmlformats.org/drawingml/2006/main">
              <a:ext uri="{FF2B5EF4-FFF2-40B4-BE49-F238E27FC236}">
                <a16:creationId xmlns:a16="http://schemas.microsoft.com/office/drawing/2014/main" id="{F2CD1429-9BF7-4E89-B90E-D710008D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042" y="3355241"/>
            <a:ext cx="239613" cy="302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81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781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42" name="object-40-s1-ux">
            <a:extLst xmlns:a="http://schemas.openxmlformats.org/drawingml/2006/main">
              <a:ext uri="{FF2B5EF4-FFF2-40B4-BE49-F238E27FC236}">
                <a16:creationId xmlns:a16="http://schemas.microsoft.com/office/drawing/2014/main" id="{CAEAE009-B5ED-4EEC-B967-CA4952320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4329" y="3302187"/>
            <a:ext cx="248013" cy="3704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09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209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43" name="object-41-s1-ux">
            <a:extLst xmlns:a="http://schemas.openxmlformats.org/drawingml/2006/main">
              <a:ext uri="{FF2B5EF4-FFF2-40B4-BE49-F238E27FC236}">
                <a16:creationId xmlns:a16="http://schemas.microsoft.com/office/drawing/2014/main" id="{5F11876B-7396-49FF-9A46-E4E094DE5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4868" y="3334048"/>
            <a:ext cx="1538288" cy="95"/>
          </a:xfrm>
          <a:custGeom xmlns:a="http://schemas.openxmlformats.org/drawingml/2006/main">
            <a:pathLst>
              <a:path w="1538288" h="95">
                <a:moveTo>
                  <a:pt x="0" y="0"/>
                </a:moveTo>
                <a:lnTo>
                  <a:pt x="15382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622">
            <a:solidFill>
              <a:srgbClr val="5E7275"/>
            </a:solidFill>
            <a:prstDash val="solid"/>
          </a:ln>
        </p:spPr>
      </p:sp>
      <p:sp>
        <p:nvSpPr>
          <p:cNvPr id="44" name="object-42-s1-ux">
            <a:extLst xmlns:a="http://schemas.openxmlformats.org/drawingml/2006/main">
              <a:ext uri="{FF2B5EF4-FFF2-40B4-BE49-F238E27FC236}">
                <a16:creationId xmlns:a16="http://schemas.microsoft.com/office/drawing/2014/main" id="{34D920CD-07B2-4845-A880-6ADD969F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4868" y="3677900"/>
            <a:ext cx="1538288" cy="95"/>
          </a:xfrm>
          <a:custGeom xmlns:a="http://schemas.openxmlformats.org/drawingml/2006/main">
            <a:pathLst>
              <a:path w="1538288" h="95">
                <a:moveTo>
                  <a:pt x="0" y="0"/>
                </a:moveTo>
                <a:lnTo>
                  <a:pt x="15382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622">
            <a:solidFill>
              <a:srgbClr val="5E7275"/>
            </a:solidFill>
            <a:prstDash val="solid"/>
          </a:ln>
        </p:spPr>
      </p:sp>
      <p:sp>
        <p:nvSpPr>
          <p:cNvPr id="45" name="object-43-s1-ux">
            <a:extLst xmlns:a="http://schemas.openxmlformats.org/drawingml/2006/main">
              <a:ext uri="{FF2B5EF4-FFF2-40B4-BE49-F238E27FC236}">
                <a16:creationId xmlns:a16="http://schemas.microsoft.com/office/drawing/2014/main" id="{4CA52EF3-431E-4ACF-AE08-E6FBD4C7E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794" y="3225463"/>
            <a:ext cx="398145" cy="561022"/>
          </a:xfrm>
          <a:prstGeom xmlns:a="http://schemas.openxmlformats.org/drawingml/2006/main" prst="roundRect">
            <a:avLst>
              <a:gd name="adj" fmla="val 717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098">
            <a:solidFill>
              <a:srgbClr val="087E86"/>
            </a:solidFill>
            <a:prstDash val="solid"/>
          </a:ln>
        </p:spPr>
      </p:sp>
      <p:sp>
        <p:nvSpPr>
          <p:cNvPr id="46" name="object-44-s1-ux">
            <a:extLst xmlns:a="http://schemas.openxmlformats.org/drawingml/2006/main">
              <a:ext uri="{FF2B5EF4-FFF2-40B4-BE49-F238E27FC236}">
                <a16:creationId xmlns:a16="http://schemas.microsoft.com/office/drawing/2014/main" id="{CBE07C8B-C659-4207-B64C-B18DC8CDB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5224" y="3355241"/>
            <a:ext cx="358973" cy="3321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81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781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G₂′</a:t>
            </a:r>
          </a:p>
        </p:txBody>
      </p:sp>
      <p:sp>
        <p:nvSpPr>
          <p:cNvPr id="47" name="object-45-s1-ux">
            <a:extLst xmlns:a="http://schemas.openxmlformats.org/drawingml/2006/main">
              <a:ext uri="{FF2B5EF4-FFF2-40B4-BE49-F238E27FC236}">
                <a16:creationId xmlns:a16="http://schemas.microsoft.com/office/drawing/2014/main" id="{30A3DD70-A2A7-4F04-906B-223BDD2BF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0670" y="3225463"/>
            <a:ext cx="651510" cy="561022"/>
          </a:xfrm>
          <a:prstGeom xmlns:a="http://schemas.openxmlformats.org/drawingml/2006/main" prst="roundRect">
            <a:avLst>
              <a:gd name="adj" fmla="val 5093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098">
            <a:solidFill>
              <a:srgbClr val="087E86"/>
            </a:solidFill>
            <a:prstDash val="solid"/>
          </a:ln>
        </p:spPr>
      </p:sp>
      <p:sp>
        <p:nvSpPr>
          <p:cNvPr id="48" name="object-46-s1-ux">
            <a:extLst xmlns:a="http://schemas.openxmlformats.org/drawingml/2006/main">
              <a:ext uri="{FF2B5EF4-FFF2-40B4-BE49-F238E27FC236}">
                <a16:creationId xmlns:a16="http://schemas.microsoft.com/office/drawing/2014/main" id="{D618C219-162F-4C56-A681-A1322BE5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5634" y="3407390"/>
            <a:ext cx="357783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G₂⁻¹</a:t>
            </a:r>
          </a:p>
        </p:txBody>
      </p:sp>
      <p:sp>
        <p:nvSpPr>
          <p:cNvPr id="49" name="object-47-s1-ux">
            <a:extLst xmlns:a="http://schemas.openxmlformats.org/drawingml/2006/main">
              <a:ext uri="{FF2B5EF4-FFF2-40B4-BE49-F238E27FC236}">
                <a16:creationId xmlns:a16="http://schemas.microsoft.com/office/drawing/2014/main" id="{1B611D59-7AB1-468F-AF5A-CFB33A787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3833158"/>
            <a:ext cx="1885206" cy="362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⟦L⟧ = ⟦G₁⟧ ⟦G₁′⟧⁻¹</a:t>
            </a:r>
          </a:p>
        </p:txBody>
      </p:sp>
      <p:sp>
        <p:nvSpPr>
          <p:cNvPr id="50" name="object-48-s1-ux">
            <a:extLst xmlns:a="http://schemas.openxmlformats.org/drawingml/2006/main">
              <a:ext uri="{FF2B5EF4-FFF2-40B4-BE49-F238E27FC236}">
                <a16:creationId xmlns:a16="http://schemas.microsoft.com/office/drawing/2014/main" id="{704B0B74-2050-4A0E-93BA-27A92C1DB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833158"/>
            <a:ext cx="1925985" cy="362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⟦R⟧ = ⟦G₂⟧⁻¹ ⟦G₂′⟧</a:t>
            </a:r>
          </a:p>
        </p:txBody>
      </p:sp>
      <p:sp>
        <p:nvSpPr>
          <p:cNvPr id="51" name="object-64-s0-ux">
            <a:extLst xmlns:a="http://schemas.openxmlformats.org/drawingml/2006/main">
              <a:ext uri="{FF2B5EF4-FFF2-40B4-BE49-F238E27FC236}">
                <a16:creationId xmlns:a16="http://schemas.microsoft.com/office/drawing/2014/main" id="{26D6587A-0D42-4AD2-85B0-298041C53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5919043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Circuits read left to right; matrix products act right to left. ⟦C⟧ denotes circuit C’s matrix.</a:t>
            </a:r>
          </a:p>
        </p:txBody>
      </p:sp>
      <p:sp>
        <p:nvSpPr>
          <p:cNvPr id="52" name="object-65-s0-ux">
            <a:extLst xmlns:a="http://schemas.openxmlformats.org/drawingml/2006/main">
              <a:ext uri="{FF2B5EF4-FFF2-40B4-BE49-F238E27FC236}">
                <a16:creationId xmlns:a16="http://schemas.microsoft.com/office/drawing/2014/main" id="{F80169DD-5617-4AE3-91D7-48C28F51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3363813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§5.3.1, Theorem 5.1 and Lemma 5.6</a:t>
            </a:r>
          </a:p>
        </p:txBody>
      </p:sp>
      <p:sp>
        <p:nvSpPr>
          <p:cNvPr id="53" name="object-66-s0-ux">
            <a:extLst xmlns:a="http://schemas.openxmlformats.org/drawingml/2006/main">
              <a:ext uri="{FF2B5EF4-FFF2-40B4-BE49-F238E27FC236}">
                <a16:creationId xmlns:a16="http://schemas.microsoft.com/office/drawing/2014/main" id="{534C9FCA-E618-45AD-B465-85FC5514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07 / 14</a:t>
            </a:r>
          </a:p>
        </p:txBody>
      </p:sp>
      <p:sp>
        <p:nvSpPr>
          <p:cNvPr id="54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B4863F31-8B05-42C4-8FD3-618319108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2 / 3</a:t>
            </a:r>
          </a:p>
        </p:txBody>
      </p:sp>
    </p:spTree>
    <p:extLst>
      <p:ext uri="{BB962C8B-B14F-4D97-AF65-F5344CB8AC3E}">
        <p14:creationId xmlns:p14="http://schemas.microsoft.com/office/powerpoint/2010/main" val="79782073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top-accent">
            <a:extLst xmlns:a="http://schemas.openxmlformats.org/drawingml/2006/main">
              <a:ext uri="{FF2B5EF4-FFF2-40B4-BE49-F238E27FC236}">
                <a16:creationId xmlns:a16="http://schemas.microsoft.com/office/drawing/2014/main" id="{0731A3C0-FDEE-4039-84F6-EEB2937EE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AD292BA1-EF19-40FB-9033-B798FD69D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5295"/>
            <a:ext cx="7902386" cy="5276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Why canonical symbolic rules are sufficient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4B73BA5E-2FC8-4835-BD05-6D183C5B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32833"/>
            <a:ext cx="931366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CONDITION</a:t>
            </a:r>
          </a:p>
        </p:txBody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CB862CF7-D24C-4831-913A-86418845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1180445"/>
            <a:ext cx="6776889" cy="26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Each gate’s inverse is implementable by a finite circuit in the same gate set.</a:t>
            </a:r>
          </a:p>
        </p:txBody>
      </p:sp>
      <p:sp>
        <p:nvSpPr>
          <p:cNvPr id="5" name="object-3-s0-ux">
            <a:extLst xmlns:a="http://schemas.openxmlformats.org/drawingml/2006/main">
              <a:ext uri="{FF2B5EF4-FFF2-40B4-BE49-F238E27FC236}">
                <a16:creationId xmlns:a16="http://schemas.microsoft.com/office/drawing/2014/main" id="{B4BD966A-2B48-4C6A-AEDF-F7AEBD547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52873"/>
            <a:ext cx="10763250" cy="95"/>
          </a:xfrm>
          <a:custGeom xmlns:a="http://schemas.openxmlformats.org/drawingml/2006/main">
            <a:pathLst>
              <a:path w="10763250" h="95">
                <a:moveTo>
                  <a:pt x="0" y="0"/>
                </a:moveTo>
                <a:lnTo>
                  <a:pt x="10763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BECBC7"/>
            </a:solidFill>
            <a:prstDash val="solid"/>
          </a:ln>
        </p:spPr>
      </p:sp>
      <p:sp>
        <p:nvSpPr>
          <p:cNvPr id="6" name="object-4-s0-ux">
            <a:extLst xmlns:a="http://schemas.openxmlformats.org/drawingml/2006/main">
              <a:ext uri="{FF2B5EF4-FFF2-40B4-BE49-F238E27FC236}">
                <a16:creationId xmlns:a16="http://schemas.microsoft.com/office/drawing/2014/main" id="{B2AE23D1-C79C-4561-B321-CA4A36EE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6705"/>
            <a:ext cx="1155948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THEOREM 5.1</a:t>
            </a:r>
          </a:p>
        </p:txBody>
      </p:sp>
      <p:sp>
        <p:nvSpPr>
          <p:cNvPr id="7" name="object-5-s0-ux">
            <a:extLst xmlns:a="http://schemas.openxmlformats.org/drawingml/2006/main">
              <a:ext uri="{FF2B5EF4-FFF2-40B4-BE49-F238E27FC236}">
                <a16:creationId xmlns:a16="http://schemas.microsoft.com/office/drawing/2014/main" id="{FA82D61C-B9C5-4415-A0B7-70ABEBAC9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641455"/>
            <a:ext cx="6594485" cy="3371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Every single-S rule has an equivalent canonical form.</a:t>
            </a:r>
          </a:p>
        </p:txBody>
      </p:sp>
      <p:sp>
        <p:nvSpPr>
          <p:cNvPr id="8" name="object-6-s0-ux">
            <a:extLst xmlns:a="http://schemas.openxmlformats.org/drawingml/2006/main">
              <a:ext uri="{FF2B5EF4-FFF2-40B4-BE49-F238E27FC236}">
                <a16:creationId xmlns:a16="http://schemas.microsoft.com/office/drawing/2014/main" id="{619FA036-2D37-44C4-965D-3C5937DC4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02465"/>
            <a:ext cx="2365325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General symbolic rule</a:t>
            </a:r>
          </a:p>
        </p:txBody>
      </p:sp>
      <p:sp>
        <p:nvSpPr>
          <p:cNvPr id="9" name="object-7-s0-ux">
            <a:extLst xmlns:a="http://schemas.openxmlformats.org/drawingml/2006/main">
              <a:ext uri="{FF2B5EF4-FFF2-40B4-BE49-F238E27FC236}">
                <a16:creationId xmlns:a16="http://schemas.microsoft.com/office/drawing/2014/main" id="{C95FA02B-DAF9-43C9-9D01-D8657EB3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124373"/>
            <a:ext cx="1848231" cy="95"/>
          </a:xfrm>
          <a:custGeom xmlns:a="http://schemas.openxmlformats.org/drawingml/2006/main">
            <a:pathLst>
              <a:path w="1848231" h="95">
                <a:moveTo>
                  <a:pt x="0" y="0"/>
                </a:moveTo>
                <a:lnTo>
                  <a:pt x="1848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336">
            <a:solidFill>
              <a:srgbClr val="5E7275"/>
            </a:solidFill>
            <a:prstDash val="solid"/>
          </a:ln>
        </p:spPr>
      </p:sp>
      <p:sp>
        <p:nvSpPr>
          <p:cNvPr id="10" name="object-8-s0-ux">
            <a:extLst xmlns:a="http://schemas.openxmlformats.org/drawingml/2006/main">
              <a:ext uri="{FF2B5EF4-FFF2-40B4-BE49-F238E27FC236}">
                <a16:creationId xmlns:a16="http://schemas.microsoft.com/office/drawing/2014/main" id="{D666A9EE-2279-4A2B-BA25-510DE0628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479084"/>
            <a:ext cx="1848231" cy="95"/>
          </a:xfrm>
          <a:custGeom xmlns:a="http://schemas.openxmlformats.org/drawingml/2006/main">
            <a:pathLst>
              <a:path w="1848231" h="95">
                <a:moveTo>
                  <a:pt x="0" y="0"/>
                </a:moveTo>
                <a:lnTo>
                  <a:pt x="1848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336">
            <a:solidFill>
              <a:srgbClr val="5E7275"/>
            </a:solidFill>
            <a:prstDash val="solid"/>
          </a:ln>
        </p:spPr>
      </p:sp>
      <p:sp>
        <p:nvSpPr>
          <p:cNvPr id="11" name="object-9-s0-ux">
            <a:extLst xmlns:a="http://schemas.openxmlformats.org/drawingml/2006/main">
              <a:ext uri="{FF2B5EF4-FFF2-40B4-BE49-F238E27FC236}">
                <a16:creationId xmlns:a16="http://schemas.microsoft.com/office/drawing/2014/main" id="{AA81F3EF-AE75-4215-910E-CD650F4DA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1280" y="2012359"/>
            <a:ext cx="410718" cy="578739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669">
            <a:solidFill>
              <a:srgbClr val="087E86"/>
            </a:solidFill>
            <a:prstDash val="solid"/>
          </a:ln>
        </p:spPr>
      </p:sp>
      <p:sp>
        <p:nvSpPr>
          <p:cNvPr id="12" name="object-10-s0-ux">
            <a:extLst xmlns:a="http://schemas.openxmlformats.org/drawingml/2006/main">
              <a:ext uri="{FF2B5EF4-FFF2-40B4-BE49-F238E27FC236}">
                <a16:creationId xmlns:a16="http://schemas.microsoft.com/office/drawing/2014/main" id="{7A7C1C88-DF5B-4AD1-93C5-7DA4C87AD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3335" y="2152852"/>
            <a:ext cx="322808" cy="3359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3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G₁</a:t>
            </a:r>
          </a:p>
        </p:txBody>
      </p:sp>
      <p:sp>
        <p:nvSpPr>
          <p:cNvPr id="13" name="object-11-s0-ux">
            <a:extLst xmlns:a="http://schemas.openxmlformats.org/drawingml/2006/main">
              <a:ext uri="{FF2B5EF4-FFF2-40B4-BE49-F238E27FC236}">
                <a16:creationId xmlns:a16="http://schemas.microsoft.com/office/drawing/2014/main" id="{8A6B72D2-AE8C-41D9-8C9B-ADCEA654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2681" y="2012359"/>
            <a:ext cx="410719" cy="578739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669">
            <a:solidFill>
              <a:srgbClr val="087E86"/>
            </a:solidFill>
            <a:prstDash val="solid"/>
          </a:ln>
        </p:spPr>
      </p:sp>
      <p:sp>
        <p:nvSpPr>
          <p:cNvPr id="14" name="object-12-s0-ux">
            <a:extLst xmlns:a="http://schemas.openxmlformats.org/drawingml/2006/main">
              <a:ext uri="{FF2B5EF4-FFF2-40B4-BE49-F238E27FC236}">
                <a16:creationId xmlns:a16="http://schemas.microsoft.com/office/drawing/2014/main" id="{B8B2A07E-EA78-4B63-BBC9-F5DA767A5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0204" y="2152852"/>
            <a:ext cx="231874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3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15" name="object-13-s0-ux">
            <a:extLst xmlns:a="http://schemas.openxmlformats.org/drawingml/2006/main">
              <a:ext uri="{FF2B5EF4-FFF2-40B4-BE49-F238E27FC236}">
                <a16:creationId xmlns:a16="http://schemas.microsoft.com/office/drawing/2014/main" id="{539487EF-5304-43CB-BF27-425FAA62E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4082" y="2012359"/>
            <a:ext cx="410718" cy="578739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669">
            <a:solidFill>
              <a:srgbClr val="087E86"/>
            </a:solidFill>
            <a:prstDash val="solid"/>
          </a:ln>
        </p:spPr>
      </p:sp>
      <p:sp>
        <p:nvSpPr>
          <p:cNvPr id="16" name="object-14-s0-ux">
            <a:extLst xmlns:a="http://schemas.openxmlformats.org/drawingml/2006/main">
              <a:ext uri="{FF2B5EF4-FFF2-40B4-BE49-F238E27FC236}">
                <a16:creationId xmlns:a16="http://schemas.microsoft.com/office/drawing/2014/main" id="{F871224F-2F18-47D4-A412-484A945AA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212" y="2152852"/>
            <a:ext cx="322659" cy="3359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3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G₂</a:t>
            </a:r>
          </a:p>
        </p:txBody>
      </p:sp>
      <p:sp>
        <p:nvSpPr>
          <p:cNvPr id="17" name="object-15-s0-ux">
            <a:extLst xmlns:a="http://schemas.openxmlformats.org/drawingml/2006/main">
              <a:ext uri="{FF2B5EF4-FFF2-40B4-BE49-F238E27FC236}">
                <a16:creationId xmlns:a16="http://schemas.microsoft.com/office/drawing/2014/main" id="{CB28A288-2666-4EF8-8A8E-E03A4D78B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6991" y="2090102"/>
            <a:ext cx="255880" cy="3817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79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279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8" name="object-16-s0-ux">
            <a:extLst xmlns:a="http://schemas.openxmlformats.org/drawingml/2006/main">
              <a:ext uri="{FF2B5EF4-FFF2-40B4-BE49-F238E27FC236}">
                <a16:creationId xmlns:a16="http://schemas.microsoft.com/office/drawing/2014/main" id="{7FABA927-EFAF-4D36-9252-42CF5CB95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9564" y="2124373"/>
            <a:ext cx="1848231" cy="95"/>
          </a:xfrm>
          <a:custGeom xmlns:a="http://schemas.openxmlformats.org/drawingml/2006/main">
            <a:pathLst>
              <a:path w="1848231" h="95">
                <a:moveTo>
                  <a:pt x="0" y="0"/>
                </a:moveTo>
                <a:lnTo>
                  <a:pt x="1848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336">
            <a:solidFill>
              <a:srgbClr val="5E7275"/>
            </a:solidFill>
            <a:prstDash val="solid"/>
          </a:ln>
        </p:spPr>
      </p:sp>
      <p:sp>
        <p:nvSpPr>
          <p:cNvPr id="19" name="object-17-s0-ux">
            <a:extLst xmlns:a="http://schemas.openxmlformats.org/drawingml/2006/main">
              <a:ext uri="{FF2B5EF4-FFF2-40B4-BE49-F238E27FC236}">
                <a16:creationId xmlns:a16="http://schemas.microsoft.com/office/drawing/2014/main" id="{1F72C91B-144C-46B7-9DA9-4A48066F9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9564" y="2479084"/>
            <a:ext cx="1848231" cy="95"/>
          </a:xfrm>
          <a:custGeom xmlns:a="http://schemas.openxmlformats.org/drawingml/2006/main">
            <a:pathLst>
              <a:path w="1848231" h="95">
                <a:moveTo>
                  <a:pt x="0" y="0"/>
                </a:moveTo>
                <a:lnTo>
                  <a:pt x="1848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336">
            <a:solidFill>
              <a:srgbClr val="5E7275"/>
            </a:solidFill>
            <a:prstDash val="solid"/>
          </a:ln>
        </p:spPr>
      </p:sp>
      <p:sp>
        <p:nvSpPr>
          <p:cNvPr id="20" name="object-18-s0-ux">
            <a:extLst xmlns:a="http://schemas.openxmlformats.org/drawingml/2006/main">
              <a:ext uri="{FF2B5EF4-FFF2-40B4-BE49-F238E27FC236}">
                <a16:creationId xmlns:a16="http://schemas.microsoft.com/office/drawing/2014/main" id="{53B87F0C-AA5F-4E6E-AD23-12AA31ECF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6920" y="2012359"/>
            <a:ext cx="410718" cy="578739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669">
            <a:solidFill>
              <a:srgbClr val="087E86"/>
            </a:solidFill>
            <a:prstDash val="solid"/>
          </a:ln>
        </p:spPr>
      </p:sp>
      <p:sp>
        <p:nvSpPr>
          <p:cNvPr id="21" name="object-19-s0-ux">
            <a:extLst xmlns:a="http://schemas.openxmlformats.org/drawingml/2006/main">
              <a:ext uri="{FF2B5EF4-FFF2-40B4-BE49-F238E27FC236}">
                <a16:creationId xmlns:a16="http://schemas.microsoft.com/office/drawing/2014/main" id="{5A270D18-2048-4CF3-A554-AA9B32B6F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7097" y="2152852"/>
            <a:ext cx="368017" cy="3359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3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G₁′</a:t>
            </a:r>
          </a:p>
        </p:txBody>
      </p:sp>
      <p:sp>
        <p:nvSpPr>
          <p:cNvPr id="22" name="object-20-s0-ux">
            <a:extLst xmlns:a="http://schemas.openxmlformats.org/drawingml/2006/main">
              <a:ext uri="{FF2B5EF4-FFF2-40B4-BE49-F238E27FC236}">
                <a16:creationId xmlns:a16="http://schemas.microsoft.com/office/drawing/2014/main" id="{457E1D40-8964-45CF-B0EC-947BA87D5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8321" y="2012359"/>
            <a:ext cx="410718" cy="578739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669">
            <a:solidFill>
              <a:srgbClr val="087E86"/>
            </a:solidFill>
            <a:prstDash val="solid"/>
          </a:ln>
        </p:spPr>
      </p:sp>
      <p:sp>
        <p:nvSpPr>
          <p:cNvPr id="23" name="object-21-s0-ux">
            <a:extLst xmlns:a="http://schemas.openxmlformats.org/drawingml/2006/main">
              <a:ext uri="{FF2B5EF4-FFF2-40B4-BE49-F238E27FC236}">
                <a16:creationId xmlns:a16="http://schemas.microsoft.com/office/drawing/2014/main" id="{91E55A24-12E6-4732-B814-75E3910F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5843" y="2152852"/>
            <a:ext cx="231874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3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24" name="object-22-s0-ux">
            <a:extLst xmlns:a="http://schemas.openxmlformats.org/drawingml/2006/main">
              <a:ext uri="{FF2B5EF4-FFF2-40B4-BE49-F238E27FC236}">
                <a16:creationId xmlns:a16="http://schemas.microsoft.com/office/drawing/2014/main" id="{4D201750-1429-4F0A-BEDE-37A85F0CA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721" y="2012359"/>
            <a:ext cx="410718" cy="578739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669">
            <a:solidFill>
              <a:srgbClr val="087E86"/>
            </a:solidFill>
            <a:prstDash val="solid"/>
          </a:ln>
        </p:spPr>
      </p:sp>
      <p:sp>
        <p:nvSpPr>
          <p:cNvPr id="25" name="object-23-s0-ux">
            <a:extLst xmlns:a="http://schemas.openxmlformats.org/drawingml/2006/main">
              <a:ext uri="{FF2B5EF4-FFF2-40B4-BE49-F238E27FC236}">
                <a16:creationId xmlns:a16="http://schemas.microsoft.com/office/drawing/2014/main" id="{6BAC89E9-A83D-4807-877A-DB15F1E21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9973" y="2152852"/>
            <a:ext cx="367903" cy="3359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3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G₂′</a:t>
            </a:r>
          </a:p>
        </p:txBody>
      </p:sp>
      <p:sp>
        <p:nvSpPr>
          <p:cNvPr id="26" name="object-24-s1-ux">
            <a:extLst xmlns:a="http://schemas.openxmlformats.org/drawingml/2006/main">
              <a:ext uri="{FF2B5EF4-FFF2-40B4-BE49-F238E27FC236}">
                <a16:creationId xmlns:a16="http://schemas.microsoft.com/office/drawing/2014/main" id="{47D92FE8-ECE0-4AB0-9309-814161064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20638"/>
            <a:ext cx="4668292" cy="333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Prepend (G₁′)⁻¹ and append G₂⁻¹ to both sides.</a:t>
            </a:r>
          </a:p>
        </p:txBody>
      </p:sp>
      <p:sp>
        <p:nvSpPr>
          <p:cNvPr id="27" name="object-25-s1-ux">
            <a:extLst xmlns:a="http://schemas.openxmlformats.org/drawingml/2006/main">
              <a:ext uri="{FF2B5EF4-FFF2-40B4-BE49-F238E27FC236}">
                <a16:creationId xmlns:a16="http://schemas.microsoft.com/office/drawing/2014/main" id="{BB90FC8B-D956-4DDB-A9E3-B4EB22EDC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3334048"/>
            <a:ext cx="741998" cy="95"/>
          </a:xfrm>
          <a:custGeom xmlns:a="http://schemas.openxmlformats.org/drawingml/2006/main">
            <a:pathLst>
              <a:path w="741998" h="95">
                <a:moveTo>
                  <a:pt x="0" y="0"/>
                </a:moveTo>
                <a:lnTo>
                  <a:pt x="74199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622">
            <a:solidFill>
              <a:srgbClr val="5E7275"/>
            </a:solidFill>
            <a:prstDash val="solid"/>
          </a:ln>
        </p:spPr>
      </p:sp>
      <p:sp>
        <p:nvSpPr>
          <p:cNvPr id="28" name="object-26-s1-ux">
            <a:extLst xmlns:a="http://schemas.openxmlformats.org/drawingml/2006/main">
              <a:ext uri="{FF2B5EF4-FFF2-40B4-BE49-F238E27FC236}">
                <a16:creationId xmlns:a16="http://schemas.microsoft.com/office/drawing/2014/main" id="{0459B49D-91AB-4C52-A52B-5CFC2AB11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3677900"/>
            <a:ext cx="741998" cy="95"/>
          </a:xfrm>
          <a:custGeom xmlns:a="http://schemas.openxmlformats.org/drawingml/2006/main">
            <a:pathLst>
              <a:path w="741998" h="95">
                <a:moveTo>
                  <a:pt x="0" y="0"/>
                </a:moveTo>
                <a:lnTo>
                  <a:pt x="74199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622">
            <a:solidFill>
              <a:srgbClr val="5E7275"/>
            </a:solidFill>
            <a:prstDash val="solid"/>
          </a:ln>
        </p:spPr>
      </p:sp>
      <p:sp>
        <p:nvSpPr>
          <p:cNvPr id="29" name="object-27-s1-ux">
            <a:extLst xmlns:a="http://schemas.openxmlformats.org/drawingml/2006/main">
              <a:ext uri="{FF2B5EF4-FFF2-40B4-BE49-F238E27FC236}">
                <a16:creationId xmlns:a16="http://schemas.microsoft.com/office/drawing/2014/main" id="{3A1AC7C4-0689-405D-B145-636B259B6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6401" y="3225463"/>
            <a:ext cx="398145" cy="561022"/>
          </a:xfrm>
          <a:prstGeom xmlns:a="http://schemas.openxmlformats.org/drawingml/2006/main" prst="roundRect">
            <a:avLst>
              <a:gd name="adj" fmla="val 717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098">
            <a:solidFill>
              <a:srgbClr val="087E86"/>
            </a:solidFill>
            <a:prstDash val="solid"/>
          </a:ln>
        </p:spPr>
      </p:sp>
      <p:sp>
        <p:nvSpPr>
          <p:cNvPr id="30" name="object-28-s1-ux">
            <a:extLst xmlns:a="http://schemas.openxmlformats.org/drawingml/2006/main">
              <a:ext uri="{FF2B5EF4-FFF2-40B4-BE49-F238E27FC236}">
                <a16:creationId xmlns:a16="http://schemas.microsoft.com/office/drawing/2014/main" id="{A9E9C303-6DAB-4052-9308-9B1A108B5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2520" y="3355241"/>
            <a:ext cx="202108" cy="302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81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781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L</a:t>
            </a:r>
          </a:p>
        </p:txBody>
      </p:sp>
      <p:sp>
        <p:nvSpPr>
          <p:cNvPr id="31" name="object-29-s1-ux">
            <a:extLst xmlns:a="http://schemas.openxmlformats.org/drawingml/2006/main">
              <a:ext uri="{FF2B5EF4-FFF2-40B4-BE49-F238E27FC236}">
                <a16:creationId xmlns:a16="http://schemas.microsoft.com/office/drawing/2014/main" id="{2671C112-CB19-4DAA-A503-C0B8990B4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5054" y="3302187"/>
            <a:ext cx="248013" cy="3704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09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209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32" name="object-30-s1-ux">
            <a:extLst xmlns:a="http://schemas.openxmlformats.org/drawingml/2006/main">
              <a:ext uri="{FF2B5EF4-FFF2-40B4-BE49-F238E27FC236}">
                <a16:creationId xmlns:a16="http://schemas.microsoft.com/office/drawing/2014/main" id="{58704B76-6B10-4DDA-8945-0753C9118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5593" y="3334048"/>
            <a:ext cx="1538288" cy="95"/>
          </a:xfrm>
          <a:custGeom xmlns:a="http://schemas.openxmlformats.org/drawingml/2006/main">
            <a:pathLst>
              <a:path w="1538288" h="95">
                <a:moveTo>
                  <a:pt x="0" y="0"/>
                </a:moveTo>
                <a:lnTo>
                  <a:pt x="15382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622">
            <a:solidFill>
              <a:srgbClr val="5E7275"/>
            </a:solidFill>
            <a:prstDash val="solid"/>
          </a:ln>
        </p:spPr>
      </p:sp>
      <p:sp>
        <p:nvSpPr>
          <p:cNvPr id="33" name="object-31-s1-ux">
            <a:extLst xmlns:a="http://schemas.openxmlformats.org/drawingml/2006/main">
              <a:ext uri="{FF2B5EF4-FFF2-40B4-BE49-F238E27FC236}">
                <a16:creationId xmlns:a16="http://schemas.microsoft.com/office/drawing/2014/main" id="{AFD7FC36-CC67-49D7-8EED-206BCC46B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5593" y="3677900"/>
            <a:ext cx="1538288" cy="95"/>
          </a:xfrm>
          <a:custGeom xmlns:a="http://schemas.openxmlformats.org/drawingml/2006/main">
            <a:pathLst>
              <a:path w="1538288" h="95">
                <a:moveTo>
                  <a:pt x="0" y="0"/>
                </a:moveTo>
                <a:lnTo>
                  <a:pt x="15382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622">
            <a:solidFill>
              <a:srgbClr val="5E7275"/>
            </a:solidFill>
            <a:prstDash val="solid"/>
          </a:ln>
        </p:spPr>
      </p:sp>
      <p:sp>
        <p:nvSpPr>
          <p:cNvPr id="34" name="object-32-s1-ux">
            <a:extLst xmlns:a="http://schemas.openxmlformats.org/drawingml/2006/main">
              <a:ext uri="{FF2B5EF4-FFF2-40B4-BE49-F238E27FC236}">
                <a16:creationId xmlns:a16="http://schemas.microsoft.com/office/drawing/2014/main" id="{CA077B55-6270-4C9C-9527-9EA6FBC04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568" y="3225463"/>
            <a:ext cx="651510" cy="561022"/>
          </a:xfrm>
          <a:prstGeom xmlns:a="http://schemas.openxmlformats.org/drawingml/2006/main" prst="roundRect">
            <a:avLst>
              <a:gd name="adj" fmla="val 5093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098">
            <a:solidFill>
              <a:srgbClr val="087E86"/>
            </a:solidFill>
            <a:prstDash val="solid"/>
          </a:ln>
        </p:spPr>
      </p:sp>
      <p:sp>
        <p:nvSpPr>
          <p:cNvPr id="35" name="object-33-s1-ux">
            <a:extLst xmlns:a="http://schemas.openxmlformats.org/drawingml/2006/main">
              <a:ext uri="{FF2B5EF4-FFF2-40B4-BE49-F238E27FC236}">
                <a16:creationId xmlns:a16="http://schemas.microsoft.com/office/drawing/2014/main" id="{7A8844DB-88F6-4991-8FF7-41759AB3E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4565" y="3407390"/>
            <a:ext cx="391715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G₁′⁻¹</a:t>
            </a:r>
          </a:p>
        </p:txBody>
      </p:sp>
      <p:sp>
        <p:nvSpPr>
          <p:cNvPr id="36" name="object-34-s1-ux">
            <a:extLst xmlns:a="http://schemas.openxmlformats.org/drawingml/2006/main">
              <a:ext uri="{FF2B5EF4-FFF2-40B4-BE49-F238E27FC236}">
                <a16:creationId xmlns:a16="http://schemas.microsoft.com/office/drawing/2014/main" id="{7C443D3C-962F-47EA-A621-9E8EE50B2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3809" y="3225463"/>
            <a:ext cx="398145" cy="561022"/>
          </a:xfrm>
          <a:prstGeom xmlns:a="http://schemas.openxmlformats.org/drawingml/2006/main" prst="roundRect">
            <a:avLst>
              <a:gd name="adj" fmla="val 717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098">
            <a:solidFill>
              <a:srgbClr val="087E86"/>
            </a:solidFill>
            <a:prstDash val="solid"/>
          </a:ln>
        </p:spPr>
      </p:sp>
      <p:sp>
        <p:nvSpPr>
          <p:cNvPr id="37" name="object-35-s1-ux">
            <a:extLst xmlns:a="http://schemas.openxmlformats.org/drawingml/2006/main">
              <a:ext uri="{FF2B5EF4-FFF2-40B4-BE49-F238E27FC236}">
                <a16:creationId xmlns:a16="http://schemas.microsoft.com/office/drawing/2014/main" id="{2913F936-EC0E-43A0-A489-81B54444A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3372" y="3355241"/>
            <a:ext cx="315218" cy="3321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81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781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G₁</a:t>
            </a:r>
          </a:p>
        </p:txBody>
      </p:sp>
      <p:sp>
        <p:nvSpPr>
          <p:cNvPr id="38" name="object-36-s1-ux">
            <a:extLst xmlns:a="http://schemas.openxmlformats.org/drawingml/2006/main">
              <a:ext uri="{FF2B5EF4-FFF2-40B4-BE49-F238E27FC236}">
                <a16:creationId xmlns:a16="http://schemas.microsoft.com/office/drawing/2014/main" id="{8174359E-A2A6-448B-80AF-23CDD0A8C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334048"/>
            <a:ext cx="741998" cy="95"/>
          </a:xfrm>
          <a:custGeom xmlns:a="http://schemas.openxmlformats.org/drawingml/2006/main">
            <a:pathLst>
              <a:path w="741998" h="95">
                <a:moveTo>
                  <a:pt x="0" y="0"/>
                </a:moveTo>
                <a:lnTo>
                  <a:pt x="74199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622">
            <a:solidFill>
              <a:srgbClr val="5E7275"/>
            </a:solidFill>
            <a:prstDash val="solid"/>
          </a:ln>
        </p:spPr>
      </p:sp>
      <p:sp>
        <p:nvSpPr>
          <p:cNvPr id="39" name="object-37-s1-ux">
            <a:extLst xmlns:a="http://schemas.openxmlformats.org/drawingml/2006/main">
              <a:ext uri="{FF2B5EF4-FFF2-40B4-BE49-F238E27FC236}">
                <a16:creationId xmlns:a16="http://schemas.microsoft.com/office/drawing/2014/main" id="{98A78F6F-74AA-44B9-ADE4-ABE565FB5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77900"/>
            <a:ext cx="741998" cy="95"/>
          </a:xfrm>
          <a:custGeom xmlns:a="http://schemas.openxmlformats.org/drawingml/2006/main">
            <a:pathLst>
              <a:path w="741998" h="95">
                <a:moveTo>
                  <a:pt x="0" y="0"/>
                </a:moveTo>
                <a:lnTo>
                  <a:pt x="74199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622">
            <a:solidFill>
              <a:srgbClr val="5E7275"/>
            </a:solidFill>
            <a:prstDash val="solid"/>
          </a:ln>
        </p:spPr>
      </p:sp>
      <p:sp>
        <p:nvSpPr>
          <p:cNvPr id="40" name="object-38-s1-ux">
            <a:extLst xmlns:a="http://schemas.openxmlformats.org/drawingml/2006/main">
              <a:ext uri="{FF2B5EF4-FFF2-40B4-BE49-F238E27FC236}">
                <a16:creationId xmlns:a16="http://schemas.microsoft.com/office/drawing/2014/main" id="{EFD3B4E1-BAF9-41AB-8396-A01C2B9C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676" y="3225463"/>
            <a:ext cx="398145" cy="561022"/>
          </a:xfrm>
          <a:prstGeom xmlns:a="http://schemas.openxmlformats.org/drawingml/2006/main" prst="roundRect">
            <a:avLst>
              <a:gd name="adj" fmla="val 717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098">
            <a:solidFill>
              <a:srgbClr val="087E86"/>
            </a:solidFill>
            <a:prstDash val="solid"/>
          </a:ln>
        </p:spPr>
      </p:sp>
      <p:sp>
        <p:nvSpPr>
          <p:cNvPr id="41" name="object-39-s1-ux">
            <a:extLst xmlns:a="http://schemas.openxmlformats.org/drawingml/2006/main">
              <a:ext uri="{FF2B5EF4-FFF2-40B4-BE49-F238E27FC236}">
                <a16:creationId xmlns:a16="http://schemas.microsoft.com/office/drawing/2014/main" id="{471308AA-85E3-402E-A55D-FD3908039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042" y="3355241"/>
            <a:ext cx="239613" cy="302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81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781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42" name="object-40-s1-ux">
            <a:extLst xmlns:a="http://schemas.openxmlformats.org/drawingml/2006/main">
              <a:ext uri="{FF2B5EF4-FFF2-40B4-BE49-F238E27FC236}">
                <a16:creationId xmlns:a16="http://schemas.microsoft.com/office/drawing/2014/main" id="{046BFCF1-B109-4B77-A1C0-FD2C9ECCB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4329" y="3302187"/>
            <a:ext cx="248013" cy="3704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09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209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43" name="object-41-s1-ux">
            <a:extLst xmlns:a="http://schemas.openxmlformats.org/drawingml/2006/main">
              <a:ext uri="{FF2B5EF4-FFF2-40B4-BE49-F238E27FC236}">
                <a16:creationId xmlns:a16="http://schemas.microsoft.com/office/drawing/2014/main" id="{E9B3FA7D-FDED-43FF-A7C2-5313700F9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4868" y="3334048"/>
            <a:ext cx="1538288" cy="95"/>
          </a:xfrm>
          <a:custGeom xmlns:a="http://schemas.openxmlformats.org/drawingml/2006/main">
            <a:pathLst>
              <a:path w="1538288" h="95">
                <a:moveTo>
                  <a:pt x="0" y="0"/>
                </a:moveTo>
                <a:lnTo>
                  <a:pt x="15382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622">
            <a:solidFill>
              <a:srgbClr val="5E7275"/>
            </a:solidFill>
            <a:prstDash val="solid"/>
          </a:ln>
        </p:spPr>
      </p:sp>
      <p:sp>
        <p:nvSpPr>
          <p:cNvPr id="44" name="object-42-s1-ux">
            <a:extLst xmlns:a="http://schemas.openxmlformats.org/drawingml/2006/main">
              <a:ext uri="{FF2B5EF4-FFF2-40B4-BE49-F238E27FC236}">
                <a16:creationId xmlns:a16="http://schemas.microsoft.com/office/drawing/2014/main" id="{0A65CCE3-0213-4358-B157-AE001288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4868" y="3677900"/>
            <a:ext cx="1538288" cy="95"/>
          </a:xfrm>
          <a:custGeom xmlns:a="http://schemas.openxmlformats.org/drawingml/2006/main">
            <a:pathLst>
              <a:path w="1538288" h="95">
                <a:moveTo>
                  <a:pt x="0" y="0"/>
                </a:moveTo>
                <a:lnTo>
                  <a:pt x="15382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622">
            <a:solidFill>
              <a:srgbClr val="5E7275"/>
            </a:solidFill>
            <a:prstDash val="solid"/>
          </a:ln>
        </p:spPr>
      </p:sp>
      <p:sp>
        <p:nvSpPr>
          <p:cNvPr id="45" name="object-43-s1-ux">
            <a:extLst xmlns:a="http://schemas.openxmlformats.org/drawingml/2006/main">
              <a:ext uri="{FF2B5EF4-FFF2-40B4-BE49-F238E27FC236}">
                <a16:creationId xmlns:a16="http://schemas.microsoft.com/office/drawing/2014/main" id="{3015F427-5A18-4D25-A53E-22B7A7729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794" y="3225463"/>
            <a:ext cx="398145" cy="561022"/>
          </a:xfrm>
          <a:prstGeom xmlns:a="http://schemas.openxmlformats.org/drawingml/2006/main" prst="roundRect">
            <a:avLst>
              <a:gd name="adj" fmla="val 717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098">
            <a:solidFill>
              <a:srgbClr val="087E86"/>
            </a:solidFill>
            <a:prstDash val="solid"/>
          </a:ln>
        </p:spPr>
      </p:sp>
      <p:sp>
        <p:nvSpPr>
          <p:cNvPr id="46" name="object-44-s1-ux">
            <a:extLst xmlns:a="http://schemas.openxmlformats.org/drawingml/2006/main">
              <a:ext uri="{FF2B5EF4-FFF2-40B4-BE49-F238E27FC236}">
                <a16:creationId xmlns:a16="http://schemas.microsoft.com/office/drawing/2014/main" id="{52763BC5-655F-46B6-8027-8A6FE37E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5224" y="3355241"/>
            <a:ext cx="358973" cy="3321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81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781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G₂′</a:t>
            </a:r>
          </a:p>
        </p:txBody>
      </p:sp>
      <p:sp>
        <p:nvSpPr>
          <p:cNvPr id="47" name="object-45-s1-ux">
            <a:extLst xmlns:a="http://schemas.openxmlformats.org/drawingml/2006/main">
              <a:ext uri="{FF2B5EF4-FFF2-40B4-BE49-F238E27FC236}">
                <a16:creationId xmlns:a16="http://schemas.microsoft.com/office/drawing/2014/main" id="{24592D20-F96A-4255-ADE0-213DA3A2E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0670" y="3225463"/>
            <a:ext cx="651510" cy="561022"/>
          </a:xfrm>
          <a:prstGeom xmlns:a="http://schemas.openxmlformats.org/drawingml/2006/main" prst="roundRect">
            <a:avLst>
              <a:gd name="adj" fmla="val 5093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098">
            <a:solidFill>
              <a:srgbClr val="087E86"/>
            </a:solidFill>
            <a:prstDash val="solid"/>
          </a:ln>
        </p:spPr>
      </p:sp>
      <p:sp>
        <p:nvSpPr>
          <p:cNvPr id="48" name="object-46-s1-ux">
            <a:extLst xmlns:a="http://schemas.openxmlformats.org/drawingml/2006/main">
              <a:ext uri="{FF2B5EF4-FFF2-40B4-BE49-F238E27FC236}">
                <a16:creationId xmlns:a16="http://schemas.microsoft.com/office/drawing/2014/main" id="{DB20B679-281E-48A7-BE1B-4194FA74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5634" y="3407390"/>
            <a:ext cx="357783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G₂⁻¹</a:t>
            </a:r>
          </a:p>
        </p:txBody>
      </p:sp>
      <p:sp>
        <p:nvSpPr>
          <p:cNvPr id="49" name="object-47-s1-ux">
            <a:extLst xmlns:a="http://schemas.openxmlformats.org/drawingml/2006/main">
              <a:ext uri="{FF2B5EF4-FFF2-40B4-BE49-F238E27FC236}">
                <a16:creationId xmlns:a16="http://schemas.microsoft.com/office/drawing/2014/main" id="{07998FD8-28BD-41F0-A4F9-C780DFB1B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3833158"/>
            <a:ext cx="1885206" cy="362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⟦L⟧ = ⟦G₁⟧ ⟦G₁′⟧⁻¹</a:t>
            </a:r>
          </a:p>
        </p:txBody>
      </p:sp>
      <p:sp>
        <p:nvSpPr>
          <p:cNvPr id="50" name="object-48-s1-ux">
            <a:extLst xmlns:a="http://schemas.openxmlformats.org/drawingml/2006/main">
              <a:ext uri="{FF2B5EF4-FFF2-40B4-BE49-F238E27FC236}">
                <a16:creationId xmlns:a16="http://schemas.microsoft.com/office/drawing/2014/main" id="{C012EBBC-3B36-4A5E-A53F-4999FD4A2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833158"/>
            <a:ext cx="1925985" cy="362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⟦R⟧ = ⟦G₂⟧⁻¹ ⟦G₂′⟧</a:t>
            </a:r>
          </a:p>
        </p:txBody>
      </p:sp>
      <p:sp>
        <p:nvSpPr>
          <p:cNvPr id="51" name="object-49-s2-ux">
            <a:extLst xmlns:a="http://schemas.openxmlformats.org/drawingml/2006/main">
              <a:ext uri="{FF2B5EF4-FFF2-40B4-BE49-F238E27FC236}">
                <a16:creationId xmlns:a16="http://schemas.microsoft.com/office/drawing/2014/main" id="{27E99E74-A5E0-427E-AD5E-9F733CD79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64665"/>
            <a:ext cx="2718048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Equivalent canonical rule</a:t>
            </a:r>
          </a:p>
        </p:txBody>
      </p:sp>
      <p:sp>
        <p:nvSpPr>
          <p:cNvPr id="52" name="object-50-s2-ux">
            <a:extLst xmlns:a="http://schemas.openxmlformats.org/drawingml/2006/main">
              <a:ext uri="{FF2B5EF4-FFF2-40B4-BE49-F238E27FC236}">
                <a16:creationId xmlns:a16="http://schemas.microsoft.com/office/drawing/2014/main" id="{12656687-1F78-41D9-BAA2-27DE70F6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467523"/>
            <a:ext cx="1466850" cy="95"/>
          </a:xfrm>
          <a:custGeom xmlns:a="http://schemas.openxmlformats.org/drawingml/2006/main">
            <a:pathLst>
              <a:path w="1466850" h="95">
                <a:moveTo>
                  <a:pt x="0" y="0"/>
                </a:moveTo>
                <a:lnTo>
                  <a:pt x="1466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194">
            <a:solidFill>
              <a:srgbClr val="5E7275"/>
            </a:solidFill>
            <a:prstDash val="solid"/>
          </a:ln>
        </p:spPr>
      </p:sp>
      <p:sp>
        <p:nvSpPr>
          <p:cNvPr id="53" name="object-51-s2-ux">
            <a:extLst xmlns:a="http://schemas.openxmlformats.org/drawingml/2006/main">
              <a:ext uri="{FF2B5EF4-FFF2-40B4-BE49-F238E27FC236}">
                <a16:creationId xmlns:a16="http://schemas.microsoft.com/office/drawing/2014/main" id="{77D8575F-6676-4A58-AAA8-2B2913B3F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865668"/>
            <a:ext cx="1466850" cy="95"/>
          </a:xfrm>
          <a:custGeom xmlns:a="http://schemas.openxmlformats.org/drawingml/2006/main">
            <a:pathLst>
              <a:path w="1466850" h="95">
                <a:moveTo>
                  <a:pt x="0" y="0"/>
                </a:moveTo>
                <a:lnTo>
                  <a:pt x="1466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194">
            <a:solidFill>
              <a:srgbClr val="5E7275"/>
            </a:solidFill>
            <a:prstDash val="solid"/>
          </a:ln>
        </p:spPr>
      </p:sp>
      <p:sp>
        <p:nvSpPr>
          <p:cNvPr id="54" name="object-52-s2-ux">
            <a:extLst xmlns:a="http://schemas.openxmlformats.org/drawingml/2006/main">
              <a:ext uri="{FF2B5EF4-FFF2-40B4-BE49-F238E27FC236}">
                <a16:creationId xmlns:a16="http://schemas.microsoft.com/office/drawing/2014/main" id="{56EA3BD6-560C-4C0C-A49D-44DAFA22F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473" y="4341793"/>
            <a:ext cx="461010" cy="649605"/>
          </a:xfrm>
          <a:prstGeom xmlns:a="http://schemas.openxmlformats.org/drawingml/2006/main" prst="roundRect">
            <a:avLst>
              <a:gd name="adj" fmla="val 6198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0955">
            <a:solidFill>
              <a:srgbClr val="087E86"/>
            </a:solidFill>
            <a:prstDash val="solid"/>
          </a:ln>
        </p:spPr>
      </p:sp>
      <p:sp>
        <p:nvSpPr>
          <p:cNvPr id="55" name="object-53-s2-ux">
            <a:extLst xmlns:a="http://schemas.openxmlformats.org/drawingml/2006/main">
              <a:ext uri="{FF2B5EF4-FFF2-40B4-BE49-F238E27FC236}">
                <a16:creationId xmlns:a16="http://schemas.microsoft.com/office/drawing/2014/main" id="{6B6123E1-DCFF-4CC3-BCCD-B669BDE8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2126" y="4496574"/>
            <a:ext cx="224284" cy="3476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063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L</a:t>
            </a:r>
          </a:p>
        </p:txBody>
      </p:sp>
      <p:sp>
        <p:nvSpPr>
          <p:cNvPr id="56" name="object-54-s2-ux">
            <a:extLst xmlns:a="http://schemas.openxmlformats.org/drawingml/2006/main">
              <a:ext uri="{FF2B5EF4-FFF2-40B4-BE49-F238E27FC236}">
                <a16:creationId xmlns:a16="http://schemas.microsoft.com/office/drawing/2014/main" id="{D4FC3C25-E1C9-436E-B248-39E034F2A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2168" y="4341793"/>
            <a:ext cx="461010" cy="649605"/>
          </a:xfrm>
          <a:prstGeom xmlns:a="http://schemas.openxmlformats.org/drawingml/2006/main" prst="roundRect">
            <a:avLst>
              <a:gd name="adj" fmla="val 6198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0955">
            <a:solidFill>
              <a:srgbClr val="087E86"/>
            </a:solidFill>
            <a:prstDash val="solid"/>
          </a:ln>
        </p:spPr>
      </p:sp>
      <p:sp>
        <p:nvSpPr>
          <p:cNvPr id="57" name="object-55-s2-ux">
            <a:extLst xmlns:a="http://schemas.openxmlformats.org/drawingml/2006/main">
              <a:ext uri="{FF2B5EF4-FFF2-40B4-BE49-F238E27FC236}">
                <a16:creationId xmlns:a16="http://schemas.microsoft.com/office/drawing/2014/main" id="{B5036D3F-ED76-4DE2-8E6D-9E56A033F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5311" y="4496574"/>
            <a:ext cx="253305" cy="3476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063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58" name="object-56-s2-ux">
            <a:extLst xmlns:a="http://schemas.openxmlformats.org/drawingml/2006/main">
              <a:ext uri="{FF2B5EF4-FFF2-40B4-BE49-F238E27FC236}">
                <a16:creationId xmlns:a16="http://schemas.microsoft.com/office/drawing/2014/main" id="{C49AA845-8DC0-4ABE-A73D-3CDB0329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2174" y="4433137"/>
            <a:ext cx="287197" cy="4269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55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59" name="object-57-s2-ux">
            <a:extLst xmlns:a="http://schemas.openxmlformats.org/drawingml/2006/main">
              <a:ext uri="{FF2B5EF4-FFF2-40B4-BE49-F238E27FC236}">
                <a16:creationId xmlns:a16="http://schemas.microsoft.com/office/drawing/2014/main" id="{7A9B21A4-883B-4288-B268-1D3413DAC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2810" y="4467523"/>
            <a:ext cx="1466850" cy="95"/>
          </a:xfrm>
          <a:custGeom xmlns:a="http://schemas.openxmlformats.org/drawingml/2006/main">
            <a:pathLst>
              <a:path w="1466850" h="95">
                <a:moveTo>
                  <a:pt x="0" y="0"/>
                </a:moveTo>
                <a:lnTo>
                  <a:pt x="1466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194">
            <a:solidFill>
              <a:srgbClr val="5E7275"/>
            </a:solidFill>
            <a:prstDash val="solid"/>
          </a:ln>
        </p:spPr>
      </p:sp>
      <p:sp>
        <p:nvSpPr>
          <p:cNvPr id="60" name="object-58-s2-ux">
            <a:extLst xmlns:a="http://schemas.openxmlformats.org/drawingml/2006/main">
              <a:ext uri="{FF2B5EF4-FFF2-40B4-BE49-F238E27FC236}">
                <a16:creationId xmlns:a16="http://schemas.microsoft.com/office/drawing/2014/main" id="{EEE08660-68B7-4CBD-A47A-0B9A909A5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2810" y="4865668"/>
            <a:ext cx="1466850" cy="95"/>
          </a:xfrm>
          <a:custGeom xmlns:a="http://schemas.openxmlformats.org/drawingml/2006/main">
            <a:pathLst>
              <a:path w="1466850" h="95">
                <a:moveTo>
                  <a:pt x="0" y="0"/>
                </a:moveTo>
                <a:lnTo>
                  <a:pt x="1466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194">
            <a:solidFill>
              <a:srgbClr val="5E7275"/>
            </a:solidFill>
            <a:prstDash val="solid"/>
          </a:ln>
        </p:spPr>
      </p:sp>
      <p:sp>
        <p:nvSpPr>
          <p:cNvPr id="61" name="object-59-s2-ux">
            <a:extLst xmlns:a="http://schemas.openxmlformats.org/drawingml/2006/main">
              <a:ext uri="{FF2B5EF4-FFF2-40B4-BE49-F238E27FC236}">
                <a16:creationId xmlns:a16="http://schemas.microsoft.com/office/drawing/2014/main" id="{E3A39A15-7AAC-46BC-AD15-7ADA204E1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1882" y="4341793"/>
            <a:ext cx="461010" cy="649605"/>
          </a:xfrm>
          <a:prstGeom xmlns:a="http://schemas.openxmlformats.org/drawingml/2006/main" prst="roundRect">
            <a:avLst>
              <a:gd name="adj" fmla="val 6198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0955">
            <a:solidFill>
              <a:srgbClr val="087E86"/>
            </a:solidFill>
            <a:prstDash val="solid"/>
          </a:ln>
        </p:spPr>
      </p:sp>
      <p:sp>
        <p:nvSpPr>
          <p:cNvPr id="62" name="object-60-s2-ux">
            <a:extLst xmlns:a="http://schemas.openxmlformats.org/drawingml/2006/main">
              <a:ext uri="{FF2B5EF4-FFF2-40B4-BE49-F238E27FC236}">
                <a16:creationId xmlns:a16="http://schemas.microsoft.com/office/drawing/2014/main" id="{368D02AE-8F57-4F2B-B3D7-5E868D824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5025" y="4496574"/>
            <a:ext cx="253305" cy="3476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063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63" name="object-61-s2-ux">
            <a:extLst xmlns:a="http://schemas.openxmlformats.org/drawingml/2006/main">
              <a:ext uri="{FF2B5EF4-FFF2-40B4-BE49-F238E27FC236}">
                <a16:creationId xmlns:a16="http://schemas.microsoft.com/office/drawing/2014/main" id="{4C33AA38-6B4D-46BC-887E-0B1F282D3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9578" y="4341793"/>
            <a:ext cx="461010" cy="649605"/>
          </a:xfrm>
          <a:prstGeom xmlns:a="http://schemas.openxmlformats.org/drawingml/2006/main" prst="roundRect">
            <a:avLst>
              <a:gd name="adj" fmla="val 6198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0955">
            <a:solidFill>
              <a:srgbClr val="087E86"/>
            </a:solidFill>
            <a:prstDash val="solid"/>
          </a:ln>
        </p:spPr>
      </p:sp>
      <p:sp>
        <p:nvSpPr>
          <p:cNvPr id="64" name="object-62-s2-ux">
            <a:extLst xmlns:a="http://schemas.openxmlformats.org/drawingml/2006/main">
              <a:ext uri="{FF2B5EF4-FFF2-40B4-BE49-F238E27FC236}">
                <a16:creationId xmlns:a16="http://schemas.microsoft.com/office/drawing/2014/main" id="{BA003914-C552-43C7-A10B-83974C8A5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428" y="4496574"/>
            <a:ext cx="267891" cy="3476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063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65" name="object-63-s2-ux">
            <a:extLst xmlns:a="http://schemas.openxmlformats.org/drawingml/2006/main">
              <a:ext uri="{FF2B5EF4-FFF2-40B4-BE49-F238E27FC236}">
                <a16:creationId xmlns:a16="http://schemas.microsoft.com/office/drawing/2014/main" id="{A554494D-238C-4DFF-A53E-C9357752B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68563"/>
            <a:ext cx="8157418" cy="3033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The same S satisfies the general rule if and only if it satisfies this canonical rule.</a:t>
            </a:r>
          </a:p>
        </p:txBody>
      </p:sp>
      <p:sp>
        <p:nvSpPr>
          <p:cNvPr id="66" name="object-64-s0-ux">
            <a:extLst xmlns:a="http://schemas.openxmlformats.org/drawingml/2006/main">
              <a:ext uri="{FF2B5EF4-FFF2-40B4-BE49-F238E27FC236}">
                <a16:creationId xmlns:a16="http://schemas.microsoft.com/office/drawing/2014/main" id="{25770739-FD7D-4505-986B-A9FBB96A3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5919043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Circuits read left to right; matrix products act right to left. ⟦C⟧ denotes circuit C’s matrix.</a:t>
            </a:r>
          </a:p>
        </p:txBody>
      </p:sp>
      <p:sp>
        <p:nvSpPr>
          <p:cNvPr id="67" name="object-65-s0-ux">
            <a:extLst xmlns:a="http://schemas.openxmlformats.org/drawingml/2006/main">
              <a:ext uri="{FF2B5EF4-FFF2-40B4-BE49-F238E27FC236}">
                <a16:creationId xmlns:a16="http://schemas.microsoft.com/office/drawing/2014/main" id="{0D3F7248-3332-4D58-992C-608F6AEDA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3363813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§5.3.1, Theorem 5.1 and Lemma 5.6</a:t>
            </a:r>
          </a:p>
        </p:txBody>
      </p:sp>
      <p:sp>
        <p:nvSpPr>
          <p:cNvPr id="68" name="object-66-s0-ux">
            <a:extLst xmlns:a="http://schemas.openxmlformats.org/drawingml/2006/main">
              <a:ext uri="{FF2B5EF4-FFF2-40B4-BE49-F238E27FC236}">
                <a16:creationId xmlns:a16="http://schemas.microsoft.com/office/drawing/2014/main" id="{1357DC08-484C-4D4B-9B5B-23C2BC98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07 / 14</a:t>
            </a:r>
          </a:p>
        </p:txBody>
      </p:sp>
      <p:sp>
        <p:nvSpPr>
          <p:cNvPr id="69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EE69749F-1A8B-4900-B455-AA7264138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3 / 3</a:t>
            </a:r>
          </a:p>
        </p:txBody>
      </p:sp>
    </p:spTree>
    <p:extLst>
      <p:ext uri="{BB962C8B-B14F-4D97-AF65-F5344CB8AC3E}">
        <p14:creationId xmlns:p14="http://schemas.microsoft.com/office/powerpoint/2010/main" val="132455456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-accent">
            <a:extLst xmlns:a="http://schemas.openxmlformats.org/drawingml/2006/main">
              <a:ext uri="{FF2B5EF4-FFF2-40B4-BE49-F238E27FC236}">
                <a16:creationId xmlns:a16="http://schemas.microsoft.com/office/drawing/2014/main" id="{83BB47CE-C0BF-4EBE-A8DD-8A77DE55C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C1A42FA7-8EA8-4C43-8B5F-B84F7C50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8102233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Symbolic synthesis: enumerate, decide, solve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8FC6F780-4127-4BAF-A2F9-A33E8D36D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71974"/>
            <a:ext cx="3211711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FROM CANDIDATES TO SYMBOLIC RULES</a:t>
            </a:r>
          </a:p>
        </p:txBody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413EBBA3-85F6-485B-855D-34D4C92FE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6304"/>
            <a:ext cx="5896124" cy="3033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1. Enumerate all candidate pairs (L, R) within the bounds.</a:t>
            </a:r>
          </a:p>
        </p:txBody>
      </p:sp>
      <p:sp>
        <p:nvSpPr>
          <p:cNvPr id="5" name="object-37-s0-ux">
            <a:extLst xmlns:a="http://schemas.openxmlformats.org/drawingml/2006/main">
              <a:ext uri="{FF2B5EF4-FFF2-40B4-BE49-F238E27FC236}">
                <a16:creationId xmlns:a16="http://schemas.microsoft.com/office/drawing/2014/main" id="{B8844FC8-16E3-4D52-8726-378F1EA69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3356967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§5.3, Theorem 5.1, Lemmas 5.3–5.4</a:t>
            </a:r>
          </a:p>
        </p:txBody>
      </p:sp>
      <p:sp>
        <p:nvSpPr>
          <p:cNvPr id="6" name="object-38-s0-ux">
            <a:extLst xmlns:a="http://schemas.openxmlformats.org/drawingml/2006/main">
              <a:ext uri="{FF2B5EF4-FFF2-40B4-BE49-F238E27FC236}">
                <a16:creationId xmlns:a16="http://schemas.microsoft.com/office/drawing/2014/main" id="{E20AED12-9221-4059-AE74-7508EB25B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08 / 14</a:t>
            </a:r>
          </a:p>
        </p:txBody>
      </p:sp>
      <p:sp>
        <p:nvSpPr>
          <p:cNvPr id="7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2897808A-45BB-4094-BA76-5317442A5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1 / 6</a:t>
            </a:r>
          </a:p>
        </p:txBody>
      </p:sp>
    </p:spTree>
    <p:extLst>
      <p:ext uri="{BB962C8B-B14F-4D97-AF65-F5344CB8AC3E}">
        <p14:creationId xmlns:p14="http://schemas.microsoft.com/office/powerpoint/2010/main" val="40976608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-accent">
            <a:extLst xmlns:a="http://schemas.openxmlformats.org/drawingml/2006/main">
              <a:ext uri="{FF2B5EF4-FFF2-40B4-BE49-F238E27FC236}">
                <a16:creationId xmlns:a16="http://schemas.microsoft.com/office/drawing/2014/main" id="{1C0D8222-3443-4A84-8AEF-E9FCC642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B0D70BA9-C749-42F0-9000-E8F8E3C8D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8102233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Symbolic synthesis: enumerate, decide, solve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695E7194-94DF-4AFE-9C33-5E6B41F3E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71974"/>
            <a:ext cx="3211711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FROM CANDIDATES TO SYMBOLIC RULES</a:t>
            </a:r>
          </a:p>
        </p:txBody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466598B0-56F6-42E3-BC1C-7FEAEC3A5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6304"/>
            <a:ext cx="5896124" cy="3033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1. Enumerate all candidate pairs (L, R) within the bounds.</a:t>
            </a:r>
          </a:p>
        </p:txBody>
      </p:sp>
      <p:sp>
        <p:nvSpPr>
          <p:cNvPr id="5" name="object-3-s1-ux">
            <a:extLst xmlns:a="http://schemas.openxmlformats.org/drawingml/2006/main">
              <a:ext uri="{FF2B5EF4-FFF2-40B4-BE49-F238E27FC236}">
                <a16:creationId xmlns:a16="http://schemas.microsoft.com/office/drawing/2014/main" id="{3B5D6422-6666-4C1A-A39F-DF8D8C032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64454"/>
            <a:ext cx="5832574" cy="3033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2. For each candidate, decide whether a unitary S exists.</a:t>
            </a:r>
          </a:p>
        </p:txBody>
      </p:sp>
      <p:sp>
        <p:nvSpPr>
          <p:cNvPr id="6" name="object-4-s1-ux">
            <a:extLst xmlns:a="http://schemas.openxmlformats.org/drawingml/2006/main">
              <a:ext uri="{FF2B5EF4-FFF2-40B4-BE49-F238E27FC236}">
                <a16:creationId xmlns:a16="http://schemas.microsoft.com/office/drawing/2014/main" id="{543EC71C-250B-443C-A452-6B18435BE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02604"/>
            <a:ext cx="4548336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3. If it exists, solve for the matrix space of S.</a:t>
            </a:r>
          </a:p>
        </p:txBody>
      </p:sp>
      <p:sp>
        <p:nvSpPr>
          <p:cNvPr id="7" name="object-37-s0-ux">
            <a:extLst xmlns:a="http://schemas.openxmlformats.org/drawingml/2006/main">
              <a:ext uri="{FF2B5EF4-FFF2-40B4-BE49-F238E27FC236}">
                <a16:creationId xmlns:a16="http://schemas.microsoft.com/office/drawing/2014/main" id="{D68BFB39-983B-41DE-BB8D-E4378F6FE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3356967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§5.3, Theorem 5.1, Lemmas 5.3–5.4</a:t>
            </a:r>
          </a:p>
        </p:txBody>
      </p:sp>
      <p:sp>
        <p:nvSpPr>
          <p:cNvPr id="8" name="object-38-s0-ux">
            <a:extLst xmlns:a="http://schemas.openxmlformats.org/drawingml/2006/main">
              <a:ext uri="{FF2B5EF4-FFF2-40B4-BE49-F238E27FC236}">
                <a16:creationId xmlns:a16="http://schemas.microsoft.com/office/drawing/2014/main" id="{9095112E-6599-496F-9DF3-660CFE044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08 / 14</a:t>
            </a:r>
          </a:p>
        </p:txBody>
      </p:sp>
      <p:sp>
        <p:nvSpPr>
          <p:cNvPr id="9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2E21629E-10FA-4E67-BE52-9FA8D5041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2 / 6</a:t>
            </a:r>
          </a:p>
        </p:txBody>
      </p:sp>
    </p:spTree>
    <p:extLst>
      <p:ext uri="{BB962C8B-B14F-4D97-AF65-F5344CB8AC3E}">
        <p14:creationId xmlns:p14="http://schemas.microsoft.com/office/powerpoint/2010/main" val="149717091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op-accent">
            <a:extLst xmlns:a="http://schemas.openxmlformats.org/drawingml/2006/main">
              <a:ext uri="{FF2B5EF4-FFF2-40B4-BE49-F238E27FC236}">
                <a16:creationId xmlns:a16="http://schemas.microsoft.com/office/drawing/2014/main" id="{F45D8D23-3F12-42EE-AC49-EA5232981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B34F358F-F3C6-401B-B6B6-DAC6DCC7F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8102233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Symbolic synthesis: enumerate, decide, solve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006B40B1-3692-4679-838D-5BF3B7FD1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71974"/>
            <a:ext cx="3211711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FROM CANDIDATES TO SYMBOLIC RULES</a:t>
            </a:r>
          </a:p>
        </p:txBody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EB1A6860-5E26-4BD8-8049-2819CC6D7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6304"/>
            <a:ext cx="5896124" cy="3033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1. Enumerate all candidate pairs (L, R) within the bounds.</a:t>
            </a:r>
          </a:p>
        </p:txBody>
      </p:sp>
      <p:sp>
        <p:nvSpPr>
          <p:cNvPr id="5" name="object-3-s1-ux">
            <a:extLst xmlns:a="http://schemas.openxmlformats.org/drawingml/2006/main">
              <a:ext uri="{FF2B5EF4-FFF2-40B4-BE49-F238E27FC236}">
                <a16:creationId xmlns:a16="http://schemas.microsoft.com/office/drawing/2014/main" id="{4EDD578F-F3CB-4625-9B9D-EF2F98A5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64454"/>
            <a:ext cx="5832574" cy="3033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2. For each candidate, decide whether a unitary S exists.</a:t>
            </a:r>
          </a:p>
        </p:txBody>
      </p:sp>
      <p:sp>
        <p:nvSpPr>
          <p:cNvPr id="6" name="object-4-s1-ux">
            <a:extLst xmlns:a="http://schemas.openxmlformats.org/drawingml/2006/main">
              <a:ext uri="{FF2B5EF4-FFF2-40B4-BE49-F238E27FC236}">
                <a16:creationId xmlns:a16="http://schemas.microsoft.com/office/drawing/2014/main" id="{5DB510B7-10AE-47BE-B29F-AC33B61B8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02604"/>
            <a:ext cx="4548336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3. If it exists, solve for the matrix space of S.</a:t>
            </a:r>
          </a:p>
        </p:txBody>
      </p:sp>
      <p:sp>
        <p:nvSpPr>
          <p:cNvPr id="7" name="object-5-s2-ux">
            <a:extLst xmlns:a="http://schemas.openxmlformats.org/drawingml/2006/main">
              <a:ext uri="{FF2B5EF4-FFF2-40B4-BE49-F238E27FC236}">
                <a16:creationId xmlns:a16="http://schemas.microsoft.com/office/drawing/2014/main" id="{4E17F1D3-A0CF-4FB8-B009-C3AEB461D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82664"/>
            <a:ext cx="10782300" cy="95"/>
          </a:xfrm>
          <a:custGeom xmlns:a="http://schemas.openxmlformats.org/drawingml/2006/main">
            <a:pathLst>
              <a:path w="10782300" h="95">
                <a:moveTo>
                  <a:pt x="0" y="0"/>
                </a:moveTo>
                <a:lnTo>
                  <a:pt x="10782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BECBC7"/>
            </a:solidFill>
            <a:prstDash val="solid"/>
          </a:ln>
        </p:spPr>
      </p:sp>
      <p:sp>
        <p:nvSpPr>
          <p:cNvPr id="8" name="object-6-s2-ux">
            <a:extLst xmlns:a="http://schemas.openxmlformats.org/drawingml/2006/main">
              <a:ext uri="{FF2B5EF4-FFF2-40B4-BE49-F238E27FC236}">
                <a16:creationId xmlns:a16="http://schemas.microsoft.com/office/drawing/2014/main" id="{ECBF728A-7B9B-4546-BFE9-BB975313F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6494"/>
            <a:ext cx="2340322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TRACE FILTER · Lemma 5.4</a:t>
            </a:r>
          </a:p>
        </p:txBody>
      </p:sp>
      <p:sp>
        <p:nvSpPr>
          <p:cNvPr id="9" name="object-7-s2-ux">
            <a:extLst xmlns:a="http://schemas.openxmlformats.org/drawingml/2006/main">
              <a:ext uri="{FF2B5EF4-FFF2-40B4-BE49-F238E27FC236}">
                <a16:creationId xmlns:a16="http://schemas.microsoft.com/office/drawing/2014/main" id="{C97BC700-D640-43DF-BE1B-03EEC9D62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5143" y="3136017"/>
            <a:ext cx="2031057" cy="2362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Necessary, not sufficient</a:t>
            </a:r>
          </a:p>
        </p:txBody>
      </p:sp>
      <p:sp>
        <p:nvSpPr>
          <p:cNvPr id="10" name="object-8-s2-ux">
            <a:extLst xmlns:a="http://schemas.openxmlformats.org/drawingml/2006/main">
              <a:ext uri="{FF2B5EF4-FFF2-40B4-BE49-F238E27FC236}">
                <a16:creationId xmlns:a16="http://schemas.microsoft.com/office/drawing/2014/main" id="{B6B9260F-60D0-4BA2-B437-A5A9DA9FE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2475" y="3437959"/>
            <a:ext cx="3094940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∃ unitary S : S L = R S</a:t>
            </a:r>
          </a:p>
        </p:txBody>
      </p:sp>
      <p:sp>
        <p:nvSpPr>
          <p:cNvPr id="11" name="object-9-s2-ux">
            <a:extLst xmlns:a="http://schemas.openxmlformats.org/drawingml/2006/main">
              <a:ext uri="{FF2B5EF4-FFF2-40B4-BE49-F238E27FC236}">
                <a16:creationId xmlns:a16="http://schemas.microsoft.com/office/drawing/2014/main" id="{643DF65C-2379-4855-B7EC-D9403C2C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549" y="3363664"/>
            <a:ext cx="463302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⇒</a:t>
            </a:r>
          </a:p>
        </p:txBody>
      </p:sp>
      <p:sp>
        <p:nvSpPr>
          <p:cNvPr id="12" name="object-10-s2-ux">
            <a:extLst xmlns:a="http://schemas.openxmlformats.org/drawingml/2006/main">
              <a:ext uri="{FF2B5EF4-FFF2-40B4-BE49-F238E27FC236}">
                <a16:creationId xmlns:a16="http://schemas.microsoft.com/office/drawing/2014/main" id="{F6871E1D-D773-422F-92F2-AF9124DD3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3916" y="3437959"/>
            <a:ext cx="1606808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tr(L) = tr(R)</a:t>
            </a:r>
          </a:p>
        </p:txBody>
      </p:sp>
      <p:sp>
        <p:nvSpPr>
          <p:cNvPr id="13" name="object-36-s2-ux">
            <a:extLst xmlns:a="http://schemas.openxmlformats.org/drawingml/2006/main">
              <a:ext uri="{FF2B5EF4-FFF2-40B4-BE49-F238E27FC236}">
                <a16:creationId xmlns:a16="http://schemas.microsoft.com/office/drawing/2014/main" id="{7F38FFA2-16F7-4719-8E9B-B8FE7FB76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7475041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Assume L and R are unitary and have the same dimension. Equal trace alone does not guarantee a unitary S.</a:t>
            </a:r>
          </a:p>
        </p:txBody>
      </p:sp>
      <p:sp>
        <p:nvSpPr>
          <p:cNvPr id="14" name="object-37-s0-ux">
            <a:extLst xmlns:a="http://schemas.openxmlformats.org/drawingml/2006/main">
              <a:ext uri="{FF2B5EF4-FFF2-40B4-BE49-F238E27FC236}">
                <a16:creationId xmlns:a16="http://schemas.microsoft.com/office/drawing/2014/main" id="{B17293D7-0397-45DB-B909-BB0944638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3356967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§5.3, Theorem 5.1, Lemmas 5.3–5.4</a:t>
            </a:r>
          </a:p>
        </p:txBody>
      </p:sp>
      <p:sp>
        <p:nvSpPr>
          <p:cNvPr id="15" name="object-38-s0-ux">
            <a:extLst xmlns:a="http://schemas.openxmlformats.org/drawingml/2006/main">
              <a:ext uri="{FF2B5EF4-FFF2-40B4-BE49-F238E27FC236}">
                <a16:creationId xmlns:a16="http://schemas.microsoft.com/office/drawing/2014/main" id="{E974DAB9-DC93-4C84-A950-04A178E3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08 / 14</a:t>
            </a:r>
          </a:p>
        </p:txBody>
      </p:sp>
      <p:sp>
        <p:nvSpPr>
          <p:cNvPr id="16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01561708-4B93-4E1E-BEA3-C14BB3B0C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3 / 6</a:t>
            </a:r>
          </a:p>
        </p:txBody>
      </p:sp>
    </p:spTree>
    <p:extLst>
      <p:ext uri="{BB962C8B-B14F-4D97-AF65-F5344CB8AC3E}">
        <p14:creationId xmlns:p14="http://schemas.microsoft.com/office/powerpoint/2010/main" val="174670420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op-accent">
            <a:extLst xmlns:a="http://schemas.openxmlformats.org/drawingml/2006/main">
              <a:ext uri="{FF2B5EF4-FFF2-40B4-BE49-F238E27FC236}">
                <a16:creationId xmlns:a16="http://schemas.microsoft.com/office/drawing/2014/main" id="{4DFD9990-C80A-4426-B6D3-71CAB381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A0521A29-154B-4DC4-BA67-6091C8E2A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8102233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Symbolic synthesis: enumerate, decide, solve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473C1C8E-B069-4AF3-8E5C-8174CB139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71974"/>
            <a:ext cx="3211711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FROM CANDIDATES TO SYMBOLIC RULES</a:t>
            </a:r>
          </a:p>
        </p:txBody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C8019AC2-75F3-410C-9D39-716A5B93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6304"/>
            <a:ext cx="5896124" cy="3033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1. Enumerate all candidate pairs (L, R) within the bounds.</a:t>
            </a:r>
          </a:p>
        </p:txBody>
      </p:sp>
      <p:sp>
        <p:nvSpPr>
          <p:cNvPr id="5" name="object-3-s1-ux">
            <a:extLst xmlns:a="http://schemas.openxmlformats.org/drawingml/2006/main">
              <a:ext uri="{FF2B5EF4-FFF2-40B4-BE49-F238E27FC236}">
                <a16:creationId xmlns:a16="http://schemas.microsoft.com/office/drawing/2014/main" id="{AD08F816-EB25-44DC-A8CF-0186A520A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64454"/>
            <a:ext cx="5832574" cy="3033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2. For each candidate, decide whether a unitary S exists.</a:t>
            </a:r>
          </a:p>
        </p:txBody>
      </p:sp>
      <p:sp>
        <p:nvSpPr>
          <p:cNvPr id="6" name="object-4-s1-ux">
            <a:extLst xmlns:a="http://schemas.openxmlformats.org/drawingml/2006/main">
              <a:ext uri="{FF2B5EF4-FFF2-40B4-BE49-F238E27FC236}">
                <a16:creationId xmlns:a16="http://schemas.microsoft.com/office/drawing/2014/main" id="{AEF749D5-F801-4B37-A0BB-C77A57587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02604"/>
            <a:ext cx="4548336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3. If it exists, solve for the matrix space of S.</a:t>
            </a:r>
          </a:p>
        </p:txBody>
      </p:sp>
      <p:sp>
        <p:nvSpPr>
          <p:cNvPr id="7" name="object-5-s2-ux">
            <a:extLst xmlns:a="http://schemas.openxmlformats.org/drawingml/2006/main">
              <a:ext uri="{FF2B5EF4-FFF2-40B4-BE49-F238E27FC236}">
                <a16:creationId xmlns:a16="http://schemas.microsoft.com/office/drawing/2014/main" id="{A6B01873-1997-40BD-B030-1760E4955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82664"/>
            <a:ext cx="10782300" cy="95"/>
          </a:xfrm>
          <a:custGeom xmlns:a="http://schemas.openxmlformats.org/drawingml/2006/main">
            <a:pathLst>
              <a:path w="10782300" h="95">
                <a:moveTo>
                  <a:pt x="0" y="0"/>
                </a:moveTo>
                <a:lnTo>
                  <a:pt x="10782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BECBC7"/>
            </a:solidFill>
            <a:prstDash val="solid"/>
          </a:ln>
        </p:spPr>
      </p:sp>
      <p:sp>
        <p:nvSpPr>
          <p:cNvPr id="8" name="object-6-s2-ux">
            <a:extLst xmlns:a="http://schemas.openxmlformats.org/drawingml/2006/main">
              <a:ext uri="{FF2B5EF4-FFF2-40B4-BE49-F238E27FC236}">
                <a16:creationId xmlns:a16="http://schemas.microsoft.com/office/drawing/2014/main" id="{E620DC22-85D1-4F68-A723-000A8446F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6494"/>
            <a:ext cx="2340322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TRACE FILTER · Lemma 5.4</a:t>
            </a:r>
          </a:p>
        </p:txBody>
      </p:sp>
      <p:sp>
        <p:nvSpPr>
          <p:cNvPr id="9" name="object-7-s2-ux">
            <a:extLst xmlns:a="http://schemas.openxmlformats.org/drawingml/2006/main">
              <a:ext uri="{FF2B5EF4-FFF2-40B4-BE49-F238E27FC236}">
                <a16:creationId xmlns:a16="http://schemas.microsoft.com/office/drawing/2014/main" id="{533A5D54-97DE-4CA2-B29F-6AF96BA4B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5143" y="3136017"/>
            <a:ext cx="2031057" cy="2362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Necessary, not sufficient</a:t>
            </a:r>
          </a:p>
        </p:txBody>
      </p:sp>
      <p:sp>
        <p:nvSpPr>
          <p:cNvPr id="10" name="object-8-s2-ux">
            <a:extLst xmlns:a="http://schemas.openxmlformats.org/drawingml/2006/main">
              <a:ext uri="{FF2B5EF4-FFF2-40B4-BE49-F238E27FC236}">
                <a16:creationId xmlns:a16="http://schemas.microsoft.com/office/drawing/2014/main" id="{6A0E3648-BFC2-4BF0-A416-E98BD7C62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2475" y="3437959"/>
            <a:ext cx="3094940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∃ unitary S : S L = R S</a:t>
            </a:r>
          </a:p>
        </p:txBody>
      </p:sp>
      <p:sp>
        <p:nvSpPr>
          <p:cNvPr id="11" name="object-9-s2-ux">
            <a:extLst xmlns:a="http://schemas.openxmlformats.org/drawingml/2006/main">
              <a:ext uri="{FF2B5EF4-FFF2-40B4-BE49-F238E27FC236}">
                <a16:creationId xmlns:a16="http://schemas.microsoft.com/office/drawing/2014/main" id="{1E721671-EBE5-42D5-96BF-256E52534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549" y="3363664"/>
            <a:ext cx="463302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⇒</a:t>
            </a:r>
          </a:p>
        </p:txBody>
      </p:sp>
      <p:sp>
        <p:nvSpPr>
          <p:cNvPr id="12" name="object-10-s2-ux">
            <a:extLst xmlns:a="http://schemas.openxmlformats.org/drawingml/2006/main">
              <a:ext uri="{FF2B5EF4-FFF2-40B4-BE49-F238E27FC236}">
                <a16:creationId xmlns:a16="http://schemas.microsoft.com/office/drawing/2014/main" id="{E7E6C048-1056-4DD3-9D4B-F37AFF1A1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3916" y="3437959"/>
            <a:ext cx="1606808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tr(L) = tr(R)</a:t>
            </a:r>
          </a:p>
        </p:txBody>
      </p:sp>
      <p:sp>
        <p:nvSpPr>
          <p:cNvPr id="13" name="object-11-s3-ux">
            <a:extLst xmlns:a="http://schemas.openxmlformats.org/drawingml/2006/main">
              <a:ext uri="{FF2B5EF4-FFF2-40B4-BE49-F238E27FC236}">
                <a16:creationId xmlns:a16="http://schemas.microsoft.com/office/drawing/2014/main" id="{5F0958E9-0CC9-4735-A87F-FF08BC27C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2789"/>
            <a:ext cx="10782300" cy="95"/>
          </a:xfrm>
          <a:custGeom xmlns:a="http://schemas.openxmlformats.org/drawingml/2006/main">
            <a:pathLst>
              <a:path w="10782300" h="95">
                <a:moveTo>
                  <a:pt x="0" y="0"/>
                </a:moveTo>
                <a:lnTo>
                  <a:pt x="10782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BECBC7"/>
            </a:solidFill>
            <a:prstDash val="solid"/>
          </a:ln>
        </p:spPr>
      </p:sp>
      <p:sp>
        <p:nvSpPr>
          <p:cNvPr id="14" name="object-12-s3-ux">
            <a:extLst xmlns:a="http://schemas.openxmlformats.org/drawingml/2006/main">
              <a:ext uri="{FF2B5EF4-FFF2-40B4-BE49-F238E27FC236}">
                <a16:creationId xmlns:a16="http://schemas.microsoft.com/office/drawing/2014/main" id="{3D048E72-695F-45C8-B30F-69BA7B0E8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27569"/>
            <a:ext cx="2702570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EIGENVALUE TEST · Lemma 5.3</a:t>
            </a:r>
          </a:p>
        </p:txBody>
      </p:sp>
      <p:sp>
        <p:nvSpPr>
          <p:cNvPr id="15" name="object-13-s3-ux">
            <a:extLst xmlns:a="http://schemas.openxmlformats.org/drawingml/2006/main">
              <a:ext uri="{FF2B5EF4-FFF2-40B4-BE49-F238E27FC236}">
                <a16:creationId xmlns:a16="http://schemas.microsoft.com/office/drawing/2014/main" id="{0F9A31E0-B266-41E2-8EDB-20E1114B8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2229" y="4117092"/>
            <a:ext cx="3673971" cy="2362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Necessary and sufficient · equal multiplicities</a:t>
            </a:r>
          </a:p>
        </p:txBody>
      </p:sp>
      <p:sp>
        <p:nvSpPr>
          <p:cNvPr id="16" name="object-14-s3-ux">
            <a:extLst xmlns:a="http://schemas.openxmlformats.org/drawingml/2006/main">
              <a:ext uri="{FF2B5EF4-FFF2-40B4-BE49-F238E27FC236}">
                <a16:creationId xmlns:a16="http://schemas.microsoft.com/office/drawing/2014/main" id="{9F1F4421-342D-4359-B7D9-ABA75843A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2475" y="4419034"/>
            <a:ext cx="3094940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∃ unitary S : S L = R S</a:t>
            </a:r>
          </a:p>
        </p:txBody>
      </p:sp>
      <p:sp>
        <p:nvSpPr>
          <p:cNvPr id="17" name="object-15-s3-ux">
            <a:extLst xmlns:a="http://schemas.openxmlformats.org/drawingml/2006/main">
              <a:ext uri="{FF2B5EF4-FFF2-40B4-BE49-F238E27FC236}">
                <a16:creationId xmlns:a16="http://schemas.microsoft.com/office/drawing/2014/main" id="{F5F2A5B3-FD71-4E34-AC67-0D384A0E4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549" y="4344739"/>
            <a:ext cx="463302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⇔</a:t>
            </a:r>
          </a:p>
        </p:txBody>
      </p:sp>
      <p:sp>
        <p:nvSpPr>
          <p:cNvPr id="18" name="object-16-s3-ux">
            <a:extLst xmlns:a="http://schemas.openxmlformats.org/drawingml/2006/main">
              <a:ext uri="{FF2B5EF4-FFF2-40B4-BE49-F238E27FC236}">
                <a16:creationId xmlns:a16="http://schemas.microsoft.com/office/drawing/2014/main" id="{12E31FFC-3E7C-4056-B675-E194C85AF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353" y="4419034"/>
            <a:ext cx="2047935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eig(L) = eig(R)</a:t>
            </a:r>
          </a:p>
        </p:txBody>
      </p:sp>
      <p:sp>
        <p:nvSpPr>
          <p:cNvPr id="19" name="object-36-s2-ux">
            <a:extLst xmlns:a="http://schemas.openxmlformats.org/drawingml/2006/main">
              <a:ext uri="{FF2B5EF4-FFF2-40B4-BE49-F238E27FC236}">
                <a16:creationId xmlns:a16="http://schemas.microsoft.com/office/drawing/2014/main" id="{EDF21B9A-92DA-4AC1-8425-78309F401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7475041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Assume L and R are unitary and have the same dimension. Equal trace alone does not guarantee a unitary S.</a:t>
            </a:r>
          </a:p>
        </p:txBody>
      </p:sp>
      <p:sp>
        <p:nvSpPr>
          <p:cNvPr id="20" name="object-37-s0-ux">
            <a:extLst xmlns:a="http://schemas.openxmlformats.org/drawingml/2006/main">
              <a:ext uri="{FF2B5EF4-FFF2-40B4-BE49-F238E27FC236}">
                <a16:creationId xmlns:a16="http://schemas.microsoft.com/office/drawing/2014/main" id="{304DCDE6-96F0-486C-A8DF-3F88A82B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3356967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§5.3, Theorem 5.1, Lemmas 5.3–5.4</a:t>
            </a:r>
          </a:p>
        </p:txBody>
      </p:sp>
      <p:sp>
        <p:nvSpPr>
          <p:cNvPr id="21" name="object-38-s0-ux">
            <a:extLst xmlns:a="http://schemas.openxmlformats.org/drawingml/2006/main">
              <a:ext uri="{FF2B5EF4-FFF2-40B4-BE49-F238E27FC236}">
                <a16:creationId xmlns:a16="http://schemas.microsoft.com/office/drawing/2014/main" id="{91E9F402-B861-4E75-8363-811A254BC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08 / 14</a:t>
            </a:r>
          </a:p>
        </p:txBody>
      </p:sp>
      <p:sp>
        <p:nvSpPr>
          <p:cNvPr id="22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22FFF3DC-D17D-4A0E-8023-417F3D7EF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4 / 6</a:t>
            </a:r>
          </a:p>
        </p:txBody>
      </p:sp>
    </p:spTree>
    <p:extLst>
      <p:ext uri="{BB962C8B-B14F-4D97-AF65-F5344CB8AC3E}">
        <p14:creationId xmlns:p14="http://schemas.microsoft.com/office/powerpoint/2010/main" val="157107528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top-accent">
            <a:extLst xmlns:a="http://schemas.openxmlformats.org/drawingml/2006/main">
              <a:ext uri="{FF2B5EF4-FFF2-40B4-BE49-F238E27FC236}">
                <a16:creationId xmlns:a16="http://schemas.microsoft.com/office/drawing/2014/main" id="{25248063-ED68-4D25-932F-D0ADBB30A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FA0FCB23-5B31-4C98-AA6B-B45E9F856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8102233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Symbolic synthesis: enumerate, decide, solve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E4254CC8-2DED-4783-A708-3332A0D16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71974"/>
            <a:ext cx="3211711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FROM CANDIDATES TO SYMBOLIC RULES</a:t>
            </a:r>
          </a:p>
        </p:txBody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C03EC8CB-E6AB-4FC3-9728-9D752244C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6304"/>
            <a:ext cx="5896124" cy="3033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1. Enumerate all candidate pairs (L, R) within the bounds.</a:t>
            </a:r>
          </a:p>
        </p:txBody>
      </p:sp>
      <p:sp>
        <p:nvSpPr>
          <p:cNvPr id="5" name="object-3-s1-ux">
            <a:extLst xmlns:a="http://schemas.openxmlformats.org/drawingml/2006/main">
              <a:ext uri="{FF2B5EF4-FFF2-40B4-BE49-F238E27FC236}">
                <a16:creationId xmlns:a16="http://schemas.microsoft.com/office/drawing/2014/main" id="{D1491300-D2ED-47AD-9473-2545C5169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64454"/>
            <a:ext cx="5832574" cy="3033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2. For each candidate, decide whether a unitary S exists.</a:t>
            </a:r>
          </a:p>
        </p:txBody>
      </p:sp>
      <p:sp>
        <p:nvSpPr>
          <p:cNvPr id="6" name="object-4-s1-ux">
            <a:extLst xmlns:a="http://schemas.openxmlformats.org/drawingml/2006/main">
              <a:ext uri="{FF2B5EF4-FFF2-40B4-BE49-F238E27FC236}">
                <a16:creationId xmlns:a16="http://schemas.microsoft.com/office/drawing/2014/main" id="{4D919A45-1411-414C-9C36-046A90CDA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02604"/>
            <a:ext cx="4548336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3. If it exists, solve for the matrix space of S.</a:t>
            </a:r>
          </a:p>
        </p:txBody>
      </p:sp>
      <p:sp>
        <p:nvSpPr>
          <p:cNvPr id="7" name="object-5-s2-ux">
            <a:extLst xmlns:a="http://schemas.openxmlformats.org/drawingml/2006/main">
              <a:ext uri="{FF2B5EF4-FFF2-40B4-BE49-F238E27FC236}">
                <a16:creationId xmlns:a16="http://schemas.microsoft.com/office/drawing/2014/main" id="{38AEEAE1-6363-45D0-BC6B-1BEBE170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82664"/>
            <a:ext cx="10782300" cy="95"/>
          </a:xfrm>
          <a:custGeom xmlns:a="http://schemas.openxmlformats.org/drawingml/2006/main">
            <a:pathLst>
              <a:path w="10782300" h="95">
                <a:moveTo>
                  <a:pt x="0" y="0"/>
                </a:moveTo>
                <a:lnTo>
                  <a:pt x="10782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BECBC7"/>
            </a:solidFill>
            <a:prstDash val="solid"/>
          </a:ln>
        </p:spPr>
      </p:sp>
      <p:sp>
        <p:nvSpPr>
          <p:cNvPr id="8" name="object-6-s2-ux">
            <a:extLst xmlns:a="http://schemas.openxmlformats.org/drawingml/2006/main">
              <a:ext uri="{FF2B5EF4-FFF2-40B4-BE49-F238E27FC236}">
                <a16:creationId xmlns:a16="http://schemas.microsoft.com/office/drawing/2014/main" id="{C20050D8-7CD1-4EBB-AC22-24894540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6494"/>
            <a:ext cx="2340322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TRACE FILTER · Lemma 5.4</a:t>
            </a:r>
          </a:p>
        </p:txBody>
      </p:sp>
      <p:sp>
        <p:nvSpPr>
          <p:cNvPr id="9" name="object-7-s2-ux">
            <a:extLst xmlns:a="http://schemas.openxmlformats.org/drawingml/2006/main">
              <a:ext uri="{FF2B5EF4-FFF2-40B4-BE49-F238E27FC236}">
                <a16:creationId xmlns:a16="http://schemas.microsoft.com/office/drawing/2014/main" id="{8FE704EE-75F6-4FEC-826E-1A40B53E8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5143" y="3136017"/>
            <a:ext cx="2031057" cy="2362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Necessary, not sufficient</a:t>
            </a:r>
          </a:p>
        </p:txBody>
      </p:sp>
      <p:sp>
        <p:nvSpPr>
          <p:cNvPr id="10" name="object-8-s2-ux">
            <a:extLst xmlns:a="http://schemas.openxmlformats.org/drawingml/2006/main">
              <a:ext uri="{FF2B5EF4-FFF2-40B4-BE49-F238E27FC236}">
                <a16:creationId xmlns:a16="http://schemas.microsoft.com/office/drawing/2014/main" id="{5F0588CF-F49F-4831-886D-9E5DF7650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2475" y="3437959"/>
            <a:ext cx="3094940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∃ unitary S : S L = R S</a:t>
            </a:r>
          </a:p>
        </p:txBody>
      </p:sp>
      <p:sp>
        <p:nvSpPr>
          <p:cNvPr id="11" name="object-9-s2-ux">
            <a:extLst xmlns:a="http://schemas.openxmlformats.org/drawingml/2006/main">
              <a:ext uri="{FF2B5EF4-FFF2-40B4-BE49-F238E27FC236}">
                <a16:creationId xmlns:a16="http://schemas.microsoft.com/office/drawing/2014/main" id="{E5C5FC37-5917-4D54-9A24-09EB7363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549" y="3363664"/>
            <a:ext cx="463302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⇒</a:t>
            </a:r>
          </a:p>
        </p:txBody>
      </p:sp>
      <p:sp>
        <p:nvSpPr>
          <p:cNvPr id="12" name="object-10-s2-ux">
            <a:extLst xmlns:a="http://schemas.openxmlformats.org/drawingml/2006/main">
              <a:ext uri="{FF2B5EF4-FFF2-40B4-BE49-F238E27FC236}">
                <a16:creationId xmlns:a16="http://schemas.microsoft.com/office/drawing/2014/main" id="{7BD2B861-A2F4-455D-BD2C-B01354C3A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3916" y="3437959"/>
            <a:ext cx="1606808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tr(L) = tr(R)</a:t>
            </a:r>
          </a:p>
        </p:txBody>
      </p:sp>
      <p:sp>
        <p:nvSpPr>
          <p:cNvPr id="13" name="object-11-s3-ux">
            <a:extLst xmlns:a="http://schemas.openxmlformats.org/drawingml/2006/main">
              <a:ext uri="{FF2B5EF4-FFF2-40B4-BE49-F238E27FC236}">
                <a16:creationId xmlns:a16="http://schemas.microsoft.com/office/drawing/2014/main" id="{D37B46E3-E597-43EA-B448-262C21BE2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2789"/>
            <a:ext cx="10782300" cy="95"/>
          </a:xfrm>
          <a:custGeom xmlns:a="http://schemas.openxmlformats.org/drawingml/2006/main">
            <a:pathLst>
              <a:path w="10782300" h="95">
                <a:moveTo>
                  <a:pt x="0" y="0"/>
                </a:moveTo>
                <a:lnTo>
                  <a:pt x="10782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BECBC7"/>
            </a:solidFill>
            <a:prstDash val="solid"/>
          </a:ln>
        </p:spPr>
      </p:sp>
      <p:sp>
        <p:nvSpPr>
          <p:cNvPr id="14" name="object-12-s3-ux">
            <a:extLst xmlns:a="http://schemas.openxmlformats.org/drawingml/2006/main">
              <a:ext uri="{FF2B5EF4-FFF2-40B4-BE49-F238E27FC236}">
                <a16:creationId xmlns:a16="http://schemas.microsoft.com/office/drawing/2014/main" id="{28D3ED33-9C5F-4FC3-B5FA-FD8A21124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27569"/>
            <a:ext cx="2702570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EIGENVALUE TEST · Lemma 5.3</a:t>
            </a:r>
          </a:p>
        </p:txBody>
      </p:sp>
      <p:sp>
        <p:nvSpPr>
          <p:cNvPr id="15" name="object-13-s3-ux">
            <a:extLst xmlns:a="http://schemas.openxmlformats.org/drawingml/2006/main">
              <a:ext uri="{FF2B5EF4-FFF2-40B4-BE49-F238E27FC236}">
                <a16:creationId xmlns:a16="http://schemas.microsoft.com/office/drawing/2014/main" id="{A912C6E6-5C03-4066-A411-BAC1D53F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2229" y="4117092"/>
            <a:ext cx="3673971" cy="2362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Necessary and sufficient · equal multiplicities</a:t>
            </a:r>
          </a:p>
        </p:txBody>
      </p:sp>
      <p:sp>
        <p:nvSpPr>
          <p:cNvPr id="16" name="object-14-s3-ux">
            <a:extLst xmlns:a="http://schemas.openxmlformats.org/drawingml/2006/main">
              <a:ext uri="{FF2B5EF4-FFF2-40B4-BE49-F238E27FC236}">
                <a16:creationId xmlns:a16="http://schemas.microsoft.com/office/drawing/2014/main" id="{C8216D52-D12E-44C2-A4C4-853F87BD2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2475" y="4419034"/>
            <a:ext cx="3094940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∃ unitary S : S L = R S</a:t>
            </a:r>
          </a:p>
        </p:txBody>
      </p:sp>
      <p:sp>
        <p:nvSpPr>
          <p:cNvPr id="17" name="object-15-s3-ux">
            <a:extLst xmlns:a="http://schemas.openxmlformats.org/drawingml/2006/main">
              <a:ext uri="{FF2B5EF4-FFF2-40B4-BE49-F238E27FC236}">
                <a16:creationId xmlns:a16="http://schemas.microsoft.com/office/drawing/2014/main" id="{8FEDC66B-6677-4C97-93FA-1BFFFB304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549" y="4344739"/>
            <a:ext cx="463302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⇔</a:t>
            </a:r>
          </a:p>
        </p:txBody>
      </p:sp>
      <p:sp>
        <p:nvSpPr>
          <p:cNvPr id="18" name="object-16-s3-ux">
            <a:extLst xmlns:a="http://schemas.openxmlformats.org/drawingml/2006/main">
              <a:ext uri="{FF2B5EF4-FFF2-40B4-BE49-F238E27FC236}">
                <a16:creationId xmlns:a16="http://schemas.microsoft.com/office/drawing/2014/main" id="{0651EA49-9218-42D8-8E80-89CE279F3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353" y="4419034"/>
            <a:ext cx="2047935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eig(L) = eig(R)</a:t>
            </a:r>
          </a:p>
        </p:txBody>
      </p:sp>
      <p:sp>
        <p:nvSpPr>
          <p:cNvPr id="19" name="object-17-s4-ux">
            <a:extLst xmlns:a="http://schemas.openxmlformats.org/drawingml/2006/main">
              <a:ext uri="{FF2B5EF4-FFF2-40B4-BE49-F238E27FC236}">
                <a16:creationId xmlns:a16="http://schemas.microsoft.com/office/drawing/2014/main" id="{8A3377EA-CD0F-438D-A237-864B876B5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179" y="1612969"/>
            <a:ext cx="1410593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Running example</a:t>
            </a:r>
          </a:p>
        </p:txBody>
      </p:sp>
      <p:sp>
        <p:nvSpPr>
          <p:cNvPr id="20" name="object-18-s4-ux">
            <a:extLst xmlns:a="http://schemas.openxmlformats.org/drawingml/2006/main">
              <a:ext uri="{FF2B5EF4-FFF2-40B4-BE49-F238E27FC236}">
                <a16:creationId xmlns:a16="http://schemas.microsoft.com/office/drawing/2014/main" id="{34772A45-5BEE-4CD8-9CF8-E05FC725F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58739"/>
            <a:ext cx="1200150" cy="95"/>
          </a:xfrm>
          <a:custGeom xmlns:a="http://schemas.openxmlformats.org/drawingml/2006/main">
            <a:pathLst>
              <a:path w="1200150" h="95">
                <a:moveTo>
                  <a:pt x="0" y="0"/>
                </a:moveTo>
                <a:lnTo>
                  <a:pt x="1200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431">
            <a:solidFill>
              <a:srgbClr val="5E7275"/>
            </a:solidFill>
            <a:prstDash val="solid"/>
          </a:ln>
        </p:spPr>
      </p:sp>
      <p:sp>
        <p:nvSpPr>
          <p:cNvPr id="21" name="object-19-s4-ux">
            <a:extLst xmlns:a="http://schemas.openxmlformats.org/drawingml/2006/main">
              <a:ext uri="{FF2B5EF4-FFF2-40B4-BE49-F238E27FC236}">
                <a16:creationId xmlns:a16="http://schemas.microsoft.com/office/drawing/2014/main" id="{BA0B8BEE-EED7-4527-9D75-9BC83D135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84494"/>
            <a:ext cx="1200150" cy="95"/>
          </a:xfrm>
          <a:custGeom xmlns:a="http://schemas.openxmlformats.org/drawingml/2006/main">
            <a:pathLst>
              <a:path w="1200150" h="95">
                <a:moveTo>
                  <a:pt x="0" y="0"/>
                </a:moveTo>
                <a:lnTo>
                  <a:pt x="1200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431">
            <a:solidFill>
              <a:srgbClr val="5E7275"/>
            </a:solidFill>
            <a:prstDash val="solid"/>
          </a:ln>
        </p:spPr>
      </p:sp>
      <p:sp>
        <p:nvSpPr>
          <p:cNvPr id="22" name="object-20-s4-ux">
            <a:extLst xmlns:a="http://schemas.openxmlformats.org/drawingml/2006/main">
              <a:ext uri="{FF2B5EF4-FFF2-40B4-BE49-F238E27FC236}">
                <a16:creationId xmlns:a16="http://schemas.microsoft.com/office/drawing/2014/main" id="{36DABDF3-B3A4-464D-95C8-0AB24E19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4423" y="2058739"/>
            <a:ext cx="95" cy="325755"/>
          </a:xfrm>
          <a:custGeom xmlns:a="http://schemas.openxmlformats.org/drawingml/2006/main">
            <a:pathLst>
              <a:path w="95" h="325755">
                <a:moveTo>
                  <a:pt x="0" y="0"/>
                </a:moveTo>
                <a:lnTo>
                  <a:pt x="0" y="325755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1431">
            <a:solidFill>
              <a:srgbClr val="D66A3E"/>
            </a:solidFill>
            <a:prstDash val="solid"/>
          </a:ln>
        </p:spPr>
      </p:sp>
      <p:sp>
        <p:nvSpPr>
          <p:cNvPr id="23" name="object-21-s4-ux">
            <a:extLst xmlns:a="http://schemas.openxmlformats.org/drawingml/2006/main">
              <a:ext uri="{FF2B5EF4-FFF2-40B4-BE49-F238E27FC236}">
                <a16:creationId xmlns:a16="http://schemas.microsoft.com/office/drawing/2014/main" id="{ABAE1E3F-9BBF-40F1-B04D-16DE360B3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5846" y="2020163"/>
            <a:ext cx="77153" cy="7715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8573">
            <a:noFill/>
            <a:prstDash val="solid"/>
          </a:ln>
        </p:spPr>
      </p:sp>
      <p:sp>
        <p:nvSpPr>
          <p:cNvPr id="24" name="object-22-s4-ux">
            <a:extLst xmlns:a="http://schemas.openxmlformats.org/drawingml/2006/main">
              <a:ext uri="{FF2B5EF4-FFF2-40B4-BE49-F238E27FC236}">
                <a16:creationId xmlns:a16="http://schemas.microsoft.com/office/drawing/2014/main" id="{B6CEFEAD-7734-4A6E-A57E-2E8720400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5846" y="2345918"/>
            <a:ext cx="77153" cy="7715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8573">
            <a:noFill/>
            <a:prstDash val="solid"/>
          </a:ln>
        </p:spPr>
      </p:sp>
      <p:sp>
        <p:nvSpPr>
          <p:cNvPr id="25" name="object-23-s4-ux">
            <a:extLst xmlns:a="http://schemas.openxmlformats.org/drawingml/2006/main">
              <a:ext uri="{FF2B5EF4-FFF2-40B4-BE49-F238E27FC236}">
                <a16:creationId xmlns:a16="http://schemas.microsoft.com/office/drawing/2014/main" id="{D01892EA-9FCA-4549-96E2-03D9BF920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3032" y="1955869"/>
            <a:ext cx="377190" cy="531495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7145">
            <a:solidFill>
              <a:srgbClr val="087E86"/>
            </a:solidFill>
            <a:prstDash val="solid"/>
          </a:ln>
        </p:spPr>
      </p:sp>
      <p:sp>
        <p:nvSpPr>
          <p:cNvPr id="26" name="object-24-s4-ux">
            <a:extLst xmlns:a="http://schemas.openxmlformats.org/drawingml/2006/main">
              <a:ext uri="{FF2B5EF4-FFF2-40B4-BE49-F238E27FC236}">
                <a16:creationId xmlns:a16="http://schemas.microsoft.com/office/drawing/2014/main" id="{D25A2720-0F2E-4D70-ADF2-3EEB25B76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0116" y="2086838"/>
            <a:ext cx="219224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8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68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27" name="object-25-s4-ux">
            <a:extLst xmlns:a="http://schemas.openxmlformats.org/drawingml/2006/main">
              <a:ext uri="{FF2B5EF4-FFF2-40B4-BE49-F238E27FC236}">
                <a16:creationId xmlns:a16="http://schemas.microsoft.com/office/drawing/2014/main" id="{3AA9A295-D4D1-4755-B13D-0AB633925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1234" y="2034070"/>
            <a:ext cx="234952" cy="348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93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093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28" name="object-26-s4-ux">
            <a:extLst xmlns:a="http://schemas.openxmlformats.org/drawingml/2006/main">
              <a:ext uri="{FF2B5EF4-FFF2-40B4-BE49-F238E27FC236}">
                <a16:creationId xmlns:a16="http://schemas.microsoft.com/office/drawing/2014/main" id="{731A3E54-03F0-4E2B-B77B-E382E94D4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1740" y="2058739"/>
            <a:ext cx="1200150" cy="95"/>
          </a:xfrm>
          <a:custGeom xmlns:a="http://schemas.openxmlformats.org/drawingml/2006/main">
            <a:pathLst>
              <a:path w="1200150" h="95">
                <a:moveTo>
                  <a:pt x="0" y="0"/>
                </a:moveTo>
                <a:lnTo>
                  <a:pt x="1200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431">
            <a:solidFill>
              <a:srgbClr val="5E7275"/>
            </a:solidFill>
            <a:prstDash val="solid"/>
          </a:ln>
        </p:spPr>
      </p:sp>
      <p:sp>
        <p:nvSpPr>
          <p:cNvPr id="29" name="object-27-s4-ux">
            <a:extLst xmlns:a="http://schemas.openxmlformats.org/drawingml/2006/main">
              <a:ext uri="{FF2B5EF4-FFF2-40B4-BE49-F238E27FC236}">
                <a16:creationId xmlns:a16="http://schemas.microsoft.com/office/drawing/2014/main" id="{116E8C7D-3926-4DE6-B6BB-A3EBBD42A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1740" y="2384494"/>
            <a:ext cx="1200150" cy="95"/>
          </a:xfrm>
          <a:custGeom xmlns:a="http://schemas.openxmlformats.org/drawingml/2006/main">
            <a:pathLst>
              <a:path w="1200150" h="95">
                <a:moveTo>
                  <a:pt x="0" y="0"/>
                </a:moveTo>
                <a:lnTo>
                  <a:pt x="1200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431">
            <a:solidFill>
              <a:srgbClr val="5E7275"/>
            </a:solidFill>
            <a:prstDash val="solid"/>
          </a:ln>
        </p:spPr>
      </p:sp>
      <p:sp>
        <p:nvSpPr>
          <p:cNvPr id="30" name="object-28-s4-ux">
            <a:extLst xmlns:a="http://schemas.openxmlformats.org/drawingml/2006/main">
              <a:ext uri="{FF2B5EF4-FFF2-40B4-BE49-F238E27FC236}">
                <a16:creationId xmlns:a16="http://schemas.microsoft.com/office/drawing/2014/main" id="{2D55168F-1B08-421D-B0EE-481B05669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4617" y="1955869"/>
            <a:ext cx="377191" cy="531495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7145">
            <a:solidFill>
              <a:srgbClr val="087E86"/>
            </a:solidFill>
            <a:prstDash val="solid"/>
          </a:ln>
        </p:spPr>
      </p:sp>
      <p:sp>
        <p:nvSpPr>
          <p:cNvPr id="31" name="object-29-s4-ux">
            <a:extLst xmlns:a="http://schemas.openxmlformats.org/drawingml/2006/main">
              <a:ext uri="{FF2B5EF4-FFF2-40B4-BE49-F238E27FC236}">
                <a16:creationId xmlns:a16="http://schemas.microsoft.com/office/drawing/2014/main" id="{06F208FC-B064-446E-BC85-6CC3B98B7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01" y="2086838"/>
            <a:ext cx="219224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8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68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32" name="object-30-s4-ux">
            <a:extLst xmlns:a="http://schemas.openxmlformats.org/drawingml/2006/main">
              <a:ext uri="{FF2B5EF4-FFF2-40B4-BE49-F238E27FC236}">
                <a16:creationId xmlns:a16="http://schemas.microsoft.com/office/drawing/2014/main" id="{35CA2BAA-417C-4A72-BBAD-2543B8BF6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0418" y="2058739"/>
            <a:ext cx="95" cy="325755"/>
          </a:xfrm>
          <a:custGeom xmlns:a="http://schemas.openxmlformats.org/drawingml/2006/main">
            <a:pathLst>
              <a:path w="95" h="325755">
                <a:moveTo>
                  <a:pt x="0" y="0"/>
                </a:moveTo>
                <a:lnTo>
                  <a:pt x="0" y="325755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1431">
            <a:solidFill>
              <a:srgbClr val="D66A3E"/>
            </a:solidFill>
            <a:prstDash val="solid"/>
          </a:ln>
        </p:spPr>
      </p:sp>
      <p:sp>
        <p:nvSpPr>
          <p:cNvPr id="33" name="object-31-s4-ux">
            <a:extLst xmlns:a="http://schemas.openxmlformats.org/drawingml/2006/main">
              <a:ext uri="{FF2B5EF4-FFF2-40B4-BE49-F238E27FC236}">
                <a16:creationId xmlns:a16="http://schemas.microsoft.com/office/drawing/2014/main" id="{1CB9E1AE-81CA-4F58-905B-39A74206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1841" y="2020163"/>
            <a:ext cx="77152" cy="7715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8573">
            <a:noFill/>
            <a:prstDash val="solid"/>
          </a:ln>
        </p:spPr>
      </p:sp>
      <p:sp>
        <p:nvSpPr>
          <p:cNvPr id="34" name="object-32-s4-ux">
            <a:extLst xmlns:a="http://schemas.openxmlformats.org/drawingml/2006/main">
              <a:ext uri="{FF2B5EF4-FFF2-40B4-BE49-F238E27FC236}">
                <a16:creationId xmlns:a16="http://schemas.microsoft.com/office/drawing/2014/main" id="{8F27D6EA-55F1-47D1-B935-6B24D6A92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0406" y="2294483"/>
            <a:ext cx="180023" cy="18002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1431">
            <a:solidFill>
              <a:srgbClr val="D66A3E"/>
            </a:solidFill>
            <a:prstDash val="solid"/>
          </a:ln>
        </p:spPr>
      </p:sp>
      <p:sp>
        <p:nvSpPr>
          <p:cNvPr id="35" name="object-33-s4-ux">
            <a:extLst xmlns:a="http://schemas.openxmlformats.org/drawingml/2006/main">
              <a:ext uri="{FF2B5EF4-FFF2-40B4-BE49-F238E27FC236}">
                <a16:creationId xmlns:a16="http://schemas.microsoft.com/office/drawing/2014/main" id="{2D5677A6-1726-4B43-B857-9BC3B77C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0410" y="2324487"/>
            <a:ext cx="120015" cy="120015"/>
          </a:xfrm>
          <a:custGeom xmlns:a="http://schemas.openxmlformats.org/drawingml/2006/main">
            <a:pathLst>
              <a:path w="120015" h="120015">
                <a:moveTo>
                  <a:pt x="0" y="60008"/>
                </a:moveTo>
                <a:lnTo>
                  <a:pt x="120015" y="60008"/>
                </a:lnTo>
              </a:path>
              <a:path w="120015" h="120015">
                <a:moveTo>
                  <a:pt x="60008" y="0"/>
                </a:moveTo>
                <a:lnTo>
                  <a:pt x="60008" y="120015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1431">
            <a:solidFill>
              <a:srgbClr val="D66A3E"/>
            </a:solidFill>
            <a:prstDash val="solid"/>
          </a:ln>
        </p:spPr>
      </p:sp>
      <p:sp>
        <p:nvSpPr>
          <p:cNvPr id="36" name="object-34-s4-ux">
            <a:extLst xmlns:a="http://schemas.openxmlformats.org/drawingml/2006/main">
              <a:ext uri="{FF2B5EF4-FFF2-40B4-BE49-F238E27FC236}">
                <a16:creationId xmlns:a16="http://schemas.microsoft.com/office/drawing/2014/main" id="{135B180A-D1A6-4954-BC86-FE7088662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9602"/>
            <a:ext cx="4516934" cy="316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CZ and CX: trace 2; spectrum {1, 1, 1, −1}</a:t>
            </a:r>
          </a:p>
        </p:txBody>
      </p:sp>
      <p:sp>
        <p:nvSpPr>
          <p:cNvPr id="37" name="object-36-s2-ux">
            <a:extLst xmlns:a="http://schemas.openxmlformats.org/drawingml/2006/main">
              <a:ext uri="{FF2B5EF4-FFF2-40B4-BE49-F238E27FC236}">
                <a16:creationId xmlns:a16="http://schemas.microsoft.com/office/drawing/2014/main" id="{2A50B0F7-B3C1-46EF-8F9C-8F21052D7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7475041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Assume L and R are unitary and have the same dimension. Equal trace alone does not guarantee a unitary S.</a:t>
            </a:r>
          </a:p>
        </p:txBody>
      </p:sp>
      <p:sp>
        <p:nvSpPr>
          <p:cNvPr id="38" name="object-37-s0-ux">
            <a:extLst xmlns:a="http://schemas.openxmlformats.org/drawingml/2006/main">
              <a:ext uri="{FF2B5EF4-FFF2-40B4-BE49-F238E27FC236}">
                <a16:creationId xmlns:a16="http://schemas.microsoft.com/office/drawing/2014/main" id="{8B4DEE33-7EC0-4A4D-A438-28F14781B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3356967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§5.3, Theorem 5.1, Lemmas 5.3–5.4</a:t>
            </a:r>
          </a:p>
        </p:txBody>
      </p:sp>
      <p:sp>
        <p:nvSpPr>
          <p:cNvPr id="39" name="object-38-s0-ux">
            <a:extLst xmlns:a="http://schemas.openxmlformats.org/drawingml/2006/main">
              <a:ext uri="{FF2B5EF4-FFF2-40B4-BE49-F238E27FC236}">
                <a16:creationId xmlns:a16="http://schemas.microsoft.com/office/drawing/2014/main" id="{5E7937CA-95DC-4A52-B330-940EFCC65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08 / 14</a:t>
            </a:r>
          </a:p>
        </p:txBody>
      </p:sp>
      <p:sp>
        <p:nvSpPr>
          <p:cNvPr id="40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0CC2FE7F-E9DF-49BC-827B-FD853D561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5 / 6</a:t>
            </a:r>
          </a:p>
        </p:txBody>
      </p:sp>
    </p:spTree>
    <p:extLst>
      <p:ext uri="{BB962C8B-B14F-4D97-AF65-F5344CB8AC3E}">
        <p14:creationId xmlns:p14="http://schemas.microsoft.com/office/powerpoint/2010/main" val="137879444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top-accent">
            <a:extLst xmlns:a="http://schemas.openxmlformats.org/drawingml/2006/main">
              <a:ext uri="{FF2B5EF4-FFF2-40B4-BE49-F238E27FC236}">
                <a16:creationId xmlns:a16="http://schemas.microsoft.com/office/drawing/2014/main" id="{ADF6D0B1-157D-4013-966E-5294A04EF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0F2D4735-1293-4B50-9515-F51D62901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8102233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Symbolic synthesis: enumerate, decide, solve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3035A385-F6FA-435A-A51B-34AB8556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71974"/>
            <a:ext cx="3211711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FROM CANDIDATES TO SYMBOLIC RULES</a:t>
            </a:r>
          </a:p>
        </p:txBody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516B35F2-8111-4EB7-81CA-D8D0FC064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6304"/>
            <a:ext cx="5896124" cy="3033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1. Enumerate all candidate pairs (L, R) within the bounds.</a:t>
            </a:r>
          </a:p>
        </p:txBody>
      </p:sp>
      <p:sp>
        <p:nvSpPr>
          <p:cNvPr id="5" name="object-3-s1-ux">
            <a:extLst xmlns:a="http://schemas.openxmlformats.org/drawingml/2006/main">
              <a:ext uri="{FF2B5EF4-FFF2-40B4-BE49-F238E27FC236}">
                <a16:creationId xmlns:a16="http://schemas.microsoft.com/office/drawing/2014/main" id="{43DE271F-CA46-4CE5-BACE-9C8683E15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64454"/>
            <a:ext cx="5832574" cy="3033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2. For each candidate, decide whether a unitary S exists.</a:t>
            </a:r>
          </a:p>
        </p:txBody>
      </p:sp>
      <p:sp>
        <p:nvSpPr>
          <p:cNvPr id="6" name="object-4-s1-ux">
            <a:extLst xmlns:a="http://schemas.openxmlformats.org/drawingml/2006/main">
              <a:ext uri="{FF2B5EF4-FFF2-40B4-BE49-F238E27FC236}">
                <a16:creationId xmlns:a16="http://schemas.microsoft.com/office/drawing/2014/main" id="{54E42440-2700-426E-8A46-B81C2EF6A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02604"/>
            <a:ext cx="4548336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3. If it exists, solve for the matrix space of S.</a:t>
            </a:r>
          </a:p>
        </p:txBody>
      </p:sp>
      <p:sp>
        <p:nvSpPr>
          <p:cNvPr id="7" name="object-5-s2-ux">
            <a:extLst xmlns:a="http://schemas.openxmlformats.org/drawingml/2006/main">
              <a:ext uri="{FF2B5EF4-FFF2-40B4-BE49-F238E27FC236}">
                <a16:creationId xmlns:a16="http://schemas.microsoft.com/office/drawing/2014/main" id="{0D68A3FE-5686-4DDC-9459-14D769730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82664"/>
            <a:ext cx="10782300" cy="95"/>
          </a:xfrm>
          <a:custGeom xmlns:a="http://schemas.openxmlformats.org/drawingml/2006/main">
            <a:pathLst>
              <a:path w="10782300" h="95">
                <a:moveTo>
                  <a:pt x="0" y="0"/>
                </a:moveTo>
                <a:lnTo>
                  <a:pt x="10782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BECBC7"/>
            </a:solidFill>
            <a:prstDash val="solid"/>
          </a:ln>
        </p:spPr>
      </p:sp>
      <p:sp>
        <p:nvSpPr>
          <p:cNvPr id="8" name="object-6-s2-ux">
            <a:extLst xmlns:a="http://schemas.openxmlformats.org/drawingml/2006/main">
              <a:ext uri="{FF2B5EF4-FFF2-40B4-BE49-F238E27FC236}">
                <a16:creationId xmlns:a16="http://schemas.microsoft.com/office/drawing/2014/main" id="{45B0B310-1CAB-49B3-BCCB-1A6C15C2A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6494"/>
            <a:ext cx="2340322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TRACE FILTER · Lemma 5.4</a:t>
            </a:r>
          </a:p>
        </p:txBody>
      </p:sp>
      <p:sp>
        <p:nvSpPr>
          <p:cNvPr id="9" name="object-7-s2-ux">
            <a:extLst xmlns:a="http://schemas.openxmlformats.org/drawingml/2006/main">
              <a:ext uri="{FF2B5EF4-FFF2-40B4-BE49-F238E27FC236}">
                <a16:creationId xmlns:a16="http://schemas.microsoft.com/office/drawing/2014/main" id="{FA15B7F3-862E-4598-9F04-1637A4B92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5143" y="3136017"/>
            <a:ext cx="2031057" cy="2362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Necessary, not sufficient</a:t>
            </a:r>
          </a:p>
        </p:txBody>
      </p:sp>
      <p:sp>
        <p:nvSpPr>
          <p:cNvPr id="10" name="object-8-s2-ux">
            <a:extLst xmlns:a="http://schemas.openxmlformats.org/drawingml/2006/main">
              <a:ext uri="{FF2B5EF4-FFF2-40B4-BE49-F238E27FC236}">
                <a16:creationId xmlns:a16="http://schemas.microsoft.com/office/drawing/2014/main" id="{D20D40BB-19B1-43D4-926F-3FFBDC26F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2475" y="3437959"/>
            <a:ext cx="3094940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∃ unitary S : S L = R S</a:t>
            </a:r>
          </a:p>
        </p:txBody>
      </p:sp>
      <p:sp>
        <p:nvSpPr>
          <p:cNvPr id="11" name="object-9-s2-ux">
            <a:extLst xmlns:a="http://schemas.openxmlformats.org/drawingml/2006/main">
              <a:ext uri="{FF2B5EF4-FFF2-40B4-BE49-F238E27FC236}">
                <a16:creationId xmlns:a16="http://schemas.microsoft.com/office/drawing/2014/main" id="{16C9FA46-DD2E-42BA-824C-B4BD0C2F1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549" y="3363664"/>
            <a:ext cx="463302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⇒</a:t>
            </a:r>
          </a:p>
        </p:txBody>
      </p:sp>
      <p:sp>
        <p:nvSpPr>
          <p:cNvPr id="12" name="object-10-s2-ux">
            <a:extLst xmlns:a="http://schemas.openxmlformats.org/drawingml/2006/main">
              <a:ext uri="{FF2B5EF4-FFF2-40B4-BE49-F238E27FC236}">
                <a16:creationId xmlns:a16="http://schemas.microsoft.com/office/drawing/2014/main" id="{57A49B48-A862-4958-9C93-C1D38075E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3916" y="3437959"/>
            <a:ext cx="1606808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tr(L) = tr(R)</a:t>
            </a:r>
          </a:p>
        </p:txBody>
      </p:sp>
      <p:sp>
        <p:nvSpPr>
          <p:cNvPr id="13" name="object-11-s3-ux">
            <a:extLst xmlns:a="http://schemas.openxmlformats.org/drawingml/2006/main">
              <a:ext uri="{FF2B5EF4-FFF2-40B4-BE49-F238E27FC236}">
                <a16:creationId xmlns:a16="http://schemas.microsoft.com/office/drawing/2014/main" id="{384C60F3-5189-483A-BE38-7F7F1DD0E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2789"/>
            <a:ext cx="10782300" cy="95"/>
          </a:xfrm>
          <a:custGeom xmlns:a="http://schemas.openxmlformats.org/drawingml/2006/main">
            <a:pathLst>
              <a:path w="10782300" h="95">
                <a:moveTo>
                  <a:pt x="0" y="0"/>
                </a:moveTo>
                <a:lnTo>
                  <a:pt x="10782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BECBC7"/>
            </a:solidFill>
            <a:prstDash val="solid"/>
          </a:ln>
        </p:spPr>
      </p:sp>
      <p:sp>
        <p:nvSpPr>
          <p:cNvPr id="14" name="object-12-s3-ux">
            <a:extLst xmlns:a="http://schemas.openxmlformats.org/drawingml/2006/main">
              <a:ext uri="{FF2B5EF4-FFF2-40B4-BE49-F238E27FC236}">
                <a16:creationId xmlns:a16="http://schemas.microsoft.com/office/drawing/2014/main" id="{59FD83BA-A029-4DEB-A7C2-3DD474FD8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27569"/>
            <a:ext cx="2702570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EIGENVALUE TEST · Lemma 5.3</a:t>
            </a:r>
          </a:p>
        </p:txBody>
      </p:sp>
      <p:sp>
        <p:nvSpPr>
          <p:cNvPr id="15" name="object-13-s3-ux">
            <a:extLst xmlns:a="http://schemas.openxmlformats.org/drawingml/2006/main">
              <a:ext uri="{FF2B5EF4-FFF2-40B4-BE49-F238E27FC236}">
                <a16:creationId xmlns:a16="http://schemas.microsoft.com/office/drawing/2014/main" id="{51E758F3-5958-437B-87BB-0E54EFFAA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2229" y="4117092"/>
            <a:ext cx="3673971" cy="2362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Necessary and sufficient · equal multiplicities</a:t>
            </a:r>
          </a:p>
        </p:txBody>
      </p:sp>
      <p:sp>
        <p:nvSpPr>
          <p:cNvPr id="16" name="object-14-s3-ux">
            <a:extLst xmlns:a="http://schemas.openxmlformats.org/drawingml/2006/main">
              <a:ext uri="{FF2B5EF4-FFF2-40B4-BE49-F238E27FC236}">
                <a16:creationId xmlns:a16="http://schemas.microsoft.com/office/drawing/2014/main" id="{1ABC55F3-713B-43CF-93F5-610631DF6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2475" y="4419034"/>
            <a:ext cx="3094940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∃ unitary S : S L = R S</a:t>
            </a:r>
          </a:p>
        </p:txBody>
      </p:sp>
      <p:sp>
        <p:nvSpPr>
          <p:cNvPr id="17" name="object-15-s3-ux">
            <a:extLst xmlns:a="http://schemas.openxmlformats.org/drawingml/2006/main">
              <a:ext uri="{FF2B5EF4-FFF2-40B4-BE49-F238E27FC236}">
                <a16:creationId xmlns:a16="http://schemas.microsoft.com/office/drawing/2014/main" id="{A78325C2-7546-4499-85D0-D1E39357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549" y="4344739"/>
            <a:ext cx="463302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⇔</a:t>
            </a:r>
          </a:p>
        </p:txBody>
      </p:sp>
      <p:sp>
        <p:nvSpPr>
          <p:cNvPr id="18" name="object-16-s3-ux">
            <a:extLst xmlns:a="http://schemas.openxmlformats.org/drawingml/2006/main">
              <a:ext uri="{FF2B5EF4-FFF2-40B4-BE49-F238E27FC236}">
                <a16:creationId xmlns:a16="http://schemas.microsoft.com/office/drawing/2014/main" id="{B8985743-7B25-4A86-A42E-09065F6D4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353" y="4419034"/>
            <a:ext cx="2047935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eig(L) = eig(R)</a:t>
            </a:r>
          </a:p>
        </p:txBody>
      </p:sp>
      <p:sp>
        <p:nvSpPr>
          <p:cNvPr id="19" name="object-17-s4-ux">
            <a:extLst xmlns:a="http://schemas.openxmlformats.org/drawingml/2006/main">
              <a:ext uri="{FF2B5EF4-FFF2-40B4-BE49-F238E27FC236}">
                <a16:creationId xmlns:a16="http://schemas.microsoft.com/office/drawing/2014/main" id="{08B10AF0-1709-4B82-9114-3CA65179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179" y="1612969"/>
            <a:ext cx="1410593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Running example</a:t>
            </a:r>
          </a:p>
        </p:txBody>
      </p:sp>
      <p:sp>
        <p:nvSpPr>
          <p:cNvPr id="20" name="object-18-s4-ux">
            <a:extLst xmlns:a="http://schemas.openxmlformats.org/drawingml/2006/main">
              <a:ext uri="{FF2B5EF4-FFF2-40B4-BE49-F238E27FC236}">
                <a16:creationId xmlns:a16="http://schemas.microsoft.com/office/drawing/2014/main" id="{7743C232-CA2B-4B48-A782-589465FD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58739"/>
            <a:ext cx="1200150" cy="95"/>
          </a:xfrm>
          <a:custGeom xmlns:a="http://schemas.openxmlformats.org/drawingml/2006/main">
            <a:pathLst>
              <a:path w="1200150" h="95">
                <a:moveTo>
                  <a:pt x="0" y="0"/>
                </a:moveTo>
                <a:lnTo>
                  <a:pt x="1200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431">
            <a:solidFill>
              <a:srgbClr val="5E7275"/>
            </a:solidFill>
            <a:prstDash val="solid"/>
          </a:ln>
        </p:spPr>
      </p:sp>
      <p:sp>
        <p:nvSpPr>
          <p:cNvPr id="21" name="object-19-s4-ux">
            <a:extLst xmlns:a="http://schemas.openxmlformats.org/drawingml/2006/main">
              <a:ext uri="{FF2B5EF4-FFF2-40B4-BE49-F238E27FC236}">
                <a16:creationId xmlns:a16="http://schemas.microsoft.com/office/drawing/2014/main" id="{96325C7A-F2BC-4CF6-AD6D-69ED4D45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84494"/>
            <a:ext cx="1200150" cy="95"/>
          </a:xfrm>
          <a:custGeom xmlns:a="http://schemas.openxmlformats.org/drawingml/2006/main">
            <a:pathLst>
              <a:path w="1200150" h="95">
                <a:moveTo>
                  <a:pt x="0" y="0"/>
                </a:moveTo>
                <a:lnTo>
                  <a:pt x="1200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431">
            <a:solidFill>
              <a:srgbClr val="5E7275"/>
            </a:solidFill>
            <a:prstDash val="solid"/>
          </a:ln>
        </p:spPr>
      </p:sp>
      <p:sp>
        <p:nvSpPr>
          <p:cNvPr id="22" name="object-20-s4-ux">
            <a:extLst xmlns:a="http://schemas.openxmlformats.org/drawingml/2006/main">
              <a:ext uri="{FF2B5EF4-FFF2-40B4-BE49-F238E27FC236}">
                <a16:creationId xmlns:a16="http://schemas.microsoft.com/office/drawing/2014/main" id="{7A18D660-F223-4BA8-855F-6C5CE1BF4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4423" y="2058739"/>
            <a:ext cx="95" cy="325755"/>
          </a:xfrm>
          <a:custGeom xmlns:a="http://schemas.openxmlformats.org/drawingml/2006/main">
            <a:pathLst>
              <a:path w="95" h="325755">
                <a:moveTo>
                  <a:pt x="0" y="0"/>
                </a:moveTo>
                <a:lnTo>
                  <a:pt x="0" y="325755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1431">
            <a:solidFill>
              <a:srgbClr val="D66A3E"/>
            </a:solidFill>
            <a:prstDash val="solid"/>
          </a:ln>
        </p:spPr>
      </p:sp>
      <p:sp>
        <p:nvSpPr>
          <p:cNvPr id="23" name="object-21-s4-ux">
            <a:extLst xmlns:a="http://schemas.openxmlformats.org/drawingml/2006/main">
              <a:ext uri="{FF2B5EF4-FFF2-40B4-BE49-F238E27FC236}">
                <a16:creationId xmlns:a16="http://schemas.microsoft.com/office/drawing/2014/main" id="{75D95E13-085C-4023-BD59-8EC9F88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5846" y="2020163"/>
            <a:ext cx="77153" cy="7715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8573">
            <a:noFill/>
            <a:prstDash val="solid"/>
          </a:ln>
        </p:spPr>
      </p:sp>
      <p:sp>
        <p:nvSpPr>
          <p:cNvPr id="24" name="object-22-s4-ux">
            <a:extLst xmlns:a="http://schemas.openxmlformats.org/drawingml/2006/main">
              <a:ext uri="{FF2B5EF4-FFF2-40B4-BE49-F238E27FC236}">
                <a16:creationId xmlns:a16="http://schemas.microsoft.com/office/drawing/2014/main" id="{52590748-4C2B-4F81-9101-B977A23C1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5846" y="2345918"/>
            <a:ext cx="77153" cy="7715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8573">
            <a:noFill/>
            <a:prstDash val="solid"/>
          </a:ln>
        </p:spPr>
      </p:sp>
      <p:sp>
        <p:nvSpPr>
          <p:cNvPr id="25" name="object-23-s4-ux">
            <a:extLst xmlns:a="http://schemas.openxmlformats.org/drawingml/2006/main">
              <a:ext uri="{FF2B5EF4-FFF2-40B4-BE49-F238E27FC236}">
                <a16:creationId xmlns:a16="http://schemas.microsoft.com/office/drawing/2014/main" id="{10BC0400-E7EB-47BB-8D21-909032197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3032" y="1955869"/>
            <a:ext cx="377190" cy="531495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7145">
            <a:solidFill>
              <a:srgbClr val="087E86"/>
            </a:solidFill>
            <a:prstDash val="solid"/>
          </a:ln>
        </p:spPr>
      </p:sp>
      <p:sp>
        <p:nvSpPr>
          <p:cNvPr id="26" name="object-24-s4-ux">
            <a:extLst xmlns:a="http://schemas.openxmlformats.org/drawingml/2006/main">
              <a:ext uri="{FF2B5EF4-FFF2-40B4-BE49-F238E27FC236}">
                <a16:creationId xmlns:a16="http://schemas.microsoft.com/office/drawing/2014/main" id="{8DA65DBD-CF98-4C82-85B4-52972431A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0116" y="2086838"/>
            <a:ext cx="219224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8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68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27" name="object-25-s4-ux">
            <a:extLst xmlns:a="http://schemas.openxmlformats.org/drawingml/2006/main">
              <a:ext uri="{FF2B5EF4-FFF2-40B4-BE49-F238E27FC236}">
                <a16:creationId xmlns:a16="http://schemas.microsoft.com/office/drawing/2014/main" id="{3DC10BAD-E1BD-4158-8EDF-C70B40EDF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1234" y="2034070"/>
            <a:ext cx="234952" cy="348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93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093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28" name="object-26-s4-ux">
            <a:extLst xmlns:a="http://schemas.openxmlformats.org/drawingml/2006/main">
              <a:ext uri="{FF2B5EF4-FFF2-40B4-BE49-F238E27FC236}">
                <a16:creationId xmlns:a16="http://schemas.microsoft.com/office/drawing/2014/main" id="{EE0C4008-D9B9-45FC-81A0-1CC8628E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1740" y="2058739"/>
            <a:ext cx="1200150" cy="95"/>
          </a:xfrm>
          <a:custGeom xmlns:a="http://schemas.openxmlformats.org/drawingml/2006/main">
            <a:pathLst>
              <a:path w="1200150" h="95">
                <a:moveTo>
                  <a:pt x="0" y="0"/>
                </a:moveTo>
                <a:lnTo>
                  <a:pt x="1200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431">
            <a:solidFill>
              <a:srgbClr val="5E7275"/>
            </a:solidFill>
            <a:prstDash val="solid"/>
          </a:ln>
        </p:spPr>
      </p:sp>
      <p:sp>
        <p:nvSpPr>
          <p:cNvPr id="29" name="object-27-s4-ux">
            <a:extLst xmlns:a="http://schemas.openxmlformats.org/drawingml/2006/main">
              <a:ext uri="{FF2B5EF4-FFF2-40B4-BE49-F238E27FC236}">
                <a16:creationId xmlns:a16="http://schemas.microsoft.com/office/drawing/2014/main" id="{94D38CDA-4C56-4420-807A-C90CC1C9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1740" y="2384494"/>
            <a:ext cx="1200150" cy="95"/>
          </a:xfrm>
          <a:custGeom xmlns:a="http://schemas.openxmlformats.org/drawingml/2006/main">
            <a:pathLst>
              <a:path w="1200150" h="95">
                <a:moveTo>
                  <a:pt x="0" y="0"/>
                </a:moveTo>
                <a:lnTo>
                  <a:pt x="1200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431">
            <a:solidFill>
              <a:srgbClr val="5E7275"/>
            </a:solidFill>
            <a:prstDash val="solid"/>
          </a:ln>
        </p:spPr>
      </p:sp>
      <p:sp>
        <p:nvSpPr>
          <p:cNvPr id="30" name="object-28-s4-ux">
            <a:extLst xmlns:a="http://schemas.openxmlformats.org/drawingml/2006/main">
              <a:ext uri="{FF2B5EF4-FFF2-40B4-BE49-F238E27FC236}">
                <a16:creationId xmlns:a16="http://schemas.microsoft.com/office/drawing/2014/main" id="{227DE62C-24D0-4C79-8452-DB85CFA93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4617" y="1955869"/>
            <a:ext cx="377191" cy="531495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7145">
            <a:solidFill>
              <a:srgbClr val="087E86"/>
            </a:solidFill>
            <a:prstDash val="solid"/>
          </a:ln>
        </p:spPr>
      </p:sp>
      <p:sp>
        <p:nvSpPr>
          <p:cNvPr id="31" name="object-29-s4-ux">
            <a:extLst xmlns:a="http://schemas.openxmlformats.org/drawingml/2006/main">
              <a:ext uri="{FF2B5EF4-FFF2-40B4-BE49-F238E27FC236}">
                <a16:creationId xmlns:a16="http://schemas.microsoft.com/office/drawing/2014/main" id="{B9E9667A-EB4D-40B5-8CDF-54B6037EB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01" y="2086838"/>
            <a:ext cx="219224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8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68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32" name="object-30-s4-ux">
            <a:extLst xmlns:a="http://schemas.openxmlformats.org/drawingml/2006/main">
              <a:ext uri="{FF2B5EF4-FFF2-40B4-BE49-F238E27FC236}">
                <a16:creationId xmlns:a16="http://schemas.microsoft.com/office/drawing/2014/main" id="{F52D9B58-B5A1-47DC-8972-2E053447E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0418" y="2058739"/>
            <a:ext cx="95" cy="325755"/>
          </a:xfrm>
          <a:custGeom xmlns:a="http://schemas.openxmlformats.org/drawingml/2006/main">
            <a:pathLst>
              <a:path w="95" h="325755">
                <a:moveTo>
                  <a:pt x="0" y="0"/>
                </a:moveTo>
                <a:lnTo>
                  <a:pt x="0" y="325755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1431">
            <a:solidFill>
              <a:srgbClr val="D66A3E"/>
            </a:solidFill>
            <a:prstDash val="solid"/>
          </a:ln>
        </p:spPr>
      </p:sp>
      <p:sp>
        <p:nvSpPr>
          <p:cNvPr id="33" name="object-31-s4-ux">
            <a:extLst xmlns:a="http://schemas.openxmlformats.org/drawingml/2006/main">
              <a:ext uri="{FF2B5EF4-FFF2-40B4-BE49-F238E27FC236}">
                <a16:creationId xmlns:a16="http://schemas.microsoft.com/office/drawing/2014/main" id="{E4857672-509C-464D-BD2B-35BBA5334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1841" y="2020163"/>
            <a:ext cx="77152" cy="7715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8573">
            <a:noFill/>
            <a:prstDash val="solid"/>
          </a:ln>
        </p:spPr>
      </p:sp>
      <p:sp>
        <p:nvSpPr>
          <p:cNvPr id="34" name="object-32-s4-ux">
            <a:extLst xmlns:a="http://schemas.openxmlformats.org/drawingml/2006/main">
              <a:ext uri="{FF2B5EF4-FFF2-40B4-BE49-F238E27FC236}">
                <a16:creationId xmlns:a16="http://schemas.microsoft.com/office/drawing/2014/main" id="{4BB01055-4B37-4B4B-868E-EFA82CC4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0406" y="2294483"/>
            <a:ext cx="180023" cy="18002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1431">
            <a:solidFill>
              <a:srgbClr val="D66A3E"/>
            </a:solidFill>
            <a:prstDash val="solid"/>
          </a:ln>
        </p:spPr>
      </p:sp>
      <p:sp>
        <p:nvSpPr>
          <p:cNvPr id="35" name="object-33-s4-ux">
            <a:extLst xmlns:a="http://schemas.openxmlformats.org/drawingml/2006/main">
              <a:ext uri="{FF2B5EF4-FFF2-40B4-BE49-F238E27FC236}">
                <a16:creationId xmlns:a16="http://schemas.microsoft.com/office/drawing/2014/main" id="{70E223AD-85B3-4FD1-A626-D067B0CDC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0410" y="2324487"/>
            <a:ext cx="120015" cy="120015"/>
          </a:xfrm>
          <a:custGeom xmlns:a="http://schemas.openxmlformats.org/drawingml/2006/main">
            <a:pathLst>
              <a:path w="120015" h="120015">
                <a:moveTo>
                  <a:pt x="0" y="60008"/>
                </a:moveTo>
                <a:lnTo>
                  <a:pt x="120015" y="60008"/>
                </a:lnTo>
              </a:path>
              <a:path w="120015" h="120015">
                <a:moveTo>
                  <a:pt x="60008" y="0"/>
                </a:moveTo>
                <a:lnTo>
                  <a:pt x="60008" y="120015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1431">
            <a:solidFill>
              <a:srgbClr val="D66A3E"/>
            </a:solidFill>
            <a:prstDash val="solid"/>
          </a:ln>
        </p:spPr>
      </p:sp>
      <p:sp>
        <p:nvSpPr>
          <p:cNvPr id="36" name="object-34-s4-ux">
            <a:extLst xmlns:a="http://schemas.openxmlformats.org/drawingml/2006/main">
              <a:ext uri="{FF2B5EF4-FFF2-40B4-BE49-F238E27FC236}">
                <a16:creationId xmlns:a16="http://schemas.microsoft.com/office/drawing/2014/main" id="{14A2005A-3453-474E-BED7-6DB58649A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9602"/>
            <a:ext cx="4516934" cy="316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CZ and CX: trace 2; spectrum {1, 1, 1, −1}</a:t>
            </a:r>
          </a:p>
        </p:txBody>
      </p:sp>
      <p:sp>
        <p:nvSpPr>
          <p:cNvPr id="37" name="object-35-s5-ux">
            <a:extLst xmlns:a="http://schemas.openxmlformats.org/drawingml/2006/main">
              <a:ext uri="{FF2B5EF4-FFF2-40B4-BE49-F238E27FC236}">
                <a16:creationId xmlns:a16="http://schemas.microsoft.com/office/drawing/2014/main" id="{33919355-0679-40CA-B519-CEFE287F9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5139124"/>
            <a:ext cx="1934468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Unitary S exists</a:t>
            </a:r>
          </a:p>
        </p:txBody>
      </p:sp>
      <p:sp>
        <p:nvSpPr>
          <p:cNvPr id="38" name="object-36-s2-ux">
            <a:extLst xmlns:a="http://schemas.openxmlformats.org/drawingml/2006/main">
              <a:ext uri="{FF2B5EF4-FFF2-40B4-BE49-F238E27FC236}">
                <a16:creationId xmlns:a16="http://schemas.microsoft.com/office/drawing/2014/main" id="{FC2A0AC5-F20F-467B-A9C1-5131009A3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7475041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Assume L and R are unitary and have the same dimension. Equal trace alone does not guarantee a unitary S.</a:t>
            </a:r>
          </a:p>
        </p:txBody>
      </p:sp>
      <p:sp>
        <p:nvSpPr>
          <p:cNvPr id="39" name="object-37-s0-ux">
            <a:extLst xmlns:a="http://schemas.openxmlformats.org/drawingml/2006/main">
              <a:ext uri="{FF2B5EF4-FFF2-40B4-BE49-F238E27FC236}">
                <a16:creationId xmlns:a16="http://schemas.microsoft.com/office/drawing/2014/main" id="{EAB4ACC5-AB39-4E13-AAE9-5E3A5F1D1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3356967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§5.3, Theorem 5.1, Lemmas 5.3–5.4</a:t>
            </a:r>
          </a:p>
        </p:txBody>
      </p:sp>
      <p:sp>
        <p:nvSpPr>
          <p:cNvPr id="40" name="object-38-s0-ux">
            <a:extLst xmlns:a="http://schemas.openxmlformats.org/drawingml/2006/main">
              <a:ext uri="{FF2B5EF4-FFF2-40B4-BE49-F238E27FC236}">
                <a16:creationId xmlns:a16="http://schemas.microsoft.com/office/drawing/2014/main" id="{583F7181-8B6D-4791-ACBE-3927E57E8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08 / 14</a:t>
            </a:r>
          </a:p>
        </p:txBody>
      </p:sp>
      <p:sp>
        <p:nvSpPr>
          <p:cNvPr id="41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887D8DE3-295E-471E-B12B-8C49854F1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6 / 6</a:t>
            </a:r>
          </a:p>
        </p:txBody>
      </p:sp>
    </p:spTree>
    <p:extLst>
      <p:ext uri="{BB962C8B-B14F-4D97-AF65-F5344CB8AC3E}">
        <p14:creationId xmlns:p14="http://schemas.microsoft.com/office/powerpoint/2010/main" val="27892639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op-accent">
            <a:extLst xmlns:a="http://schemas.openxmlformats.org/drawingml/2006/main">
              <a:ext uri="{FF2B5EF4-FFF2-40B4-BE49-F238E27FC236}">
                <a16:creationId xmlns:a16="http://schemas.microsoft.com/office/drawing/2014/main" id="{43C3EA0B-DE6B-402B-8B69-A9F9DC0A4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2015F11F-E105-4F8F-9548-7EEF8124A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8591580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Group by trace, validate spectra, then solve for S</a:t>
            </a:r>
          </a:p>
        </p:txBody>
      </p:sp>
      <p:sp>
        <p:nvSpPr>
          <p:cNvPr id="3" name="object-1-s0-u0">
            <a:extLst xmlns:a="http://schemas.openxmlformats.org/drawingml/2006/main">
              <a:ext uri="{FF2B5EF4-FFF2-40B4-BE49-F238E27FC236}">
                <a16:creationId xmlns:a16="http://schemas.microsoft.com/office/drawing/2014/main" id="{6DE05410-8C71-43D3-BF78-250B971F5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7739"/>
            <a:ext cx="4627959" cy="3744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1. Group representatives by trace</a:t>
            </a:r>
          </a:p>
        </p:txBody>
      </p:sp>
      <p:sp>
        <p:nvSpPr>
          <p:cNvPr id="4" name="object-2-s0-u0">
            <a:extLst xmlns:a="http://schemas.openxmlformats.org/drawingml/2006/main">
              <a:ext uri="{FF2B5EF4-FFF2-40B4-BE49-F238E27FC236}">
                <a16:creationId xmlns:a16="http://schemas.microsoft.com/office/drawing/2014/main" id="{71318015-4649-4552-8C93-AFC06C93F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9239"/>
            <a:ext cx="3333750" cy="1733550"/>
          </a:xfrm>
          <a:prstGeom xmlns:a="http://schemas.openxmlformats.org/drawingml/2006/main" prst="roundRect">
            <a:avLst>
              <a:gd name="adj" fmla="val 3297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87E86"/>
            </a:solidFill>
            <a:prstDash val="solid"/>
          </a:ln>
        </p:spPr>
      </p:sp>
      <p:sp>
        <p:nvSpPr>
          <p:cNvPr id="5" name="object-3-s0-u0">
            <a:extLst xmlns:a="http://schemas.openxmlformats.org/drawingml/2006/main">
              <a:ext uri="{FF2B5EF4-FFF2-40B4-BE49-F238E27FC236}">
                <a16:creationId xmlns:a16="http://schemas.microsoft.com/office/drawing/2014/main" id="{0A5EE108-FF3F-4C14-852D-472AAF714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189" y="2317819"/>
            <a:ext cx="724882" cy="3486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tr = 4</a:t>
            </a:r>
          </a:p>
        </p:txBody>
      </p:sp>
      <p:sp>
        <p:nvSpPr>
          <p:cNvPr id="6" name="object-4-s0-u0">
            <a:extLst xmlns:a="http://schemas.openxmlformats.org/drawingml/2006/main">
              <a:ext uri="{FF2B5EF4-FFF2-40B4-BE49-F238E27FC236}">
                <a16:creationId xmlns:a16="http://schemas.microsoft.com/office/drawing/2014/main" id="{79F00305-F4B8-4069-B548-E52A870AD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249239"/>
            <a:ext cx="3333750" cy="1733550"/>
          </a:xfrm>
          <a:prstGeom xmlns:a="http://schemas.openxmlformats.org/drawingml/2006/main" prst="roundRect">
            <a:avLst>
              <a:gd name="adj" fmla="val 3297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87E86"/>
            </a:solidFill>
            <a:prstDash val="solid"/>
          </a:ln>
        </p:spPr>
      </p:sp>
      <p:sp>
        <p:nvSpPr>
          <p:cNvPr id="7" name="object-5-s0-u0">
            <a:extLst xmlns:a="http://schemas.openxmlformats.org/drawingml/2006/main">
              <a:ext uri="{FF2B5EF4-FFF2-40B4-BE49-F238E27FC236}">
                <a16:creationId xmlns:a16="http://schemas.microsoft.com/office/drawing/2014/main" id="{9DFF30B2-A111-417B-998F-835616623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414" y="2317819"/>
            <a:ext cx="724882" cy="3486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tr = 2</a:t>
            </a:r>
          </a:p>
        </p:txBody>
      </p:sp>
      <p:sp>
        <p:nvSpPr>
          <p:cNvPr id="8" name="object-6-s0-u0">
            <a:extLst xmlns:a="http://schemas.openxmlformats.org/drawingml/2006/main">
              <a:ext uri="{FF2B5EF4-FFF2-40B4-BE49-F238E27FC236}">
                <a16:creationId xmlns:a16="http://schemas.microsoft.com/office/drawing/2014/main" id="{A4460B60-8A11-461E-B0D8-77ACAD121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49239"/>
            <a:ext cx="3333750" cy="1733550"/>
          </a:xfrm>
          <a:prstGeom xmlns:a="http://schemas.openxmlformats.org/drawingml/2006/main" prst="roundRect">
            <a:avLst>
              <a:gd name="adj" fmla="val 3297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87E86"/>
            </a:solidFill>
            <a:prstDash val="solid"/>
          </a:ln>
        </p:spPr>
      </p:sp>
      <p:sp>
        <p:nvSpPr>
          <p:cNvPr id="9" name="object-7-s0-u0">
            <a:extLst xmlns:a="http://schemas.openxmlformats.org/drawingml/2006/main">
              <a:ext uri="{FF2B5EF4-FFF2-40B4-BE49-F238E27FC236}">
                <a16:creationId xmlns:a16="http://schemas.microsoft.com/office/drawing/2014/main" id="{4F92AF71-987A-48C8-86C5-B0F133AB8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1639" y="2317819"/>
            <a:ext cx="724882" cy="3486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tr = 0</a:t>
            </a:r>
          </a:p>
        </p:txBody>
      </p:sp>
      <p:sp>
        <p:nvSpPr>
          <p:cNvPr id="10" name="object-8-s0-u0">
            <a:extLst xmlns:a="http://schemas.openxmlformats.org/drawingml/2006/main">
              <a:ext uri="{FF2B5EF4-FFF2-40B4-BE49-F238E27FC236}">
                <a16:creationId xmlns:a16="http://schemas.microsoft.com/office/drawing/2014/main" id="{BEF9853D-C727-46AD-9140-381F00CBB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877889"/>
            <a:ext cx="1005840" cy="95"/>
          </a:xfrm>
          <a:custGeom xmlns:a="http://schemas.openxmlformats.org/drawingml/2006/main">
            <a:pathLst>
              <a:path w="1005840" h="95">
                <a:moveTo>
                  <a:pt x="0" y="0"/>
                </a:moveTo>
                <a:lnTo>
                  <a:pt x="10058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5E7275"/>
            </a:solidFill>
            <a:prstDash val="solid"/>
          </a:ln>
        </p:spPr>
      </p:sp>
      <p:sp>
        <p:nvSpPr>
          <p:cNvPr id="11" name="object-9-s0-u0">
            <a:extLst xmlns:a="http://schemas.openxmlformats.org/drawingml/2006/main">
              <a:ext uri="{FF2B5EF4-FFF2-40B4-BE49-F238E27FC236}">
                <a16:creationId xmlns:a16="http://schemas.microsoft.com/office/drawing/2014/main" id="{E8343421-5F90-4CF1-894D-F67DBD9C8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312229"/>
            <a:ext cx="1005840" cy="95"/>
          </a:xfrm>
          <a:custGeom xmlns:a="http://schemas.openxmlformats.org/drawingml/2006/main">
            <a:pathLst>
              <a:path w="1005840" h="95">
                <a:moveTo>
                  <a:pt x="0" y="0"/>
                </a:moveTo>
                <a:lnTo>
                  <a:pt x="10058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5E7275"/>
            </a:solidFill>
            <a:prstDash val="solid"/>
          </a:ln>
        </p:spPr>
      </p:sp>
      <p:sp>
        <p:nvSpPr>
          <p:cNvPr id="12" name="object-10-s0-u0">
            <a:extLst xmlns:a="http://schemas.openxmlformats.org/drawingml/2006/main">
              <a:ext uri="{FF2B5EF4-FFF2-40B4-BE49-F238E27FC236}">
                <a16:creationId xmlns:a16="http://schemas.microsoft.com/office/drawing/2014/main" id="{3F7D8319-BB45-46E0-B42C-9BF4453A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850" y="3502729"/>
            <a:ext cx="139750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13" name="object-11-s0-u0">
            <a:extLst xmlns:a="http://schemas.openxmlformats.org/drawingml/2006/main">
              <a:ext uri="{FF2B5EF4-FFF2-40B4-BE49-F238E27FC236}">
                <a16:creationId xmlns:a16="http://schemas.microsoft.com/office/drawing/2014/main" id="{9CF6573A-B19D-4064-9B6C-E51E17CCC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877889"/>
            <a:ext cx="898207" cy="95"/>
          </a:xfrm>
          <a:custGeom xmlns:a="http://schemas.openxmlformats.org/drawingml/2006/main">
            <a:pathLst>
              <a:path w="898207" h="95">
                <a:moveTo>
                  <a:pt x="0" y="0"/>
                </a:moveTo>
                <a:lnTo>
                  <a:pt x="898207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5E7275"/>
            </a:solidFill>
            <a:prstDash val="solid"/>
          </a:ln>
        </p:spPr>
      </p:sp>
      <p:sp>
        <p:nvSpPr>
          <p:cNvPr id="14" name="object-12-s0-u0">
            <a:extLst xmlns:a="http://schemas.openxmlformats.org/drawingml/2006/main">
              <a:ext uri="{FF2B5EF4-FFF2-40B4-BE49-F238E27FC236}">
                <a16:creationId xmlns:a16="http://schemas.microsoft.com/office/drawing/2014/main" id="{EADD1708-04DF-40F2-AD71-823AA94FB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294132"/>
            <a:ext cx="898207" cy="95"/>
          </a:xfrm>
          <a:custGeom xmlns:a="http://schemas.openxmlformats.org/drawingml/2006/main">
            <a:pathLst>
              <a:path w="898207" h="95">
                <a:moveTo>
                  <a:pt x="0" y="0"/>
                </a:moveTo>
                <a:lnTo>
                  <a:pt x="898207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5E7275"/>
            </a:solidFill>
            <a:prstDash val="solid"/>
          </a:ln>
        </p:spPr>
      </p:sp>
      <p:sp>
        <p:nvSpPr>
          <p:cNvPr id="15" name="object-13-s0-u0">
            <a:extLst xmlns:a="http://schemas.openxmlformats.org/drawingml/2006/main">
              <a:ext uri="{FF2B5EF4-FFF2-40B4-BE49-F238E27FC236}">
                <a16:creationId xmlns:a16="http://schemas.microsoft.com/office/drawing/2014/main" id="{4E0B37EC-2D8B-4F00-8618-5117BE2BB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9229" y="2877889"/>
            <a:ext cx="95" cy="416242"/>
          </a:xfrm>
          <a:custGeom xmlns:a="http://schemas.openxmlformats.org/drawingml/2006/main">
            <a:pathLst>
              <a:path w="95" h="416242">
                <a:moveTo>
                  <a:pt x="0" y="0"/>
                </a:moveTo>
                <a:lnTo>
                  <a:pt x="0" y="41624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16" name="object-14-s0-u0">
            <a:extLst xmlns:a="http://schemas.openxmlformats.org/drawingml/2006/main">
              <a:ext uri="{FF2B5EF4-FFF2-40B4-BE49-F238E27FC236}">
                <a16:creationId xmlns:a16="http://schemas.microsoft.com/office/drawing/2014/main" id="{F34B1FE3-B5BD-4537-A27A-D78CF372C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9937" y="2828598"/>
            <a:ext cx="98584" cy="98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954">
            <a:noFill/>
            <a:prstDash val="solid"/>
          </a:ln>
        </p:spPr>
      </p:sp>
      <p:sp>
        <p:nvSpPr>
          <p:cNvPr id="17" name="object-15-s0-u0">
            <a:extLst xmlns:a="http://schemas.openxmlformats.org/drawingml/2006/main">
              <a:ext uri="{FF2B5EF4-FFF2-40B4-BE49-F238E27FC236}">
                <a16:creationId xmlns:a16="http://schemas.microsoft.com/office/drawing/2014/main" id="{51D3EF3C-D726-4296-83B0-66370C570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9937" y="3244840"/>
            <a:ext cx="98584" cy="98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954">
            <a:noFill/>
            <a:prstDash val="solid"/>
          </a:ln>
        </p:spPr>
      </p:sp>
      <p:sp>
        <p:nvSpPr>
          <p:cNvPr id="18" name="object-16-s0-u0">
            <a:extLst xmlns:a="http://schemas.openxmlformats.org/drawingml/2006/main">
              <a:ext uri="{FF2B5EF4-FFF2-40B4-BE49-F238E27FC236}">
                <a16:creationId xmlns:a16="http://schemas.microsoft.com/office/drawing/2014/main" id="{BCB60627-272B-4B7B-A689-CB2EF28DD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877889"/>
            <a:ext cx="898207" cy="95"/>
          </a:xfrm>
          <a:custGeom xmlns:a="http://schemas.openxmlformats.org/drawingml/2006/main">
            <a:pathLst>
              <a:path w="898207" h="95">
                <a:moveTo>
                  <a:pt x="0" y="0"/>
                </a:moveTo>
                <a:lnTo>
                  <a:pt x="898207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5E7275"/>
            </a:solidFill>
            <a:prstDash val="solid"/>
          </a:ln>
        </p:spPr>
      </p:sp>
      <p:sp>
        <p:nvSpPr>
          <p:cNvPr id="19" name="object-17-s0-u0">
            <a:extLst xmlns:a="http://schemas.openxmlformats.org/drawingml/2006/main">
              <a:ext uri="{FF2B5EF4-FFF2-40B4-BE49-F238E27FC236}">
                <a16:creationId xmlns:a16="http://schemas.microsoft.com/office/drawing/2014/main" id="{0F0980CE-89C1-4365-8695-7C657CB92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294132"/>
            <a:ext cx="898207" cy="95"/>
          </a:xfrm>
          <a:custGeom xmlns:a="http://schemas.openxmlformats.org/drawingml/2006/main">
            <a:pathLst>
              <a:path w="898207" h="95">
                <a:moveTo>
                  <a:pt x="0" y="0"/>
                </a:moveTo>
                <a:lnTo>
                  <a:pt x="898207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5E7275"/>
            </a:solidFill>
            <a:prstDash val="solid"/>
          </a:ln>
        </p:spPr>
      </p:sp>
      <p:sp>
        <p:nvSpPr>
          <p:cNvPr id="20" name="object-18-s0-u0">
            <a:extLst xmlns:a="http://schemas.openxmlformats.org/drawingml/2006/main">
              <a:ext uri="{FF2B5EF4-FFF2-40B4-BE49-F238E27FC236}">
                <a16:creationId xmlns:a16="http://schemas.microsoft.com/office/drawing/2014/main" id="{7AF8AAF6-B646-433B-946C-51F388663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404" y="2877889"/>
            <a:ext cx="95" cy="416242"/>
          </a:xfrm>
          <a:custGeom xmlns:a="http://schemas.openxmlformats.org/drawingml/2006/main">
            <a:pathLst>
              <a:path w="95" h="416242">
                <a:moveTo>
                  <a:pt x="0" y="0"/>
                </a:moveTo>
                <a:lnTo>
                  <a:pt x="0" y="41624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21" name="object-19-s0-u0">
            <a:extLst xmlns:a="http://schemas.openxmlformats.org/drawingml/2006/main">
              <a:ext uri="{FF2B5EF4-FFF2-40B4-BE49-F238E27FC236}">
                <a16:creationId xmlns:a16="http://schemas.microsoft.com/office/drawing/2014/main" id="{DB748C9A-5620-44E5-9A51-124242B0A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112" y="2828598"/>
            <a:ext cx="98584" cy="98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954">
            <a:noFill/>
            <a:prstDash val="solid"/>
          </a:ln>
        </p:spPr>
      </p:sp>
      <p:sp>
        <p:nvSpPr>
          <p:cNvPr id="22" name="object-20-s0-u0">
            <a:extLst xmlns:a="http://schemas.openxmlformats.org/drawingml/2006/main">
              <a:ext uri="{FF2B5EF4-FFF2-40B4-BE49-F238E27FC236}">
                <a16:creationId xmlns:a16="http://schemas.microsoft.com/office/drawing/2014/main" id="{481A654F-DF67-4A3C-9E30-F44B3190E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5389" y="3179118"/>
            <a:ext cx="230028" cy="23002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23" name="object-21-s0-u0">
            <a:extLst xmlns:a="http://schemas.openxmlformats.org/drawingml/2006/main">
              <a:ext uri="{FF2B5EF4-FFF2-40B4-BE49-F238E27FC236}">
                <a16:creationId xmlns:a16="http://schemas.microsoft.com/office/drawing/2014/main" id="{1DA7D440-E38B-47B0-A628-AEDBDCB66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3727" y="3217456"/>
            <a:ext cx="153352" cy="153352"/>
          </a:xfrm>
          <a:custGeom xmlns:a="http://schemas.openxmlformats.org/drawingml/2006/main">
            <a:pathLst>
              <a:path w="153352" h="153352">
                <a:moveTo>
                  <a:pt x="0" y="76676"/>
                </a:moveTo>
                <a:lnTo>
                  <a:pt x="153352" y="76676"/>
                </a:lnTo>
              </a:path>
              <a:path w="153352" h="153352">
                <a:moveTo>
                  <a:pt x="76676" y="0"/>
                </a:moveTo>
                <a:lnTo>
                  <a:pt x="76676" y="15335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24" name="object-22-s0-u0">
            <a:extLst xmlns:a="http://schemas.openxmlformats.org/drawingml/2006/main">
              <a:ext uri="{FF2B5EF4-FFF2-40B4-BE49-F238E27FC236}">
                <a16:creationId xmlns:a16="http://schemas.microsoft.com/office/drawing/2014/main" id="{EFA0C7F1-75F6-4F70-AAE9-7F7034244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502729"/>
            <a:ext cx="381000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CZ</a:t>
            </a:r>
          </a:p>
        </p:txBody>
      </p:sp>
      <p:sp>
        <p:nvSpPr>
          <p:cNvPr id="25" name="object-23-s0-u0">
            <a:extLst xmlns:a="http://schemas.openxmlformats.org/drawingml/2006/main">
              <a:ext uri="{FF2B5EF4-FFF2-40B4-BE49-F238E27FC236}">
                <a16:creationId xmlns:a16="http://schemas.microsoft.com/office/drawing/2014/main" id="{8C62862E-3C97-4A2E-B48C-25C13FCDE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175" y="3502729"/>
            <a:ext cx="393799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CX</a:t>
            </a:r>
          </a:p>
        </p:txBody>
      </p:sp>
      <p:sp>
        <p:nvSpPr>
          <p:cNvPr id="26" name="object-24-s0-u0">
            <a:extLst xmlns:a="http://schemas.openxmlformats.org/drawingml/2006/main">
              <a:ext uri="{FF2B5EF4-FFF2-40B4-BE49-F238E27FC236}">
                <a16:creationId xmlns:a16="http://schemas.microsoft.com/office/drawing/2014/main" id="{17A10A99-B157-4D41-ABFA-CBC2EE01E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77889"/>
            <a:ext cx="937260" cy="95"/>
          </a:xfrm>
          <a:custGeom xmlns:a="http://schemas.openxmlformats.org/drawingml/2006/main">
            <a:pathLst>
              <a:path w="937260" h="95">
                <a:moveTo>
                  <a:pt x="0" y="0"/>
                </a:moveTo>
                <a:lnTo>
                  <a:pt x="9372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5E7275"/>
            </a:solidFill>
            <a:prstDash val="solid"/>
          </a:ln>
        </p:spPr>
      </p:sp>
      <p:sp>
        <p:nvSpPr>
          <p:cNvPr id="27" name="object-25-s0-u0">
            <a:extLst xmlns:a="http://schemas.openxmlformats.org/drawingml/2006/main">
              <a:ext uri="{FF2B5EF4-FFF2-40B4-BE49-F238E27FC236}">
                <a16:creationId xmlns:a16="http://schemas.microsoft.com/office/drawing/2014/main" id="{6C6AB7D0-7C42-4B51-89F0-8DAFD4460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12229"/>
            <a:ext cx="937260" cy="95"/>
          </a:xfrm>
          <a:custGeom xmlns:a="http://schemas.openxmlformats.org/drawingml/2006/main">
            <a:pathLst>
              <a:path w="937260" h="95">
                <a:moveTo>
                  <a:pt x="0" y="0"/>
                </a:moveTo>
                <a:lnTo>
                  <a:pt x="9372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5E7275"/>
            </a:solidFill>
            <a:prstDash val="solid"/>
          </a:ln>
        </p:spPr>
      </p:sp>
      <p:sp>
        <p:nvSpPr>
          <p:cNvPr id="28" name="object-26-s0-u0">
            <a:extLst xmlns:a="http://schemas.openxmlformats.org/drawingml/2006/main">
              <a:ext uri="{FF2B5EF4-FFF2-40B4-BE49-F238E27FC236}">
                <a16:creationId xmlns:a16="http://schemas.microsoft.com/office/drawing/2014/main" id="{C5EBCBB5-944B-463B-86EF-DB300297C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3570" y="3140780"/>
            <a:ext cx="388620" cy="3429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22860">
            <a:solidFill>
              <a:srgbClr val="123039"/>
            </a:solidFill>
            <a:prstDash val="solid"/>
          </a:ln>
        </p:spPr>
      </p:sp>
      <p:sp>
        <p:nvSpPr>
          <p:cNvPr id="29" name="object-27-s0-u0">
            <a:extLst xmlns:a="http://schemas.openxmlformats.org/drawingml/2006/main">
              <a:ext uri="{FF2B5EF4-FFF2-40B4-BE49-F238E27FC236}">
                <a16:creationId xmlns:a16="http://schemas.microsoft.com/office/drawing/2014/main" id="{7DD0427D-9523-48A4-ADE5-1E2F64412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3065" y="3189928"/>
            <a:ext cx="205829" cy="2484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3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53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30" name="object-28-s0-u0">
            <a:extLst xmlns:a="http://schemas.openxmlformats.org/drawingml/2006/main">
              <a:ext uri="{FF2B5EF4-FFF2-40B4-BE49-F238E27FC236}">
                <a16:creationId xmlns:a16="http://schemas.microsoft.com/office/drawing/2014/main" id="{E0BFEE11-FCB7-4167-88AF-DA81E758C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216" y="3502729"/>
            <a:ext cx="581918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I ⊗ X</a:t>
            </a:r>
          </a:p>
        </p:txBody>
      </p:sp>
      <p:sp>
        <p:nvSpPr>
          <p:cNvPr id="31" name="object-29-s0-u0">
            <a:extLst xmlns:a="http://schemas.openxmlformats.org/drawingml/2006/main">
              <a:ext uri="{FF2B5EF4-FFF2-40B4-BE49-F238E27FC236}">
                <a16:creationId xmlns:a16="http://schemas.microsoft.com/office/drawing/2014/main" id="{48E13209-F668-4AB3-9AB2-170EEFE9E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11402"/>
            <a:ext cx="2716857" cy="316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tr(CZ) = 1 + 1 + 1 − 1 = 2</a:t>
            </a:r>
          </a:p>
        </p:txBody>
      </p:sp>
      <p:sp>
        <p:nvSpPr>
          <p:cNvPr id="32" name="object-30-s0-u0">
            <a:extLst xmlns:a="http://schemas.openxmlformats.org/drawingml/2006/main">
              <a:ext uri="{FF2B5EF4-FFF2-40B4-BE49-F238E27FC236}">
                <a16:creationId xmlns:a16="http://schemas.microsoft.com/office/drawing/2014/main" id="{6AF435D9-8A22-4B80-8090-C4B303D1E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311402"/>
            <a:ext cx="2730252" cy="316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tr(CX) = 1 + 1 + 0 + 0 = 2</a:t>
            </a:r>
          </a:p>
        </p:txBody>
      </p:sp>
      <p:sp>
        <p:nvSpPr>
          <p:cNvPr id="33" name="object-31-s0-u0">
            <a:extLst xmlns:a="http://schemas.openxmlformats.org/drawingml/2006/main">
              <a:ext uri="{FF2B5EF4-FFF2-40B4-BE49-F238E27FC236}">
                <a16:creationId xmlns:a16="http://schemas.microsoft.com/office/drawing/2014/main" id="{7FA57B9C-BCAC-4C49-B084-053B54988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54327"/>
            <a:ext cx="7325618" cy="316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Keep CZ / CX as a candidate pair. Different trace groups cannot pair.</a:t>
            </a:r>
          </a:p>
        </p:txBody>
      </p:sp>
      <p:sp>
        <p:nvSpPr>
          <p:cNvPr id="34" name="object-32-s0-u0">
            <a:extLst xmlns:a="http://schemas.openxmlformats.org/drawingml/2006/main">
              <a:ext uri="{FF2B5EF4-FFF2-40B4-BE49-F238E27FC236}">
                <a16:creationId xmlns:a16="http://schemas.microsoft.com/office/drawing/2014/main" id="{48D93933-2024-4FA3-86E2-733CB0BF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46757"/>
            <a:ext cx="7898309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Trace is a cheap necessary filter; equal trace alone does not establish existence.</a:t>
            </a:r>
          </a:p>
        </p:txBody>
      </p:sp>
      <p:sp>
        <p:nvSpPr>
          <p:cNvPr id="35" name="object-55-s0-ux">
            <a:extLst xmlns:a="http://schemas.openxmlformats.org/drawingml/2006/main">
              <a:ext uri="{FF2B5EF4-FFF2-40B4-BE49-F238E27FC236}">
                <a16:creationId xmlns:a16="http://schemas.microsoft.com/office/drawing/2014/main" id="{E60CD162-FA9C-402C-A843-CB80E8AB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71974"/>
            <a:ext cx="4095601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GROUP BY TRACE → CHECK EIGENVALUES → SOLVE</a:t>
            </a:r>
          </a:p>
        </p:txBody>
      </p:sp>
      <p:sp>
        <p:nvSpPr>
          <p:cNvPr id="36" name="object-146-s0-ux">
            <a:extLst xmlns:a="http://schemas.openxmlformats.org/drawingml/2006/main">
              <a:ext uri="{FF2B5EF4-FFF2-40B4-BE49-F238E27FC236}">
                <a16:creationId xmlns:a16="http://schemas.microsoft.com/office/drawing/2014/main" id="{D10DB24D-0CD6-4A90-9321-86324248F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4859387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§§5.3.3–5.3.4, Lemmas 5.3–5.4; illustrative CZ → CX derivation</a:t>
            </a:r>
          </a:p>
        </p:txBody>
      </p:sp>
      <p:sp>
        <p:nvSpPr>
          <p:cNvPr id="37" name="object-147-s0-ux">
            <a:extLst xmlns:a="http://schemas.openxmlformats.org/drawingml/2006/main">
              <a:ext uri="{FF2B5EF4-FFF2-40B4-BE49-F238E27FC236}">
                <a16:creationId xmlns:a16="http://schemas.microsoft.com/office/drawing/2014/main" id="{0A2EEE29-6845-4112-9753-1C25DFA20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09 / 14</a:t>
            </a:r>
          </a:p>
        </p:txBody>
      </p:sp>
      <p:sp>
        <p:nvSpPr>
          <p:cNvPr id="38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F401264F-7056-4429-989D-A6D1577BA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1 / 7</a:t>
            </a:r>
          </a:p>
        </p:txBody>
      </p:sp>
    </p:spTree>
    <p:extLst>
      <p:ext uri="{BB962C8B-B14F-4D97-AF65-F5344CB8AC3E}">
        <p14:creationId xmlns:p14="http://schemas.microsoft.com/office/powerpoint/2010/main" val="5621498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op-accent">
            <a:extLst xmlns:a="http://schemas.openxmlformats.org/drawingml/2006/main">
              <a:ext uri="{FF2B5EF4-FFF2-40B4-BE49-F238E27FC236}">
                <a16:creationId xmlns:a16="http://schemas.microsoft.com/office/drawing/2014/main" id="{CFD4C853-FF2D-438D-8A52-8D8CF93E5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75FC83D6-12A1-48B1-AFB6-150A5DB0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8591580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Group by trace, validate spectra, then solve for S</a:t>
            </a:r>
          </a:p>
        </p:txBody>
      </p:sp>
      <p:sp>
        <p:nvSpPr>
          <p:cNvPr id="3" name="object-33-s1-u1">
            <a:extLst xmlns:a="http://schemas.openxmlformats.org/drawingml/2006/main">
              <a:ext uri="{FF2B5EF4-FFF2-40B4-BE49-F238E27FC236}">
                <a16:creationId xmlns:a16="http://schemas.microsoft.com/office/drawing/2014/main" id="{A9AC4F1E-11DF-403C-BEB0-14333F77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7739"/>
            <a:ext cx="6262836" cy="3744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2. Validate eigenvalues within the trace group</a:t>
            </a:r>
          </a:p>
        </p:txBody>
      </p:sp>
      <p:sp>
        <p:nvSpPr>
          <p:cNvPr id="4" name="object-34-s1-u1">
            <a:extLst xmlns:a="http://schemas.openxmlformats.org/drawingml/2006/main">
              <a:ext uri="{FF2B5EF4-FFF2-40B4-BE49-F238E27FC236}">
                <a16:creationId xmlns:a16="http://schemas.microsoft.com/office/drawing/2014/main" id="{11DF21BA-186E-4A77-A2CE-AF29A069D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296864"/>
            <a:ext cx="3848100" cy="1685925"/>
          </a:xfrm>
          <a:prstGeom xmlns:a="http://schemas.openxmlformats.org/drawingml/2006/main" prst="roundRect">
            <a:avLst>
              <a:gd name="adj" fmla="val 339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87E86"/>
            </a:solidFill>
            <a:prstDash val="solid"/>
          </a:ln>
        </p:spPr>
      </p:sp>
      <p:sp>
        <p:nvSpPr>
          <p:cNvPr id="5" name="object-35-s1-u1">
            <a:extLst xmlns:a="http://schemas.openxmlformats.org/drawingml/2006/main">
              <a:ext uri="{FF2B5EF4-FFF2-40B4-BE49-F238E27FC236}">
                <a16:creationId xmlns:a16="http://schemas.microsoft.com/office/drawing/2014/main" id="{44114EFE-72AD-4701-93B1-30D700AFB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0929" y="2385447"/>
            <a:ext cx="865644" cy="3371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L = CZ</a:t>
            </a:r>
          </a:p>
        </p:txBody>
      </p:sp>
      <p:sp>
        <p:nvSpPr>
          <p:cNvPr id="6" name="object-36-s1-u1">
            <a:extLst xmlns:a="http://schemas.openxmlformats.org/drawingml/2006/main">
              <a:ext uri="{FF2B5EF4-FFF2-40B4-BE49-F238E27FC236}">
                <a16:creationId xmlns:a16="http://schemas.microsoft.com/office/drawing/2014/main" id="{E8A9597F-7406-41CD-8C1D-5D9C3322B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3058864"/>
            <a:ext cx="898207" cy="95"/>
          </a:xfrm>
          <a:custGeom xmlns:a="http://schemas.openxmlformats.org/drawingml/2006/main">
            <a:pathLst>
              <a:path w="898207" h="95">
                <a:moveTo>
                  <a:pt x="0" y="0"/>
                </a:moveTo>
                <a:lnTo>
                  <a:pt x="898207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5E7275"/>
            </a:solidFill>
            <a:prstDash val="solid"/>
          </a:ln>
        </p:spPr>
      </p:sp>
      <p:sp>
        <p:nvSpPr>
          <p:cNvPr id="7" name="object-37-s1-u1">
            <a:extLst xmlns:a="http://schemas.openxmlformats.org/drawingml/2006/main">
              <a:ext uri="{FF2B5EF4-FFF2-40B4-BE49-F238E27FC236}">
                <a16:creationId xmlns:a16="http://schemas.microsoft.com/office/drawing/2014/main" id="{588F31E2-82C7-4E94-9529-6EFA35EA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3475107"/>
            <a:ext cx="898207" cy="95"/>
          </a:xfrm>
          <a:custGeom xmlns:a="http://schemas.openxmlformats.org/drawingml/2006/main">
            <a:pathLst>
              <a:path w="898207" h="95">
                <a:moveTo>
                  <a:pt x="0" y="0"/>
                </a:moveTo>
                <a:lnTo>
                  <a:pt x="898207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5E7275"/>
            </a:solidFill>
            <a:prstDash val="solid"/>
          </a:ln>
        </p:spPr>
      </p:sp>
      <p:sp>
        <p:nvSpPr>
          <p:cNvPr id="8" name="object-38-s1-u1">
            <a:extLst xmlns:a="http://schemas.openxmlformats.org/drawingml/2006/main">
              <a:ext uri="{FF2B5EF4-FFF2-40B4-BE49-F238E27FC236}">
                <a16:creationId xmlns:a16="http://schemas.microsoft.com/office/drawing/2014/main" id="{A06424F1-8F85-4F8A-9A57-A36A63225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2179" y="3058864"/>
            <a:ext cx="95" cy="416242"/>
          </a:xfrm>
          <a:custGeom xmlns:a="http://schemas.openxmlformats.org/drawingml/2006/main">
            <a:pathLst>
              <a:path w="95" h="416242">
                <a:moveTo>
                  <a:pt x="0" y="0"/>
                </a:moveTo>
                <a:lnTo>
                  <a:pt x="0" y="41624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9" name="object-39-s1-u1">
            <a:extLst xmlns:a="http://schemas.openxmlformats.org/drawingml/2006/main">
              <a:ext uri="{FF2B5EF4-FFF2-40B4-BE49-F238E27FC236}">
                <a16:creationId xmlns:a16="http://schemas.microsoft.com/office/drawing/2014/main" id="{14E050B4-ACDE-453C-8F8E-F702C17E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2887" y="3009573"/>
            <a:ext cx="98584" cy="98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954">
            <a:noFill/>
            <a:prstDash val="solid"/>
          </a:ln>
        </p:spPr>
      </p:sp>
      <p:sp>
        <p:nvSpPr>
          <p:cNvPr id="10" name="object-40-s1-u1">
            <a:extLst xmlns:a="http://schemas.openxmlformats.org/drawingml/2006/main">
              <a:ext uri="{FF2B5EF4-FFF2-40B4-BE49-F238E27FC236}">
                <a16:creationId xmlns:a16="http://schemas.microsoft.com/office/drawing/2014/main" id="{FB9AAD8F-1209-40E2-9C02-2ADAEFB9C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2887" y="3425815"/>
            <a:ext cx="98584" cy="98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954">
            <a:noFill/>
            <a:prstDash val="solid"/>
          </a:ln>
        </p:spPr>
      </p:sp>
      <p:sp>
        <p:nvSpPr>
          <p:cNvPr id="11" name="object-41-s1-u1">
            <a:extLst xmlns:a="http://schemas.openxmlformats.org/drawingml/2006/main">
              <a:ext uri="{FF2B5EF4-FFF2-40B4-BE49-F238E27FC236}">
                <a16:creationId xmlns:a16="http://schemas.microsoft.com/office/drawing/2014/main" id="{69857E1C-002B-4F43-9D12-AA4FC9941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6158" y="3052197"/>
            <a:ext cx="1400086" cy="3371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02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{1, 1, 1, −1}</a:t>
            </a:r>
          </a:p>
        </p:txBody>
      </p:sp>
      <p:sp>
        <p:nvSpPr>
          <p:cNvPr id="12" name="object-42-s1-u1">
            <a:extLst xmlns:a="http://schemas.openxmlformats.org/drawingml/2006/main">
              <a:ext uri="{FF2B5EF4-FFF2-40B4-BE49-F238E27FC236}">
                <a16:creationId xmlns:a16="http://schemas.microsoft.com/office/drawing/2014/main" id="{577DAEE6-3ABF-45D5-9820-B18ECCB49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2296864"/>
            <a:ext cx="3848100" cy="1685925"/>
          </a:xfrm>
          <a:prstGeom xmlns:a="http://schemas.openxmlformats.org/drawingml/2006/main" prst="roundRect">
            <a:avLst>
              <a:gd name="adj" fmla="val 339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87E86"/>
            </a:solidFill>
            <a:prstDash val="solid"/>
          </a:ln>
        </p:spPr>
      </p:sp>
      <p:sp>
        <p:nvSpPr>
          <p:cNvPr id="13" name="object-43-s1-u1">
            <a:extLst xmlns:a="http://schemas.openxmlformats.org/drawingml/2006/main">
              <a:ext uri="{FF2B5EF4-FFF2-40B4-BE49-F238E27FC236}">
                <a16:creationId xmlns:a16="http://schemas.microsoft.com/office/drawing/2014/main" id="{4A4043FA-1DFC-4F00-8356-FEEAC782B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8767" y="2385447"/>
            <a:ext cx="913269" cy="3371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 = CX</a:t>
            </a:r>
          </a:p>
        </p:txBody>
      </p:sp>
      <p:sp>
        <p:nvSpPr>
          <p:cNvPr id="14" name="object-44-s1-u1">
            <a:extLst xmlns:a="http://schemas.openxmlformats.org/drawingml/2006/main">
              <a:ext uri="{FF2B5EF4-FFF2-40B4-BE49-F238E27FC236}">
                <a16:creationId xmlns:a16="http://schemas.microsoft.com/office/drawing/2014/main" id="{2ED8AC8D-8C5A-438C-BE63-98C89BD35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3058864"/>
            <a:ext cx="898207" cy="95"/>
          </a:xfrm>
          <a:custGeom xmlns:a="http://schemas.openxmlformats.org/drawingml/2006/main">
            <a:pathLst>
              <a:path w="898207" h="95">
                <a:moveTo>
                  <a:pt x="0" y="0"/>
                </a:moveTo>
                <a:lnTo>
                  <a:pt x="898207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5E7275"/>
            </a:solidFill>
            <a:prstDash val="solid"/>
          </a:ln>
        </p:spPr>
      </p:sp>
      <p:sp>
        <p:nvSpPr>
          <p:cNvPr id="15" name="object-45-s1-u1">
            <a:extLst xmlns:a="http://schemas.openxmlformats.org/drawingml/2006/main">
              <a:ext uri="{FF2B5EF4-FFF2-40B4-BE49-F238E27FC236}">
                <a16:creationId xmlns:a16="http://schemas.microsoft.com/office/drawing/2014/main" id="{D60835A8-914D-453C-8DCF-5A8DF9879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3475107"/>
            <a:ext cx="898207" cy="95"/>
          </a:xfrm>
          <a:custGeom xmlns:a="http://schemas.openxmlformats.org/drawingml/2006/main">
            <a:pathLst>
              <a:path w="898207" h="95">
                <a:moveTo>
                  <a:pt x="0" y="0"/>
                </a:moveTo>
                <a:lnTo>
                  <a:pt x="898207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5E7275"/>
            </a:solidFill>
            <a:prstDash val="solid"/>
          </a:ln>
        </p:spPr>
      </p:sp>
      <p:sp>
        <p:nvSpPr>
          <p:cNvPr id="16" name="object-46-s1-u1">
            <a:extLst xmlns:a="http://schemas.openxmlformats.org/drawingml/2006/main">
              <a:ext uri="{FF2B5EF4-FFF2-40B4-BE49-F238E27FC236}">
                <a16:creationId xmlns:a16="http://schemas.microsoft.com/office/drawing/2014/main" id="{DB6E4963-5A4D-4C76-B675-4F322A413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3829" y="3058864"/>
            <a:ext cx="95" cy="416242"/>
          </a:xfrm>
          <a:custGeom xmlns:a="http://schemas.openxmlformats.org/drawingml/2006/main">
            <a:pathLst>
              <a:path w="95" h="416242">
                <a:moveTo>
                  <a:pt x="0" y="0"/>
                </a:moveTo>
                <a:lnTo>
                  <a:pt x="0" y="41624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17" name="object-47-s1-u1">
            <a:extLst xmlns:a="http://schemas.openxmlformats.org/drawingml/2006/main">
              <a:ext uri="{FF2B5EF4-FFF2-40B4-BE49-F238E27FC236}">
                <a16:creationId xmlns:a16="http://schemas.microsoft.com/office/drawing/2014/main" id="{E4DF0C8A-C22C-40B1-A2DC-C5C50DC54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537" y="3009573"/>
            <a:ext cx="98584" cy="98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954">
            <a:noFill/>
            <a:prstDash val="solid"/>
          </a:ln>
        </p:spPr>
      </p:sp>
      <p:sp>
        <p:nvSpPr>
          <p:cNvPr id="18" name="object-48-s1-u1">
            <a:extLst xmlns:a="http://schemas.openxmlformats.org/drawingml/2006/main">
              <a:ext uri="{FF2B5EF4-FFF2-40B4-BE49-F238E27FC236}">
                <a16:creationId xmlns:a16="http://schemas.microsoft.com/office/drawing/2014/main" id="{7D85E50C-DAC5-4D68-A6BB-7895A5FB5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814" y="3360093"/>
            <a:ext cx="230028" cy="23002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19" name="object-49-s1-u1">
            <a:extLst xmlns:a="http://schemas.openxmlformats.org/drawingml/2006/main">
              <a:ext uri="{FF2B5EF4-FFF2-40B4-BE49-F238E27FC236}">
                <a16:creationId xmlns:a16="http://schemas.microsoft.com/office/drawing/2014/main" id="{A11A90AB-C22F-4023-94E3-4FE9E4C82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7152" y="3398431"/>
            <a:ext cx="153352" cy="153352"/>
          </a:xfrm>
          <a:custGeom xmlns:a="http://schemas.openxmlformats.org/drawingml/2006/main">
            <a:pathLst>
              <a:path w="153352" h="153352">
                <a:moveTo>
                  <a:pt x="0" y="76676"/>
                </a:moveTo>
                <a:lnTo>
                  <a:pt x="153352" y="76676"/>
                </a:lnTo>
              </a:path>
              <a:path w="153352" h="153352">
                <a:moveTo>
                  <a:pt x="76676" y="0"/>
                </a:moveTo>
                <a:lnTo>
                  <a:pt x="76676" y="15335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20" name="object-50-s1-u1">
            <a:extLst xmlns:a="http://schemas.openxmlformats.org/drawingml/2006/main">
              <a:ext uri="{FF2B5EF4-FFF2-40B4-BE49-F238E27FC236}">
                <a16:creationId xmlns:a16="http://schemas.microsoft.com/office/drawing/2014/main" id="{1ECE1490-02A2-4114-BDD7-5DE305606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7808" y="3052197"/>
            <a:ext cx="1400086" cy="3371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02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{1, 1, 1, −1}</a:t>
            </a:r>
          </a:p>
        </p:txBody>
      </p:sp>
      <p:sp>
        <p:nvSpPr>
          <p:cNvPr id="21" name="object-51-s1-u1">
            <a:extLst xmlns:a="http://schemas.openxmlformats.org/drawingml/2006/main">
              <a:ext uri="{FF2B5EF4-FFF2-40B4-BE49-F238E27FC236}">
                <a16:creationId xmlns:a16="http://schemas.microsoft.com/office/drawing/2014/main" id="{D7246CDD-479E-495D-A442-721968F0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3085" y="2947422"/>
            <a:ext cx="311557" cy="4610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7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22" name="object-52-s1-u1">
            <a:extLst xmlns:a="http://schemas.openxmlformats.org/drawingml/2006/main">
              <a:ext uri="{FF2B5EF4-FFF2-40B4-BE49-F238E27FC236}">
                <a16:creationId xmlns:a16="http://schemas.microsoft.com/office/drawing/2014/main" id="{21324505-FE82-45A1-8397-EFCB902EB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34249"/>
            <a:ext cx="6972449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Same eigenvalues, including multiplicities → a unitary S exists.</a:t>
            </a:r>
          </a:p>
        </p:txBody>
      </p:sp>
      <p:sp>
        <p:nvSpPr>
          <p:cNvPr id="23" name="object-53-s1-u1">
            <a:extLst xmlns:a="http://schemas.openxmlformats.org/drawingml/2006/main">
              <a:ext uri="{FF2B5EF4-FFF2-40B4-BE49-F238E27FC236}">
                <a16:creationId xmlns:a16="http://schemas.microsoft.com/office/drawing/2014/main" id="{70151EA0-0EF8-4CAF-A107-337EC6C8D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401" y="4654302"/>
            <a:ext cx="6925321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Accept this pair; now solve S CZ = CX S for the full matrix space.</a:t>
            </a:r>
          </a:p>
        </p:txBody>
      </p:sp>
      <p:sp>
        <p:nvSpPr>
          <p:cNvPr id="24" name="object-54-s1-u1">
            <a:extLst xmlns:a="http://schemas.openxmlformats.org/drawingml/2006/main">
              <a:ext uri="{FF2B5EF4-FFF2-40B4-BE49-F238E27FC236}">
                <a16:creationId xmlns:a16="http://schemas.microsoft.com/office/drawing/2014/main" id="{96ABD27B-19F7-4731-B4E6-F7514A1D8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91512"/>
            <a:ext cx="7376815" cy="2607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Parameterized terms: sample traces, then use SMT to check spectral equivalence.</a:t>
            </a:r>
          </a:p>
        </p:txBody>
      </p:sp>
      <p:sp>
        <p:nvSpPr>
          <p:cNvPr id="25" name="object-55-s0-ux">
            <a:extLst xmlns:a="http://schemas.openxmlformats.org/drawingml/2006/main">
              <a:ext uri="{FF2B5EF4-FFF2-40B4-BE49-F238E27FC236}">
                <a16:creationId xmlns:a16="http://schemas.microsoft.com/office/drawing/2014/main" id="{99558F67-9DC7-4455-B378-C9940A05D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71974"/>
            <a:ext cx="4095601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GROUP BY TRACE → CHECK EIGENVALUES → SOLVE</a:t>
            </a:r>
          </a:p>
        </p:txBody>
      </p:sp>
      <p:sp>
        <p:nvSpPr>
          <p:cNvPr id="26" name="object-146-s0-ux">
            <a:extLst xmlns:a="http://schemas.openxmlformats.org/drawingml/2006/main">
              <a:ext uri="{FF2B5EF4-FFF2-40B4-BE49-F238E27FC236}">
                <a16:creationId xmlns:a16="http://schemas.microsoft.com/office/drawing/2014/main" id="{81B68B6D-9900-451A-A9A2-05DFC89CA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4859387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§§5.3.3–5.3.4, Lemmas 5.3–5.4; illustrative CZ → CX derivation</a:t>
            </a:r>
          </a:p>
        </p:txBody>
      </p:sp>
      <p:sp>
        <p:nvSpPr>
          <p:cNvPr id="27" name="object-147-s0-ux">
            <a:extLst xmlns:a="http://schemas.openxmlformats.org/drawingml/2006/main">
              <a:ext uri="{FF2B5EF4-FFF2-40B4-BE49-F238E27FC236}">
                <a16:creationId xmlns:a16="http://schemas.microsoft.com/office/drawing/2014/main" id="{75057B30-8606-465F-96CD-050FA0F4E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09 / 14</a:t>
            </a:r>
          </a:p>
        </p:txBody>
      </p:sp>
      <p:sp>
        <p:nvSpPr>
          <p:cNvPr id="28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4C686416-F64A-4088-A126-6EA703614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2 / 7</a:t>
            </a:r>
          </a:p>
        </p:txBody>
      </p:sp>
    </p:spTree>
    <p:extLst>
      <p:ext uri="{BB962C8B-B14F-4D97-AF65-F5344CB8AC3E}">
        <p14:creationId xmlns:p14="http://schemas.microsoft.com/office/powerpoint/2010/main" val="3529869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op-accent">
            <a:extLst xmlns:a="http://schemas.openxmlformats.org/drawingml/2006/main">
              <a:ext uri="{FF2B5EF4-FFF2-40B4-BE49-F238E27FC236}">
                <a16:creationId xmlns:a16="http://schemas.microsoft.com/office/drawing/2014/main" id="{8052942B-5C11-49EC-BBCF-ED4062DD8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732A1776-34B5-479A-BC50-35800E7BF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8591580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Group by trace, validate spectra, then solve for S</a:t>
            </a:r>
          </a:p>
        </p:txBody>
      </p:sp>
      <p:sp>
        <p:nvSpPr>
          <p:cNvPr id="3" name="object-55-s0-ux">
            <a:extLst xmlns:a="http://schemas.openxmlformats.org/drawingml/2006/main">
              <a:ext uri="{FF2B5EF4-FFF2-40B4-BE49-F238E27FC236}">
                <a16:creationId xmlns:a16="http://schemas.microsoft.com/office/drawing/2014/main" id="{B3893D26-669F-4DB0-ABB7-28BBF2489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71974"/>
            <a:ext cx="4095601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GROUP BY TRACE → CHECK EIGENVALUES → SOLVE</a:t>
            </a:r>
          </a:p>
        </p:txBody>
      </p:sp>
      <p:sp>
        <p:nvSpPr>
          <p:cNvPr id="4" name="object-56-s2-u2">
            <a:extLst xmlns:a="http://schemas.openxmlformats.org/drawingml/2006/main">
              <a:ext uri="{FF2B5EF4-FFF2-40B4-BE49-F238E27FC236}">
                <a16:creationId xmlns:a16="http://schemas.microsoft.com/office/drawing/2014/main" id="{F551AD94-56AB-4E68-9492-405A0C437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0237" y="1735842"/>
            <a:ext cx="1495544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Unknown S</a:t>
            </a:r>
          </a:p>
        </p:txBody>
      </p:sp>
      <p:sp>
        <p:nvSpPr>
          <p:cNvPr id="5" name="object-57-s2-u2">
            <a:extLst xmlns:a="http://schemas.openxmlformats.org/drawingml/2006/main">
              <a:ext uri="{FF2B5EF4-FFF2-40B4-BE49-F238E27FC236}">
                <a16:creationId xmlns:a16="http://schemas.microsoft.com/office/drawing/2014/main" id="{863A1EF0-314C-404E-8E19-DE9638439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287339"/>
            <a:ext cx="2667000" cy="1600200"/>
          </a:xfrm>
          <a:custGeom xmlns:a="http://schemas.openxmlformats.org/drawingml/2006/main">
            <a:pathLst>
              <a:path w="2667000" h="1600200">
                <a:moveTo>
                  <a:pt x="76200" y="0"/>
                </a:moveTo>
                <a:lnTo>
                  <a:pt x="19664" y="0"/>
                </a:lnTo>
                <a:lnTo>
                  <a:pt x="0" y="8603"/>
                </a:lnTo>
                <a:lnTo>
                  <a:pt x="0" y="1591597"/>
                </a:lnTo>
                <a:lnTo>
                  <a:pt x="19664" y="1600200"/>
                </a:lnTo>
                <a:lnTo>
                  <a:pt x="76200" y="1600200"/>
                </a:lnTo>
              </a:path>
              <a:path w="2667000" h="1600200">
                <a:moveTo>
                  <a:pt x="2590800" y="0"/>
                </a:moveTo>
                <a:lnTo>
                  <a:pt x="2647336" y="0"/>
                </a:lnTo>
                <a:lnTo>
                  <a:pt x="2667000" y="8603"/>
                </a:lnTo>
                <a:lnTo>
                  <a:pt x="2667000" y="1591597"/>
                </a:lnTo>
                <a:lnTo>
                  <a:pt x="2647336" y="1600200"/>
                </a:lnTo>
                <a:lnTo>
                  <a:pt x="2590800" y="16002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23039"/>
            </a:solidFill>
            <a:prstDash val="solid"/>
          </a:ln>
        </p:spPr>
      </p:sp>
      <p:sp>
        <p:nvSpPr>
          <p:cNvPr id="6" name="object-58-s2-u2">
            <a:extLst xmlns:a="http://schemas.openxmlformats.org/drawingml/2006/main">
              <a:ext uri="{FF2B5EF4-FFF2-40B4-BE49-F238E27FC236}">
                <a16:creationId xmlns:a16="http://schemas.microsoft.com/office/drawing/2014/main" id="{C01DC267-2110-44BE-A191-2C44982F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5687" y="228810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s₀₀</a:t>
            </a:r>
          </a:p>
        </p:txBody>
      </p:sp>
      <p:sp>
        <p:nvSpPr>
          <p:cNvPr id="7" name="object-59-s2-u2">
            <a:extLst xmlns:a="http://schemas.openxmlformats.org/drawingml/2006/main">
              <a:ext uri="{FF2B5EF4-FFF2-40B4-BE49-F238E27FC236}">
                <a16:creationId xmlns:a16="http://schemas.microsoft.com/office/drawing/2014/main" id="{B75D94F6-0BE9-4992-B72F-92CEAF597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4812" y="228810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s₀₁</a:t>
            </a:r>
          </a:p>
        </p:txBody>
      </p:sp>
      <p:sp>
        <p:nvSpPr>
          <p:cNvPr id="8" name="object-60-s2-u2">
            <a:extLst xmlns:a="http://schemas.openxmlformats.org/drawingml/2006/main">
              <a:ext uri="{FF2B5EF4-FFF2-40B4-BE49-F238E27FC236}">
                <a16:creationId xmlns:a16="http://schemas.microsoft.com/office/drawing/2014/main" id="{5231A683-0DF6-41EA-B626-06D03F89B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4012" y="2288101"/>
            <a:ext cx="374719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s₀₂</a:t>
            </a:r>
          </a:p>
        </p:txBody>
      </p:sp>
      <p:sp>
        <p:nvSpPr>
          <p:cNvPr id="9" name="object-61-s2-u2">
            <a:extLst xmlns:a="http://schemas.openxmlformats.org/drawingml/2006/main">
              <a:ext uri="{FF2B5EF4-FFF2-40B4-BE49-F238E27FC236}">
                <a16:creationId xmlns:a16="http://schemas.microsoft.com/office/drawing/2014/main" id="{CD5A735C-B1B0-4A79-A87C-48C771F6F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3137" y="2288101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s₀₃</a:t>
            </a:r>
          </a:p>
        </p:txBody>
      </p:sp>
      <p:sp>
        <p:nvSpPr>
          <p:cNvPr id="10" name="object-62-s2-u2">
            <a:extLst xmlns:a="http://schemas.openxmlformats.org/drawingml/2006/main">
              <a:ext uri="{FF2B5EF4-FFF2-40B4-BE49-F238E27FC236}">
                <a16:creationId xmlns:a16="http://schemas.microsoft.com/office/drawing/2014/main" id="{6B871D5B-2FE6-41B9-AAC5-9F70E30B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5687" y="268815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s₁₀</a:t>
            </a:r>
          </a:p>
        </p:txBody>
      </p:sp>
      <p:sp>
        <p:nvSpPr>
          <p:cNvPr id="11" name="object-63-s2-u2">
            <a:extLst xmlns:a="http://schemas.openxmlformats.org/drawingml/2006/main">
              <a:ext uri="{FF2B5EF4-FFF2-40B4-BE49-F238E27FC236}">
                <a16:creationId xmlns:a16="http://schemas.microsoft.com/office/drawing/2014/main" id="{3AE785F4-F03D-40E4-A014-B91E7C24A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4812" y="2688151"/>
            <a:ext cx="374868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s₁₁</a:t>
            </a:r>
          </a:p>
        </p:txBody>
      </p:sp>
      <p:sp>
        <p:nvSpPr>
          <p:cNvPr id="12" name="object-64-s2-u2">
            <a:extLst xmlns:a="http://schemas.openxmlformats.org/drawingml/2006/main">
              <a:ext uri="{FF2B5EF4-FFF2-40B4-BE49-F238E27FC236}">
                <a16:creationId xmlns:a16="http://schemas.microsoft.com/office/drawing/2014/main" id="{4E50E886-7ABF-4CBD-AC33-0557B626A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4012" y="2688151"/>
            <a:ext cx="374719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s₁₂</a:t>
            </a:r>
          </a:p>
        </p:txBody>
      </p:sp>
      <p:sp>
        <p:nvSpPr>
          <p:cNvPr id="13" name="object-65-s2-u2">
            <a:extLst xmlns:a="http://schemas.openxmlformats.org/drawingml/2006/main">
              <a:ext uri="{FF2B5EF4-FFF2-40B4-BE49-F238E27FC236}">
                <a16:creationId xmlns:a16="http://schemas.microsoft.com/office/drawing/2014/main" id="{E03C4637-5337-4F48-BBDD-56983ABBA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3137" y="2688151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s₁₃</a:t>
            </a:r>
          </a:p>
        </p:txBody>
      </p:sp>
      <p:sp>
        <p:nvSpPr>
          <p:cNvPr id="14" name="object-66-s2-u2">
            <a:extLst xmlns:a="http://schemas.openxmlformats.org/drawingml/2006/main">
              <a:ext uri="{FF2B5EF4-FFF2-40B4-BE49-F238E27FC236}">
                <a16:creationId xmlns:a16="http://schemas.microsoft.com/office/drawing/2014/main" id="{D08EBA0F-4669-4A7B-BB59-E319688E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5762" y="3088201"/>
            <a:ext cx="374719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s₂₀</a:t>
            </a:r>
          </a:p>
        </p:txBody>
      </p:sp>
      <p:sp>
        <p:nvSpPr>
          <p:cNvPr id="15" name="object-67-s2-u2">
            <a:extLst xmlns:a="http://schemas.openxmlformats.org/drawingml/2006/main">
              <a:ext uri="{FF2B5EF4-FFF2-40B4-BE49-F238E27FC236}">
                <a16:creationId xmlns:a16="http://schemas.microsoft.com/office/drawing/2014/main" id="{FF3E8396-0C4E-4197-8A96-F9F5D3CF9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4887" y="3088201"/>
            <a:ext cx="374719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s₂₁</a:t>
            </a:r>
          </a:p>
        </p:txBody>
      </p:sp>
      <p:sp>
        <p:nvSpPr>
          <p:cNvPr id="16" name="object-68-s2-u2">
            <a:extLst xmlns:a="http://schemas.openxmlformats.org/drawingml/2006/main">
              <a:ext uri="{FF2B5EF4-FFF2-40B4-BE49-F238E27FC236}">
                <a16:creationId xmlns:a16="http://schemas.microsoft.com/office/drawing/2014/main" id="{8DAA92C4-A7AC-4B52-B97D-AFAEE5CA7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4086" y="3088201"/>
            <a:ext cx="374571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s₂₂</a:t>
            </a:r>
          </a:p>
        </p:txBody>
      </p:sp>
      <p:sp>
        <p:nvSpPr>
          <p:cNvPr id="17" name="object-69-s2-u2">
            <a:extLst xmlns:a="http://schemas.openxmlformats.org/drawingml/2006/main">
              <a:ext uri="{FF2B5EF4-FFF2-40B4-BE49-F238E27FC236}">
                <a16:creationId xmlns:a16="http://schemas.microsoft.com/office/drawing/2014/main" id="{F8014FCA-BFEF-4D03-8B77-DC95D8CA8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3211" y="3088201"/>
            <a:ext cx="374571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s₂₃</a:t>
            </a:r>
          </a:p>
        </p:txBody>
      </p:sp>
      <p:sp>
        <p:nvSpPr>
          <p:cNvPr id="18" name="object-70-s2-u2">
            <a:extLst xmlns:a="http://schemas.openxmlformats.org/drawingml/2006/main">
              <a:ext uri="{FF2B5EF4-FFF2-40B4-BE49-F238E27FC236}">
                <a16:creationId xmlns:a16="http://schemas.microsoft.com/office/drawing/2014/main" id="{0F918A2F-0DD3-432D-B65A-5475DD435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5762" y="3488252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s₃₀</a:t>
            </a:r>
          </a:p>
        </p:txBody>
      </p:sp>
      <p:sp>
        <p:nvSpPr>
          <p:cNvPr id="19" name="object-71-s2-u2">
            <a:extLst xmlns:a="http://schemas.openxmlformats.org/drawingml/2006/main">
              <a:ext uri="{FF2B5EF4-FFF2-40B4-BE49-F238E27FC236}">
                <a16:creationId xmlns:a16="http://schemas.microsoft.com/office/drawing/2014/main" id="{E963F1C9-6E73-4214-AB2B-2A8A074F0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4887" y="3488252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s₃₁</a:t>
            </a:r>
          </a:p>
        </p:txBody>
      </p:sp>
      <p:sp>
        <p:nvSpPr>
          <p:cNvPr id="20" name="object-72-s2-u2">
            <a:extLst xmlns:a="http://schemas.openxmlformats.org/drawingml/2006/main">
              <a:ext uri="{FF2B5EF4-FFF2-40B4-BE49-F238E27FC236}">
                <a16:creationId xmlns:a16="http://schemas.microsoft.com/office/drawing/2014/main" id="{9B13FF18-CB98-4D90-9424-4585C804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4086" y="3488252"/>
            <a:ext cx="374571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s₃₂</a:t>
            </a:r>
          </a:p>
        </p:txBody>
      </p:sp>
      <p:sp>
        <p:nvSpPr>
          <p:cNvPr id="21" name="object-73-s2-u2">
            <a:extLst xmlns:a="http://schemas.openxmlformats.org/drawingml/2006/main">
              <a:ext uri="{FF2B5EF4-FFF2-40B4-BE49-F238E27FC236}">
                <a16:creationId xmlns:a16="http://schemas.microsoft.com/office/drawing/2014/main" id="{2C72A45A-89B5-4196-952B-873930D25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3211" y="3488252"/>
            <a:ext cx="374571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s₃₃</a:t>
            </a:r>
          </a:p>
        </p:txBody>
      </p:sp>
      <p:sp>
        <p:nvSpPr>
          <p:cNvPr id="22" name="object-74-s2-u2">
            <a:extLst xmlns:a="http://schemas.openxmlformats.org/drawingml/2006/main">
              <a:ext uri="{FF2B5EF4-FFF2-40B4-BE49-F238E27FC236}">
                <a16:creationId xmlns:a16="http://schemas.microsoft.com/office/drawing/2014/main" id="{33310904-6114-45B2-A352-67019B714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26392"/>
            <a:ext cx="1960781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L = CZ,  R = CX</a:t>
            </a:r>
          </a:p>
        </p:txBody>
      </p:sp>
      <p:sp>
        <p:nvSpPr>
          <p:cNvPr id="23" name="object-75-s2-u2">
            <a:extLst xmlns:a="http://schemas.openxmlformats.org/drawingml/2006/main">
              <a:ext uri="{FF2B5EF4-FFF2-40B4-BE49-F238E27FC236}">
                <a16:creationId xmlns:a16="http://schemas.microsoft.com/office/drawing/2014/main" id="{37D79D7D-D4D8-43A3-AD84-E90F2325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52172"/>
            <a:ext cx="2664232" cy="3371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0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Find every S satisfying</a:t>
            </a:r>
          </a:p>
        </p:txBody>
      </p:sp>
      <p:sp>
        <p:nvSpPr>
          <p:cNvPr id="24" name="object-76-s2-u2">
            <a:extLst xmlns:a="http://schemas.openxmlformats.org/drawingml/2006/main">
              <a:ext uri="{FF2B5EF4-FFF2-40B4-BE49-F238E27FC236}">
                <a16:creationId xmlns:a16="http://schemas.microsoft.com/office/drawing/2014/main" id="{F9845526-23A9-489D-9F24-C608C47D5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38899"/>
            <a:ext cx="2075140" cy="4591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7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 CZ = CX S</a:t>
            </a:r>
          </a:p>
        </p:txBody>
      </p:sp>
      <p:sp>
        <p:nvSpPr>
          <p:cNvPr id="25" name="object-145-s2-ux">
            <a:extLst xmlns:a="http://schemas.openxmlformats.org/drawingml/2006/main">
              <a:ext uri="{FF2B5EF4-FFF2-40B4-BE49-F238E27FC236}">
                <a16:creationId xmlns:a16="http://schemas.microsoft.com/office/drawing/2014/main" id="{DDF06F75-C7BF-4F5C-B7E8-FAF4CA16B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8168580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Basis order: 00, 01, 10, 11. The linear space also contains nonunitary matrices; circuit matches supply unitary members.</a:t>
            </a:r>
          </a:p>
        </p:txBody>
      </p:sp>
      <p:sp>
        <p:nvSpPr>
          <p:cNvPr id="26" name="object-146-s0-ux">
            <a:extLst xmlns:a="http://schemas.openxmlformats.org/drawingml/2006/main">
              <a:ext uri="{FF2B5EF4-FFF2-40B4-BE49-F238E27FC236}">
                <a16:creationId xmlns:a16="http://schemas.microsoft.com/office/drawing/2014/main" id="{8F682B10-9913-48D6-BB96-ABE843EE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4859387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§§5.3.3–5.3.4, Lemmas 5.3–5.4; illustrative CZ → CX derivation</a:t>
            </a:r>
          </a:p>
        </p:txBody>
      </p:sp>
      <p:sp>
        <p:nvSpPr>
          <p:cNvPr id="27" name="object-147-s0-ux">
            <a:extLst xmlns:a="http://schemas.openxmlformats.org/drawingml/2006/main">
              <a:ext uri="{FF2B5EF4-FFF2-40B4-BE49-F238E27FC236}">
                <a16:creationId xmlns:a16="http://schemas.microsoft.com/office/drawing/2014/main" id="{352628BA-F495-4FEF-99B0-9CBBF71F6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09 / 14</a:t>
            </a:r>
          </a:p>
        </p:txBody>
      </p:sp>
      <p:sp>
        <p:nvSpPr>
          <p:cNvPr id="28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04C30EAD-FE03-4D6D-BDE5-D6D24856A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3 / 7</a:t>
            </a:r>
          </a:p>
        </p:txBody>
      </p:sp>
    </p:spTree>
    <p:extLst>
      <p:ext uri="{BB962C8B-B14F-4D97-AF65-F5344CB8AC3E}">
        <p14:creationId xmlns:p14="http://schemas.microsoft.com/office/powerpoint/2010/main" val="197768829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top-accent">
            <a:extLst xmlns:a="http://schemas.openxmlformats.org/drawingml/2006/main">
              <a:ext uri="{FF2B5EF4-FFF2-40B4-BE49-F238E27FC236}">
                <a16:creationId xmlns:a16="http://schemas.microsoft.com/office/drawing/2014/main" id="{60AC9541-2DCB-4549-BFC3-5286D93E0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7D049B84-6DB9-486F-BB2F-AF7052CC8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8591580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Group by trace, validate spectra, then solve for S</a:t>
            </a:r>
          </a:p>
        </p:txBody>
      </p:sp>
      <p:sp>
        <p:nvSpPr>
          <p:cNvPr id="3" name="object-55-s0-ux">
            <a:extLst xmlns:a="http://schemas.openxmlformats.org/drawingml/2006/main">
              <a:ext uri="{FF2B5EF4-FFF2-40B4-BE49-F238E27FC236}">
                <a16:creationId xmlns:a16="http://schemas.microsoft.com/office/drawing/2014/main" id="{A6633F6A-0DA5-40CC-B490-739EDD189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71974"/>
            <a:ext cx="4095601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GROUP BY TRACE → CHECK EIGENVALUES → SOLVE</a:t>
            </a:r>
          </a:p>
        </p:txBody>
      </p:sp>
      <p:sp>
        <p:nvSpPr>
          <p:cNvPr id="4" name="object-77-s3-ux">
            <a:extLst xmlns:a="http://schemas.openxmlformats.org/drawingml/2006/main">
              <a:ext uri="{FF2B5EF4-FFF2-40B4-BE49-F238E27FC236}">
                <a16:creationId xmlns:a16="http://schemas.microsoft.com/office/drawing/2014/main" id="{4B2E2B3D-C353-43DF-B737-CA3E531BA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6765" y="1663452"/>
            <a:ext cx="859482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6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 CZ</a:t>
            </a:r>
          </a:p>
        </p:txBody>
      </p:sp>
      <p:sp>
        <p:nvSpPr>
          <p:cNvPr id="5" name="object-78-s3-ux">
            <a:extLst xmlns:a="http://schemas.openxmlformats.org/drawingml/2006/main">
              <a:ext uri="{FF2B5EF4-FFF2-40B4-BE49-F238E27FC236}">
                <a16:creationId xmlns:a16="http://schemas.microsoft.com/office/drawing/2014/main" id="{71BA35A9-8764-403F-AE2F-C4B819B3B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0535" y="1652022"/>
            <a:ext cx="311557" cy="4610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7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6" name="object-79-s3-ux">
            <a:extLst xmlns:a="http://schemas.openxmlformats.org/drawingml/2006/main">
              <a:ext uri="{FF2B5EF4-FFF2-40B4-BE49-F238E27FC236}">
                <a16:creationId xmlns:a16="http://schemas.microsoft.com/office/drawing/2014/main" id="{C97DC03A-F86C-4AA2-957B-48430A66D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8889" y="1663452"/>
            <a:ext cx="87823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6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CX S</a:t>
            </a:r>
          </a:p>
        </p:txBody>
      </p:sp>
      <p:sp>
        <p:nvSpPr>
          <p:cNvPr id="7" name="object-80-s3-ux">
            <a:extLst xmlns:a="http://schemas.openxmlformats.org/drawingml/2006/main">
              <a:ext uri="{FF2B5EF4-FFF2-40B4-BE49-F238E27FC236}">
                <a16:creationId xmlns:a16="http://schemas.microsoft.com/office/drawing/2014/main" id="{0C5AD582-DB4A-4474-B2B3-DCFA808CA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8289"/>
            <a:ext cx="3429000" cy="1600200"/>
          </a:xfrm>
          <a:custGeom xmlns:a="http://schemas.openxmlformats.org/drawingml/2006/main">
            <a:pathLst>
              <a:path w="3429000" h="1600200">
                <a:moveTo>
                  <a:pt x="76200" y="0"/>
                </a:moveTo>
                <a:lnTo>
                  <a:pt x="19665" y="0"/>
                </a:lnTo>
                <a:lnTo>
                  <a:pt x="0" y="8603"/>
                </a:lnTo>
                <a:lnTo>
                  <a:pt x="0" y="1591597"/>
                </a:lnTo>
                <a:lnTo>
                  <a:pt x="19664" y="1600200"/>
                </a:lnTo>
                <a:lnTo>
                  <a:pt x="76200" y="1600200"/>
                </a:lnTo>
              </a:path>
              <a:path w="3429000" h="1600200">
                <a:moveTo>
                  <a:pt x="3352800" y="0"/>
                </a:moveTo>
                <a:lnTo>
                  <a:pt x="3409336" y="0"/>
                </a:lnTo>
                <a:lnTo>
                  <a:pt x="3429000" y="8603"/>
                </a:lnTo>
                <a:lnTo>
                  <a:pt x="3429000" y="1591597"/>
                </a:lnTo>
                <a:lnTo>
                  <a:pt x="3409336" y="1600200"/>
                </a:lnTo>
                <a:lnTo>
                  <a:pt x="3352800" y="16002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23039"/>
            </a:solidFill>
            <a:prstDash val="solid"/>
          </a:ln>
        </p:spPr>
      </p:sp>
      <p:sp>
        <p:nvSpPr>
          <p:cNvPr id="8" name="object-81-s3-ux">
            <a:extLst xmlns:a="http://schemas.openxmlformats.org/drawingml/2006/main">
              <a:ext uri="{FF2B5EF4-FFF2-40B4-BE49-F238E27FC236}">
                <a16:creationId xmlns:a16="http://schemas.microsoft.com/office/drawing/2014/main" id="{95E74CC4-243C-406A-8403-CA1E8B73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112" y="226905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s₀₀</a:t>
            </a:r>
          </a:p>
        </p:txBody>
      </p:sp>
      <p:sp>
        <p:nvSpPr>
          <p:cNvPr id="9" name="object-82-s3-ux">
            <a:extLst xmlns:a="http://schemas.openxmlformats.org/drawingml/2006/main">
              <a:ext uri="{FF2B5EF4-FFF2-40B4-BE49-F238E27FC236}">
                <a16:creationId xmlns:a16="http://schemas.microsoft.com/office/drawing/2014/main" id="{266142A7-AAB3-48E8-8EB4-027EAF693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4737" y="226905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s₀₁</a:t>
            </a:r>
          </a:p>
        </p:txBody>
      </p:sp>
      <p:sp>
        <p:nvSpPr>
          <p:cNvPr id="10" name="object-83-s3-ux">
            <a:extLst xmlns:a="http://schemas.openxmlformats.org/drawingml/2006/main">
              <a:ext uri="{FF2B5EF4-FFF2-40B4-BE49-F238E27FC236}">
                <a16:creationId xmlns:a16="http://schemas.microsoft.com/office/drawing/2014/main" id="{74E8DEA8-2F32-4991-9FB1-48B120869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4437" y="2269051"/>
            <a:ext cx="374719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s₀₂</a:t>
            </a:r>
          </a:p>
        </p:txBody>
      </p:sp>
      <p:sp>
        <p:nvSpPr>
          <p:cNvPr id="11" name="object-84-s3-ux">
            <a:extLst xmlns:a="http://schemas.openxmlformats.org/drawingml/2006/main">
              <a:ext uri="{FF2B5EF4-FFF2-40B4-BE49-F238E27FC236}">
                <a16:creationId xmlns:a16="http://schemas.microsoft.com/office/drawing/2014/main" id="{621F40E0-92BB-4602-8D58-24A24EF33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397" y="2269051"/>
            <a:ext cx="53604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−s₀₃</a:t>
            </a:r>
          </a:p>
        </p:txBody>
      </p:sp>
      <p:sp>
        <p:nvSpPr>
          <p:cNvPr id="12" name="object-85-s3-ux">
            <a:extLst xmlns:a="http://schemas.openxmlformats.org/drawingml/2006/main">
              <a:ext uri="{FF2B5EF4-FFF2-40B4-BE49-F238E27FC236}">
                <a16:creationId xmlns:a16="http://schemas.microsoft.com/office/drawing/2014/main" id="{3079D4B0-6B13-474A-84DB-A6C8E236A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112" y="266910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s₁₀</a:t>
            </a:r>
          </a:p>
        </p:txBody>
      </p:sp>
      <p:sp>
        <p:nvSpPr>
          <p:cNvPr id="13" name="object-86-s3-ux">
            <a:extLst xmlns:a="http://schemas.openxmlformats.org/drawingml/2006/main">
              <a:ext uri="{FF2B5EF4-FFF2-40B4-BE49-F238E27FC236}">
                <a16:creationId xmlns:a16="http://schemas.microsoft.com/office/drawing/2014/main" id="{8A42CE69-03B7-47A5-BE6C-F6644187E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4737" y="2669101"/>
            <a:ext cx="374868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s₁₁</a:t>
            </a:r>
          </a:p>
        </p:txBody>
      </p:sp>
      <p:sp>
        <p:nvSpPr>
          <p:cNvPr id="14" name="object-87-s3-ux">
            <a:extLst xmlns:a="http://schemas.openxmlformats.org/drawingml/2006/main">
              <a:ext uri="{FF2B5EF4-FFF2-40B4-BE49-F238E27FC236}">
                <a16:creationId xmlns:a16="http://schemas.microsoft.com/office/drawing/2014/main" id="{3D4ED0CE-5E56-4C5D-A4AF-0E25644F7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4437" y="2669101"/>
            <a:ext cx="374719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s₁₂</a:t>
            </a:r>
          </a:p>
        </p:txBody>
      </p:sp>
      <p:sp>
        <p:nvSpPr>
          <p:cNvPr id="15" name="object-88-s3-ux">
            <a:extLst xmlns:a="http://schemas.openxmlformats.org/drawingml/2006/main">
              <a:ext uri="{FF2B5EF4-FFF2-40B4-BE49-F238E27FC236}">
                <a16:creationId xmlns:a16="http://schemas.microsoft.com/office/drawing/2014/main" id="{906B1270-922F-4353-8B1A-34D9F5C0E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397" y="2669101"/>
            <a:ext cx="53604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−s₁₃</a:t>
            </a:r>
          </a:p>
        </p:txBody>
      </p:sp>
      <p:sp>
        <p:nvSpPr>
          <p:cNvPr id="16" name="object-89-s3-ux">
            <a:extLst xmlns:a="http://schemas.openxmlformats.org/drawingml/2006/main">
              <a:ext uri="{FF2B5EF4-FFF2-40B4-BE49-F238E27FC236}">
                <a16:creationId xmlns:a16="http://schemas.microsoft.com/office/drawing/2014/main" id="{EE418947-D262-4365-B29F-FCE4B294B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187" y="3069151"/>
            <a:ext cx="374719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s₂₀</a:t>
            </a:r>
          </a:p>
        </p:txBody>
      </p:sp>
      <p:sp>
        <p:nvSpPr>
          <p:cNvPr id="17" name="object-90-s3-ux">
            <a:extLst xmlns:a="http://schemas.openxmlformats.org/drawingml/2006/main">
              <a:ext uri="{FF2B5EF4-FFF2-40B4-BE49-F238E27FC236}">
                <a16:creationId xmlns:a16="http://schemas.microsoft.com/office/drawing/2014/main" id="{BFFC5792-310D-4868-AB6D-09D774C18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4812" y="3069151"/>
            <a:ext cx="374719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s₂₁</a:t>
            </a:r>
          </a:p>
        </p:txBody>
      </p:sp>
      <p:sp>
        <p:nvSpPr>
          <p:cNvPr id="18" name="object-91-s3-ux">
            <a:extLst xmlns:a="http://schemas.openxmlformats.org/drawingml/2006/main">
              <a:ext uri="{FF2B5EF4-FFF2-40B4-BE49-F238E27FC236}">
                <a16:creationId xmlns:a16="http://schemas.microsoft.com/office/drawing/2014/main" id="{33CD7E80-3BD3-467D-BA24-23FCEB46A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4511" y="3069151"/>
            <a:ext cx="374571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s₂₂</a:t>
            </a:r>
          </a:p>
        </p:txBody>
      </p:sp>
      <p:sp>
        <p:nvSpPr>
          <p:cNvPr id="19" name="object-92-s3-ux">
            <a:extLst xmlns:a="http://schemas.openxmlformats.org/drawingml/2006/main">
              <a:ext uri="{FF2B5EF4-FFF2-40B4-BE49-F238E27FC236}">
                <a16:creationId xmlns:a16="http://schemas.microsoft.com/office/drawing/2014/main" id="{AFA46613-5861-44A8-8D6C-63F940E71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471" y="3069151"/>
            <a:ext cx="535900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−s₂₃</a:t>
            </a:r>
          </a:p>
        </p:txBody>
      </p:sp>
      <p:sp>
        <p:nvSpPr>
          <p:cNvPr id="20" name="object-93-s3-ux">
            <a:extLst xmlns:a="http://schemas.openxmlformats.org/drawingml/2006/main">
              <a:ext uri="{FF2B5EF4-FFF2-40B4-BE49-F238E27FC236}">
                <a16:creationId xmlns:a16="http://schemas.microsoft.com/office/drawing/2014/main" id="{3EA3D9E8-B0F3-48DF-8F6C-4B13EB8AF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187" y="3469202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s₃₀</a:t>
            </a:r>
          </a:p>
        </p:txBody>
      </p:sp>
      <p:sp>
        <p:nvSpPr>
          <p:cNvPr id="21" name="object-94-s3-ux">
            <a:extLst xmlns:a="http://schemas.openxmlformats.org/drawingml/2006/main">
              <a:ext uri="{FF2B5EF4-FFF2-40B4-BE49-F238E27FC236}">
                <a16:creationId xmlns:a16="http://schemas.microsoft.com/office/drawing/2014/main" id="{42172EBD-4FDA-4403-8DBB-0D6F9219B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4812" y="3469202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s₃₁</a:t>
            </a:r>
          </a:p>
        </p:txBody>
      </p:sp>
      <p:sp>
        <p:nvSpPr>
          <p:cNvPr id="22" name="object-95-s3-ux">
            <a:extLst xmlns:a="http://schemas.openxmlformats.org/drawingml/2006/main">
              <a:ext uri="{FF2B5EF4-FFF2-40B4-BE49-F238E27FC236}">
                <a16:creationId xmlns:a16="http://schemas.microsoft.com/office/drawing/2014/main" id="{3FD4603E-569C-4735-A181-8A22086C5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4511" y="3469202"/>
            <a:ext cx="374571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s₃₂</a:t>
            </a:r>
          </a:p>
        </p:txBody>
      </p:sp>
      <p:sp>
        <p:nvSpPr>
          <p:cNvPr id="23" name="object-96-s3-ux">
            <a:extLst xmlns:a="http://schemas.openxmlformats.org/drawingml/2006/main">
              <a:ext uri="{FF2B5EF4-FFF2-40B4-BE49-F238E27FC236}">
                <a16:creationId xmlns:a16="http://schemas.microsoft.com/office/drawing/2014/main" id="{21EBD8CE-E2C6-4FB1-B203-BB44E53F5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471" y="3469202"/>
            <a:ext cx="535900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−s₃₃</a:t>
            </a:r>
          </a:p>
        </p:txBody>
      </p:sp>
      <p:sp>
        <p:nvSpPr>
          <p:cNvPr id="24" name="object-97-s3-ux">
            <a:extLst xmlns:a="http://schemas.openxmlformats.org/drawingml/2006/main">
              <a:ext uri="{FF2B5EF4-FFF2-40B4-BE49-F238E27FC236}">
                <a16:creationId xmlns:a16="http://schemas.microsoft.com/office/drawing/2014/main" id="{38D1E860-5292-4D17-9CEC-4ECD6B52D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2268289"/>
            <a:ext cx="2781300" cy="1600200"/>
          </a:xfrm>
          <a:custGeom xmlns:a="http://schemas.openxmlformats.org/drawingml/2006/main">
            <a:pathLst>
              <a:path w="2781300" h="1600200">
                <a:moveTo>
                  <a:pt x="76200" y="0"/>
                </a:moveTo>
                <a:lnTo>
                  <a:pt x="19664" y="0"/>
                </a:lnTo>
                <a:lnTo>
                  <a:pt x="0" y="8603"/>
                </a:lnTo>
                <a:lnTo>
                  <a:pt x="0" y="1591597"/>
                </a:lnTo>
                <a:lnTo>
                  <a:pt x="19664" y="1600200"/>
                </a:lnTo>
                <a:lnTo>
                  <a:pt x="76200" y="1600200"/>
                </a:lnTo>
              </a:path>
              <a:path w="2781300" h="1600200">
                <a:moveTo>
                  <a:pt x="2705100" y="0"/>
                </a:moveTo>
                <a:lnTo>
                  <a:pt x="2761636" y="0"/>
                </a:lnTo>
                <a:lnTo>
                  <a:pt x="2781300" y="8603"/>
                </a:lnTo>
                <a:lnTo>
                  <a:pt x="2781300" y="1591597"/>
                </a:lnTo>
                <a:lnTo>
                  <a:pt x="2761636" y="1600200"/>
                </a:lnTo>
                <a:lnTo>
                  <a:pt x="2705100" y="16002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23039"/>
            </a:solidFill>
            <a:prstDash val="solid"/>
          </a:ln>
        </p:spPr>
      </p:sp>
      <p:sp>
        <p:nvSpPr>
          <p:cNvPr id="25" name="object-98-s3-ux">
            <a:extLst xmlns:a="http://schemas.openxmlformats.org/drawingml/2006/main">
              <a:ext uri="{FF2B5EF4-FFF2-40B4-BE49-F238E27FC236}">
                <a16:creationId xmlns:a16="http://schemas.microsoft.com/office/drawing/2014/main" id="{982F7224-AA4C-4B56-890E-B072EA3A4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625" y="226905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s₀₀</a:t>
            </a:r>
          </a:p>
        </p:txBody>
      </p:sp>
      <p:sp>
        <p:nvSpPr>
          <p:cNvPr id="26" name="object-99-s3-ux">
            <a:extLst xmlns:a="http://schemas.openxmlformats.org/drawingml/2006/main">
              <a:ext uri="{FF2B5EF4-FFF2-40B4-BE49-F238E27FC236}">
                <a16:creationId xmlns:a16="http://schemas.microsoft.com/office/drawing/2014/main" id="{0E84017B-4D40-4897-A6D7-79B524C46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325" y="226905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s₀₁</a:t>
            </a:r>
          </a:p>
        </p:txBody>
      </p:sp>
      <p:sp>
        <p:nvSpPr>
          <p:cNvPr id="27" name="object-100-s3-ux">
            <a:extLst xmlns:a="http://schemas.openxmlformats.org/drawingml/2006/main">
              <a:ext uri="{FF2B5EF4-FFF2-40B4-BE49-F238E27FC236}">
                <a16:creationId xmlns:a16="http://schemas.microsoft.com/office/drawing/2014/main" id="{6A8B4AE4-D362-4269-802E-92097404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099" y="2269051"/>
            <a:ext cx="374719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s₀₂</a:t>
            </a:r>
          </a:p>
        </p:txBody>
      </p:sp>
      <p:sp>
        <p:nvSpPr>
          <p:cNvPr id="28" name="object-101-s3-ux">
            <a:extLst xmlns:a="http://schemas.openxmlformats.org/drawingml/2006/main">
              <a:ext uri="{FF2B5EF4-FFF2-40B4-BE49-F238E27FC236}">
                <a16:creationId xmlns:a16="http://schemas.microsoft.com/office/drawing/2014/main" id="{FEB99F69-5E8C-4D3E-9CAA-D4D81E960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9799" y="2269051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s₀₃</a:t>
            </a:r>
          </a:p>
        </p:txBody>
      </p:sp>
      <p:sp>
        <p:nvSpPr>
          <p:cNvPr id="29" name="object-102-s3-ux">
            <a:extLst xmlns:a="http://schemas.openxmlformats.org/drawingml/2006/main">
              <a:ext uri="{FF2B5EF4-FFF2-40B4-BE49-F238E27FC236}">
                <a16:creationId xmlns:a16="http://schemas.microsoft.com/office/drawing/2014/main" id="{8A1B281D-5E1D-4D57-A124-414055EB9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625" y="266910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s₁₀</a:t>
            </a:r>
          </a:p>
        </p:txBody>
      </p:sp>
      <p:sp>
        <p:nvSpPr>
          <p:cNvPr id="30" name="object-103-s3-ux">
            <a:extLst xmlns:a="http://schemas.openxmlformats.org/drawingml/2006/main">
              <a:ext uri="{FF2B5EF4-FFF2-40B4-BE49-F238E27FC236}">
                <a16:creationId xmlns:a16="http://schemas.microsoft.com/office/drawing/2014/main" id="{33EAC718-6A49-49CE-AFBE-FE5EE9846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325" y="2669101"/>
            <a:ext cx="374868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s₁₁</a:t>
            </a:r>
          </a:p>
        </p:txBody>
      </p:sp>
      <p:sp>
        <p:nvSpPr>
          <p:cNvPr id="31" name="object-104-s3-ux">
            <a:extLst xmlns:a="http://schemas.openxmlformats.org/drawingml/2006/main">
              <a:ext uri="{FF2B5EF4-FFF2-40B4-BE49-F238E27FC236}">
                <a16:creationId xmlns:a16="http://schemas.microsoft.com/office/drawing/2014/main" id="{DA57E8F4-73F0-4AD6-8B2F-BCB830DA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099" y="2669101"/>
            <a:ext cx="374719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s₁₂</a:t>
            </a:r>
          </a:p>
        </p:txBody>
      </p:sp>
      <p:sp>
        <p:nvSpPr>
          <p:cNvPr id="32" name="object-105-s3-ux">
            <a:extLst xmlns:a="http://schemas.openxmlformats.org/drawingml/2006/main">
              <a:ext uri="{FF2B5EF4-FFF2-40B4-BE49-F238E27FC236}">
                <a16:creationId xmlns:a16="http://schemas.microsoft.com/office/drawing/2014/main" id="{BCEBF8E5-38E1-4C29-916A-9FE22D34E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9799" y="2669101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s₁₃</a:t>
            </a:r>
          </a:p>
        </p:txBody>
      </p:sp>
      <p:sp>
        <p:nvSpPr>
          <p:cNvPr id="33" name="object-106-s3-ux">
            <a:extLst xmlns:a="http://schemas.openxmlformats.org/drawingml/2006/main">
              <a:ext uri="{FF2B5EF4-FFF2-40B4-BE49-F238E27FC236}">
                <a16:creationId xmlns:a16="http://schemas.microsoft.com/office/drawing/2014/main" id="{D47D33EA-2CF8-4BAC-91D6-E1F8956C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699" y="3069151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s₃₀</a:t>
            </a:r>
          </a:p>
        </p:txBody>
      </p:sp>
      <p:sp>
        <p:nvSpPr>
          <p:cNvPr id="34" name="object-107-s3-ux">
            <a:extLst xmlns:a="http://schemas.openxmlformats.org/drawingml/2006/main">
              <a:ext uri="{FF2B5EF4-FFF2-40B4-BE49-F238E27FC236}">
                <a16:creationId xmlns:a16="http://schemas.microsoft.com/office/drawing/2014/main" id="{56A19EA3-64B0-4C75-8482-7C7D9753A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399" y="3069151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s₃₁</a:t>
            </a:r>
          </a:p>
        </p:txBody>
      </p:sp>
      <p:sp>
        <p:nvSpPr>
          <p:cNvPr id="35" name="object-108-s3-ux">
            <a:extLst xmlns:a="http://schemas.openxmlformats.org/drawingml/2006/main">
              <a:ext uri="{FF2B5EF4-FFF2-40B4-BE49-F238E27FC236}">
                <a16:creationId xmlns:a16="http://schemas.microsoft.com/office/drawing/2014/main" id="{BE444753-E29A-4EDD-84D4-51589BC7A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173" y="3069151"/>
            <a:ext cx="374571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s₃₂</a:t>
            </a:r>
          </a:p>
        </p:txBody>
      </p:sp>
      <p:sp>
        <p:nvSpPr>
          <p:cNvPr id="36" name="object-109-s3-ux">
            <a:extLst xmlns:a="http://schemas.openxmlformats.org/drawingml/2006/main">
              <a:ext uri="{FF2B5EF4-FFF2-40B4-BE49-F238E27FC236}">
                <a16:creationId xmlns:a16="http://schemas.microsoft.com/office/drawing/2014/main" id="{7366F663-3DD7-4BB9-95F7-5ECCFDCAF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9873" y="3069151"/>
            <a:ext cx="374571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s₃₃</a:t>
            </a:r>
          </a:p>
        </p:txBody>
      </p:sp>
      <p:sp>
        <p:nvSpPr>
          <p:cNvPr id="37" name="object-110-s3-ux">
            <a:extLst xmlns:a="http://schemas.openxmlformats.org/drawingml/2006/main">
              <a:ext uri="{FF2B5EF4-FFF2-40B4-BE49-F238E27FC236}">
                <a16:creationId xmlns:a16="http://schemas.microsoft.com/office/drawing/2014/main" id="{0EEFBCDE-1FA0-469E-9C16-DD81C5D8A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699" y="3469202"/>
            <a:ext cx="374719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s₂₀</a:t>
            </a:r>
          </a:p>
        </p:txBody>
      </p:sp>
      <p:sp>
        <p:nvSpPr>
          <p:cNvPr id="38" name="object-111-s3-ux">
            <a:extLst xmlns:a="http://schemas.openxmlformats.org/drawingml/2006/main">
              <a:ext uri="{FF2B5EF4-FFF2-40B4-BE49-F238E27FC236}">
                <a16:creationId xmlns:a16="http://schemas.microsoft.com/office/drawing/2014/main" id="{920E4204-DB36-400A-8A1A-5774FC148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399" y="3469202"/>
            <a:ext cx="374719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s₂₁</a:t>
            </a:r>
          </a:p>
        </p:txBody>
      </p:sp>
      <p:sp>
        <p:nvSpPr>
          <p:cNvPr id="39" name="object-112-s3-ux">
            <a:extLst xmlns:a="http://schemas.openxmlformats.org/drawingml/2006/main">
              <a:ext uri="{FF2B5EF4-FFF2-40B4-BE49-F238E27FC236}">
                <a16:creationId xmlns:a16="http://schemas.microsoft.com/office/drawing/2014/main" id="{BB40EFA2-FEF2-4DB5-9740-E76546088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173" y="3469202"/>
            <a:ext cx="374571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s₂₂</a:t>
            </a:r>
          </a:p>
        </p:txBody>
      </p:sp>
      <p:sp>
        <p:nvSpPr>
          <p:cNvPr id="40" name="object-113-s3-ux">
            <a:extLst xmlns:a="http://schemas.openxmlformats.org/drawingml/2006/main">
              <a:ext uri="{FF2B5EF4-FFF2-40B4-BE49-F238E27FC236}">
                <a16:creationId xmlns:a16="http://schemas.microsoft.com/office/drawing/2014/main" id="{01619F27-45F9-45F2-8055-2C6531B04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9873" y="3469202"/>
            <a:ext cx="374571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s₂₃</a:t>
            </a:r>
          </a:p>
        </p:txBody>
      </p:sp>
      <p:sp>
        <p:nvSpPr>
          <p:cNvPr id="41" name="object-114-s3-ux">
            <a:extLst xmlns:a="http://schemas.openxmlformats.org/drawingml/2006/main">
              <a:ext uri="{FF2B5EF4-FFF2-40B4-BE49-F238E27FC236}">
                <a16:creationId xmlns:a16="http://schemas.microsoft.com/office/drawing/2014/main" id="{14791719-8BC1-4972-9EAA-C786712CD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6245" y="4029462"/>
            <a:ext cx="1776710" cy="26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negate column |11⟩</a:t>
            </a:r>
          </a:p>
        </p:txBody>
      </p:sp>
      <p:sp>
        <p:nvSpPr>
          <p:cNvPr id="42" name="object-115-s3-ux">
            <a:extLst xmlns:a="http://schemas.openxmlformats.org/drawingml/2006/main">
              <a:ext uri="{FF2B5EF4-FFF2-40B4-BE49-F238E27FC236}">
                <a16:creationId xmlns:a16="http://schemas.microsoft.com/office/drawing/2014/main" id="{BE785923-FA61-4C14-9E16-E37466644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7994" y="4029462"/>
            <a:ext cx="2201912" cy="26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swap rows |10⟩ and |11⟩</a:t>
            </a:r>
          </a:p>
        </p:txBody>
      </p:sp>
      <p:sp>
        <p:nvSpPr>
          <p:cNvPr id="43" name="object-145-s2-ux">
            <a:extLst xmlns:a="http://schemas.openxmlformats.org/drawingml/2006/main">
              <a:ext uri="{FF2B5EF4-FFF2-40B4-BE49-F238E27FC236}">
                <a16:creationId xmlns:a16="http://schemas.microsoft.com/office/drawing/2014/main" id="{C746B5BB-0034-412A-9B7E-3A766EB4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8168580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Basis order: 00, 01, 10, 11. The linear space also contains nonunitary matrices; circuit matches supply unitary members.</a:t>
            </a:r>
          </a:p>
        </p:txBody>
      </p:sp>
      <p:sp>
        <p:nvSpPr>
          <p:cNvPr id="44" name="object-146-s0-ux">
            <a:extLst xmlns:a="http://schemas.openxmlformats.org/drawingml/2006/main">
              <a:ext uri="{FF2B5EF4-FFF2-40B4-BE49-F238E27FC236}">
                <a16:creationId xmlns:a16="http://schemas.microsoft.com/office/drawing/2014/main" id="{1BFB652B-001F-4C3A-842D-79A56F8EF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4859387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§§5.3.3–5.3.4, Lemmas 5.3–5.4; illustrative CZ → CX derivation</a:t>
            </a:r>
          </a:p>
        </p:txBody>
      </p:sp>
      <p:sp>
        <p:nvSpPr>
          <p:cNvPr id="45" name="object-147-s0-ux">
            <a:extLst xmlns:a="http://schemas.openxmlformats.org/drawingml/2006/main">
              <a:ext uri="{FF2B5EF4-FFF2-40B4-BE49-F238E27FC236}">
                <a16:creationId xmlns:a16="http://schemas.microsoft.com/office/drawing/2014/main" id="{B7F331F9-9DDB-48DB-ACC1-F45CA72F3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09 / 14</a:t>
            </a:r>
          </a:p>
        </p:txBody>
      </p:sp>
      <p:sp>
        <p:nvSpPr>
          <p:cNvPr id="46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8D505623-A1C5-4868-8CC2-692E7854C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4 / 7</a:t>
            </a:r>
          </a:p>
        </p:txBody>
      </p:sp>
    </p:spTree>
    <p:extLst>
      <p:ext uri="{BB962C8B-B14F-4D97-AF65-F5344CB8AC3E}">
        <p14:creationId xmlns:p14="http://schemas.microsoft.com/office/powerpoint/2010/main" val="135484986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top-accent">
            <a:extLst xmlns:a="http://schemas.openxmlformats.org/drawingml/2006/main">
              <a:ext uri="{FF2B5EF4-FFF2-40B4-BE49-F238E27FC236}">
                <a16:creationId xmlns:a16="http://schemas.microsoft.com/office/drawing/2014/main" id="{D5C6FB58-24C0-437E-83FD-20F104B4E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628EBDA9-40A3-4561-99D1-663D48D55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8591580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Group by trace, validate spectra, then solve for S</a:t>
            </a:r>
          </a:p>
        </p:txBody>
      </p:sp>
      <p:sp>
        <p:nvSpPr>
          <p:cNvPr id="3" name="object-55-s0-ux">
            <a:extLst xmlns:a="http://schemas.openxmlformats.org/drawingml/2006/main">
              <a:ext uri="{FF2B5EF4-FFF2-40B4-BE49-F238E27FC236}">
                <a16:creationId xmlns:a16="http://schemas.microsoft.com/office/drawing/2014/main" id="{89F1769A-07F2-4CB2-A156-2C4C49BF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71974"/>
            <a:ext cx="4095601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GROUP BY TRACE → CHECK EIGENVALUES → SOLVE</a:t>
            </a:r>
          </a:p>
        </p:txBody>
      </p:sp>
      <p:sp>
        <p:nvSpPr>
          <p:cNvPr id="4" name="object-77-s3-ux">
            <a:extLst xmlns:a="http://schemas.openxmlformats.org/drawingml/2006/main">
              <a:ext uri="{FF2B5EF4-FFF2-40B4-BE49-F238E27FC236}">
                <a16:creationId xmlns:a16="http://schemas.microsoft.com/office/drawing/2014/main" id="{1557979A-7CC4-467E-BE3E-9567D1D23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6765" y="1663452"/>
            <a:ext cx="859482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6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 CZ</a:t>
            </a:r>
          </a:p>
        </p:txBody>
      </p:sp>
      <p:sp>
        <p:nvSpPr>
          <p:cNvPr id="5" name="object-78-s3-ux">
            <a:extLst xmlns:a="http://schemas.openxmlformats.org/drawingml/2006/main">
              <a:ext uri="{FF2B5EF4-FFF2-40B4-BE49-F238E27FC236}">
                <a16:creationId xmlns:a16="http://schemas.microsoft.com/office/drawing/2014/main" id="{DB774122-339B-4591-BD8F-C8C4B244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0535" y="1652022"/>
            <a:ext cx="311557" cy="4610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7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6" name="object-79-s3-ux">
            <a:extLst xmlns:a="http://schemas.openxmlformats.org/drawingml/2006/main">
              <a:ext uri="{FF2B5EF4-FFF2-40B4-BE49-F238E27FC236}">
                <a16:creationId xmlns:a16="http://schemas.microsoft.com/office/drawing/2014/main" id="{753FA52D-32B9-48AA-B3EB-B36EDC64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8889" y="1663452"/>
            <a:ext cx="87823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6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CX S</a:t>
            </a:r>
          </a:p>
        </p:txBody>
      </p:sp>
      <p:sp>
        <p:nvSpPr>
          <p:cNvPr id="7" name="object-80-s3-ux">
            <a:extLst xmlns:a="http://schemas.openxmlformats.org/drawingml/2006/main">
              <a:ext uri="{FF2B5EF4-FFF2-40B4-BE49-F238E27FC236}">
                <a16:creationId xmlns:a16="http://schemas.microsoft.com/office/drawing/2014/main" id="{81554A14-2CC9-4293-A76C-9FE5A343F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8289"/>
            <a:ext cx="3429000" cy="1600200"/>
          </a:xfrm>
          <a:custGeom xmlns:a="http://schemas.openxmlformats.org/drawingml/2006/main">
            <a:pathLst>
              <a:path w="3429000" h="1600200">
                <a:moveTo>
                  <a:pt x="76200" y="0"/>
                </a:moveTo>
                <a:lnTo>
                  <a:pt x="19665" y="0"/>
                </a:lnTo>
                <a:lnTo>
                  <a:pt x="0" y="8603"/>
                </a:lnTo>
                <a:lnTo>
                  <a:pt x="0" y="1591597"/>
                </a:lnTo>
                <a:lnTo>
                  <a:pt x="19664" y="1600200"/>
                </a:lnTo>
                <a:lnTo>
                  <a:pt x="76200" y="1600200"/>
                </a:lnTo>
              </a:path>
              <a:path w="3429000" h="1600200">
                <a:moveTo>
                  <a:pt x="3352800" y="0"/>
                </a:moveTo>
                <a:lnTo>
                  <a:pt x="3409336" y="0"/>
                </a:lnTo>
                <a:lnTo>
                  <a:pt x="3429000" y="8603"/>
                </a:lnTo>
                <a:lnTo>
                  <a:pt x="3429000" y="1591597"/>
                </a:lnTo>
                <a:lnTo>
                  <a:pt x="3409336" y="1600200"/>
                </a:lnTo>
                <a:lnTo>
                  <a:pt x="3352800" y="16002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23039"/>
            </a:solidFill>
            <a:prstDash val="solid"/>
          </a:ln>
        </p:spPr>
      </p:sp>
      <p:sp>
        <p:nvSpPr>
          <p:cNvPr id="8" name="object-81-s3-ux">
            <a:extLst xmlns:a="http://schemas.openxmlformats.org/drawingml/2006/main">
              <a:ext uri="{FF2B5EF4-FFF2-40B4-BE49-F238E27FC236}">
                <a16:creationId xmlns:a16="http://schemas.microsoft.com/office/drawing/2014/main" id="{AFC7FE14-3597-4135-B03F-B3148C06A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112" y="226905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s₀₀</a:t>
            </a:r>
          </a:p>
        </p:txBody>
      </p:sp>
      <p:sp>
        <p:nvSpPr>
          <p:cNvPr id="9" name="object-82-s3-ux">
            <a:extLst xmlns:a="http://schemas.openxmlformats.org/drawingml/2006/main">
              <a:ext uri="{FF2B5EF4-FFF2-40B4-BE49-F238E27FC236}">
                <a16:creationId xmlns:a16="http://schemas.microsoft.com/office/drawing/2014/main" id="{1DB95F85-3C44-4F4C-BBE0-866DEE6AA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4737" y="226905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s₀₁</a:t>
            </a:r>
          </a:p>
        </p:txBody>
      </p:sp>
      <p:sp>
        <p:nvSpPr>
          <p:cNvPr id="10" name="object-83-s3-ux">
            <a:extLst xmlns:a="http://schemas.openxmlformats.org/drawingml/2006/main">
              <a:ext uri="{FF2B5EF4-FFF2-40B4-BE49-F238E27FC236}">
                <a16:creationId xmlns:a16="http://schemas.microsoft.com/office/drawing/2014/main" id="{7D1F5E0A-6557-4168-9B87-07EF2B0BA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4437" y="2269051"/>
            <a:ext cx="374719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s₀₂</a:t>
            </a:r>
          </a:p>
        </p:txBody>
      </p:sp>
      <p:sp>
        <p:nvSpPr>
          <p:cNvPr id="11" name="object-84-s3-ux">
            <a:extLst xmlns:a="http://schemas.openxmlformats.org/drawingml/2006/main">
              <a:ext uri="{FF2B5EF4-FFF2-40B4-BE49-F238E27FC236}">
                <a16:creationId xmlns:a16="http://schemas.microsoft.com/office/drawing/2014/main" id="{80D3125F-02E5-4FB6-A08A-160A94646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397" y="2269051"/>
            <a:ext cx="53604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−s₀₃</a:t>
            </a:r>
          </a:p>
        </p:txBody>
      </p:sp>
      <p:sp>
        <p:nvSpPr>
          <p:cNvPr id="12" name="object-85-s3-ux">
            <a:extLst xmlns:a="http://schemas.openxmlformats.org/drawingml/2006/main">
              <a:ext uri="{FF2B5EF4-FFF2-40B4-BE49-F238E27FC236}">
                <a16:creationId xmlns:a16="http://schemas.microsoft.com/office/drawing/2014/main" id="{41101D3C-A971-4E20-8D2D-36CB6A37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112" y="266910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s₁₀</a:t>
            </a:r>
          </a:p>
        </p:txBody>
      </p:sp>
      <p:sp>
        <p:nvSpPr>
          <p:cNvPr id="13" name="object-86-s3-ux">
            <a:extLst xmlns:a="http://schemas.openxmlformats.org/drawingml/2006/main">
              <a:ext uri="{FF2B5EF4-FFF2-40B4-BE49-F238E27FC236}">
                <a16:creationId xmlns:a16="http://schemas.microsoft.com/office/drawing/2014/main" id="{F36B083D-5A4C-47F2-8BA3-791051F2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4737" y="2669101"/>
            <a:ext cx="374868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s₁₁</a:t>
            </a:r>
          </a:p>
        </p:txBody>
      </p:sp>
      <p:sp>
        <p:nvSpPr>
          <p:cNvPr id="14" name="object-87-s3-ux">
            <a:extLst xmlns:a="http://schemas.openxmlformats.org/drawingml/2006/main">
              <a:ext uri="{FF2B5EF4-FFF2-40B4-BE49-F238E27FC236}">
                <a16:creationId xmlns:a16="http://schemas.microsoft.com/office/drawing/2014/main" id="{546D21C7-3188-4AF1-AE05-EA6079EC2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4437" y="2669101"/>
            <a:ext cx="374719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s₁₂</a:t>
            </a:r>
          </a:p>
        </p:txBody>
      </p:sp>
      <p:sp>
        <p:nvSpPr>
          <p:cNvPr id="15" name="object-88-s3-ux">
            <a:extLst xmlns:a="http://schemas.openxmlformats.org/drawingml/2006/main">
              <a:ext uri="{FF2B5EF4-FFF2-40B4-BE49-F238E27FC236}">
                <a16:creationId xmlns:a16="http://schemas.microsoft.com/office/drawing/2014/main" id="{E1A7E6EF-46C6-4436-B5BC-CB7A1394B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397" y="2669101"/>
            <a:ext cx="53604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−s₁₃</a:t>
            </a:r>
          </a:p>
        </p:txBody>
      </p:sp>
      <p:sp>
        <p:nvSpPr>
          <p:cNvPr id="16" name="object-89-s3-ux">
            <a:extLst xmlns:a="http://schemas.openxmlformats.org/drawingml/2006/main">
              <a:ext uri="{FF2B5EF4-FFF2-40B4-BE49-F238E27FC236}">
                <a16:creationId xmlns:a16="http://schemas.microsoft.com/office/drawing/2014/main" id="{94338E4B-6806-4325-9E73-7605B1B17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187" y="3069151"/>
            <a:ext cx="374719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s₂₀</a:t>
            </a:r>
          </a:p>
        </p:txBody>
      </p:sp>
      <p:sp>
        <p:nvSpPr>
          <p:cNvPr id="17" name="object-90-s3-ux">
            <a:extLst xmlns:a="http://schemas.openxmlformats.org/drawingml/2006/main">
              <a:ext uri="{FF2B5EF4-FFF2-40B4-BE49-F238E27FC236}">
                <a16:creationId xmlns:a16="http://schemas.microsoft.com/office/drawing/2014/main" id="{C3CE5F2B-2206-4AFF-B41B-EA68D54E1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4812" y="3069151"/>
            <a:ext cx="374719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s₂₁</a:t>
            </a:r>
          </a:p>
        </p:txBody>
      </p:sp>
      <p:sp>
        <p:nvSpPr>
          <p:cNvPr id="18" name="object-91-s3-ux">
            <a:extLst xmlns:a="http://schemas.openxmlformats.org/drawingml/2006/main">
              <a:ext uri="{FF2B5EF4-FFF2-40B4-BE49-F238E27FC236}">
                <a16:creationId xmlns:a16="http://schemas.microsoft.com/office/drawing/2014/main" id="{009BFDF6-960B-4657-A7C3-F9CB2E1D4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4511" y="3069151"/>
            <a:ext cx="374571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s₂₂</a:t>
            </a:r>
          </a:p>
        </p:txBody>
      </p:sp>
      <p:sp>
        <p:nvSpPr>
          <p:cNvPr id="19" name="object-92-s3-ux">
            <a:extLst xmlns:a="http://schemas.openxmlformats.org/drawingml/2006/main">
              <a:ext uri="{FF2B5EF4-FFF2-40B4-BE49-F238E27FC236}">
                <a16:creationId xmlns:a16="http://schemas.microsoft.com/office/drawing/2014/main" id="{8831B0DB-47CB-4BEE-9797-A47069660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471" y="3069151"/>
            <a:ext cx="535900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−s₂₃</a:t>
            </a:r>
          </a:p>
        </p:txBody>
      </p:sp>
      <p:sp>
        <p:nvSpPr>
          <p:cNvPr id="20" name="object-93-s3-ux">
            <a:extLst xmlns:a="http://schemas.openxmlformats.org/drawingml/2006/main">
              <a:ext uri="{FF2B5EF4-FFF2-40B4-BE49-F238E27FC236}">
                <a16:creationId xmlns:a16="http://schemas.microsoft.com/office/drawing/2014/main" id="{552CD7F6-99ED-4B47-A014-E9044B6C6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187" y="3469202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s₃₀</a:t>
            </a:r>
          </a:p>
        </p:txBody>
      </p:sp>
      <p:sp>
        <p:nvSpPr>
          <p:cNvPr id="21" name="object-94-s3-ux">
            <a:extLst xmlns:a="http://schemas.openxmlformats.org/drawingml/2006/main">
              <a:ext uri="{FF2B5EF4-FFF2-40B4-BE49-F238E27FC236}">
                <a16:creationId xmlns:a16="http://schemas.microsoft.com/office/drawing/2014/main" id="{A2DDBA60-C25A-4313-B286-D620D5ADB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4812" y="3469202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s₃₁</a:t>
            </a:r>
          </a:p>
        </p:txBody>
      </p:sp>
      <p:sp>
        <p:nvSpPr>
          <p:cNvPr id="22" name="object-95-s3-ux">
            <a:extLst xmlns:a="http://schemas.openxmlformats.org/drawingml/2006/main">
              <a:ext uri="{FF2B5EF4-FFF2-40B4-BE49-F238E27FC236}">
                <a16:creationId xmlns:a16="http://schemas.microsoft.com/office/drawing/2014/main" id="{6A44223F-EE6D-4EE7-8549-A75319380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4511" y="3469202"/>
            <a:ext cx="374571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s₃₂</a:t>
            </a:r>
          </a:p>
        </p:txBody>
      </p:sp>
      <p:sp>
        <p:nvSpPr>
          <p:cNvPr id="23" name="object-96-s3-ux">
            <a:extLst xmlns:a="http://schemas.openxmlformats.org/drawingml/2006/main">
              <a:ext uri="{FF2B5EF4-FFF2-40B4-BE49-F238E27FC236}">
                <a16:creationId xmlns:a16="http://schemas.microsoft.com/office/drawing/2014/main" id="{1B102C60-B7F1-48E6-94EC-AE8BB755B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471" y="3469202"/>
            <a:ext cx="535900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−s₃₃</a:t>
            </a:r>
          </a:p>
        </p:txBody>
      </p:sp>
      <p:sp>
        <p:nvSpPr>
          <p:cNvPr id="24" name="object-97-s3-ux">
            <a:extLst xmlns:a="http://schemas.openxmlformats.org/drawingml/2006/main">
              <a:ext uri="{FF2B5EF4-FFF2-40B4-BE49-F238E27FC236}">
                <a16:creationId xmlns:a16="http://schemas.microsoft.com/office/drawing/2014/main" id="{C9337DE1-DEB2-49BD-BA3B-EFEC7F912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2268289"/>
            <a:ext cx="2781300" cy="1600200"/>
          </a:xfrm>
          <a:custGeom xmlns:a="http://schemas.openxmlformats.org/drawingml/2006/main">
            <a:pathLst>
              <a:path w="2781300" h="1600200">
                <a:moveTo>
                  <a:pt x="76200" y="0"/>
                </a:moveTo>
                <a:lnTo>
                  <a:pt x="19664" y="0"/>
                </a:lnTo>
                <a:lnTo>
                  <a:pt x="0" y="8603"/>
                </a:lnTo>
                <a:lnTo>
                  <a:pt x="0" y="1591597"/>
                </a:lnTo>
                <a:lnTo>
                  <a:pt x="19664" y="1600200"/>
                </a:lnTo>
                <a:lnTo>
                  <a:pt x="76200" y="1600200"/>
                </a:lnTo>
              </a:path>
              <a:path w="2781300" h="1600200">
                <a:moveTo>
                  <a:pt x="2705100" y="0"/>
                </a:moveTo>
                <a:lnTo>
                  <a:pt x="2761636" y="0"/>
                </a:lnTo>
                <a:lnTo>
                  <a:pt x="2781300" y="8603"/>
                </a:lnTo>
                <a:lnTo>
                  <a:pt x="2781300" y="1591597"/>
                </a:lnTo>
                <a:lnTo>
                  <a:pt x="2761636" y="1600200"/>
                </a:lnTo>
                <a:lnTo>
                  <a:pt x="2705100" y="16002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23039"/>
            </a:solidFill>
            <a:prstDash val="solid"/>
          </a:ln>
        </p:spPr>
      </p:sp>
      <p:sp>
        <p:nvSpPr>
          <p:cNvPr id="25" name="object-98-s3-ux">
            <a:extLst xmlns:a="http://schemas.openxmlformats.org/drawingml/2006/main">
              <a:ext uri="{FF2B5EF4-FFF2-40B4-BE49-F238E27FC236}">
                <a16:creationId xmlns:a16="http://schemas.microsoft.com/office/drawing/2014/main" id="{6554D31D-B889-4006-97DE-280301EFF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625" y="226905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s₀₀</a:t>
            </a:r>
          </a:p>
        </p:txBody>
      </p:sp>
      <p:sp>
        <p:nvSpPr>
          <p:cNvPr id="26" name="object-99-s3-ux">
            <a:extLst xmlns:a="http://schemas.openxmlformats.org/drawingml/2006/main">
              <a:ext uri="{FF2B5EF4-FFF2-40B4-BE49-F238E27FC236}">
                <a16:creationId xmlns:a16="http://schemas.microsoft.com/office/drawing/2014/main" id="{89714036-B814-4EE8-8351-9D6722405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325" y="226905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s₀₁</a:t>
            </a:r>
          </a:p>
        </p:txBody>
      </p:sp>
      <p:sp>
        <p:nvSpPr>
          <p:cNvPr id="27" name="object-100-s3-ux">
            <a:extLst xmlns:a="http://schemas.openxmlformats.org/drawingml/2006/main">
              <a:ext uri="{FF2B5EF4-FFF2-40B4-BE49-F238E27FC236}">
                <a16:creationId xmlns:a16="http://schemas.microsoft.com/office/drawing/2014/main" id="{EBAC3B0A-735F-4BC4-A91F-F157CE1E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099" y="2269051"/>
            <a:ext cx="374719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s₀₂</a:t>
            </a:r>
          </a:p>
        </p:txBody>
      </p:sp>
      <p:sp>
        <p:nvSpPr>
          <p:cNvPr id="28" name="object-101-s3-ux">
            <a:extLst xmlns:a="http://schemas.openxmlformats.org/drawingml/2006/main">
              <a:ext uri="{FF2B5EF4-FFF2-40B4-BE49-F238E27FC236}">
                <a16:creationId xmlns:a16="http://schemas.microsoft.com/office/drawing/2014/main" id="{07A374C6-4D11-4B40-9FD8-BE17E65F7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9799" y="2269051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s₀₃</a:t>
            </a:r>
          </a:p>
        </p:txBody>
      </p:sp>
      <p:sp>
        <p:nvSpPr>
          <p:cNvPr id="29" name="object-102-s3-ux">
            <a:extLst xmlns:a="http://schemas.openxmlformats.org/drawingml/2006/main">
              <a:ext uri="{FF2B5EF4-FFF2-40B4-BE49-F238E27FC236}">
                <a16:creationId xmlns:a16="http://schemas.microsoft.com/office/drawing/2014/main" id="{E2FFDCC7-5E7C-4B44-9E73-52F563C0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625" y="266910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s₁₀</a:t>
            </a:r>
          </a:p>
        </p:txBody>
      </p:sp>
      <p:sp>
        <p:nvSpPr>
          <p:cNvPr id="30" name="object-103-s3-ux">
            <a:extLst xmlns:a="http://schemas.openxmlformats.org/drawingml/2006/main">
              <a:ext uri="{FF2B5EF4-FFF2-40B4-BE49-F238E27FC236}">
                <a16:creationId xmlns:a16="http://schemas.microsoft.com/office/drawing/2014/main" id="{CEB3188B-8140-4B6B-9DA6-372A5D77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325" y="2669101"/>
            <a:ext cx="374868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s₁₁</a:t>
            </a:r>
          </a:p>
        </p:txBody>
      </p:sp>
      <p:sp>
        <p:nvSpPr>
          <p:cNvPr id="31" name="object-104-s3-ux">
            <a:extLst xmlns:a="http://schemas.openxmlformats.org/drawingml/2006/main">
              <a:ext uri="{FF2B5EF4-FFF2-40B4-BE49-F238E27FC236}">
                <a16:creationId xmlns:a16="http://schemas.microsoft.com/office/drawing/2014/main" id="{775F139A-AB66-4347-B937-C77E8AFF1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099" y="2669101"/>
            <a:ext cx="374719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s₁₂</a:t>
            </a:r>
          </a:p>
        </p:txBody>
      </p:sp>
      <p:sp>
        <p:nvSpPr>
          <p:cNvPr id="32" name="object-105-s3-ux">
            <a:extLst xmlns:a="http://schemas.openxmlformats.org/drawingml/2006/main">
              <a:ext uri="{FF2B5EF4-FFF2-40B4-BE49-F238E27FC236}">
                <a16:creationId xmlns:a16="http://schemas.microsoft.com/office/drawing/2014/main" id="{89F72960-D660-46F7-8077-0426E9F5B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9799" y="2669101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s₁₃</a:t>
            </a:r>
          </a:p>
        </p:txBody>
      </p:sp>
      <p:sp>
        <p:nvSpPr>
          <p:cNvPr id="33" name="object-106-s3-ux">
            <a:extLst xmlns:a="http://schemas.openxmlformats.org/drawingml/2006/main">
              <a:ext uri="{FF2B5EF4-FFF2-40B4-BE49-F238E27FC236}">
                <a16:creationId xmlns:a16="http://schemas.microsoft.com/office/drawing/2014/main" id="{0EBBEF1B-C626-4FBB-A323-239569EA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699" y="3069151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s₃₀</a:t>
            </a:r>
          </a:p>
        </p:txBody>
      </p:sp>
      <p:sp>
        <p:nvSpPr>
          <p:cNvPr id="34" name="object-107-s3-ux">
            <a:extLst xmlns:a="http://schemas.openxmlformats.org/drawingml/2006/main">
              <a:ext uri="{FF2B5EF4-FFF2-40B4-BE49-F238E27FC236}">
                <a16:creationId xmlns:a16="http://schemas.microsoft.com/office/drawing/2014/main" id="{A0E8C6EC-9C51-4EF0-BB94-6BF141007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399" y="3069151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s₃₁</a:t>
            </a:r>
          </a:p>
        </p:txBody>
      </p:sp>
      <p:sp>
        <p:nvSpPr>
          <p:cNvPr id="35" name="object-108-s3-ux">
            <a:extLst xmlns:a="http://schemas.openxmlformats.org/drawingml/2006/main">
              <a:ext uri="{FF2B5EF4-FFF2-40B4-BE49-F238E27FC236}">
                <a16:creationId xmlns:a16="http://schemas.microsoft.com/office/drawing/2014/main" id="{3FA58929-2DFB-43D9-8920-0CDA83E01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173" y="3069151"/>
            <a:ext cx="374571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s₃₂</a:t>
            </a:r>
          </a:p>
        </p:txBody>
      </p:sp>
      <p:sp>
        <p:nvSpPr>
          <p:cNvPr id="36" name="object-109-s3-ux">
            <a:extLst xmlns:a="http://schemas.openxmlformats.org/drawingml/2006/main">
              <a:ext uri="{FF2B5EF4-FFF2-40B4-BE49-F238E27FC236}">
                <a16:creationId xmlns:a16="http://schemas.microsoft.com/office/drawing/2014/main" id="{C8B93D4F-12CB-43C9-AFEC-BF961120F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9873" y="3069151"/>
            <a:ext cx="374571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s₃₃</a:t>
            </a:r>
          </a:p>
        </p:txBody>
      </p:sp>
      <p:sp>
        <p:nvSpPr>
          <p:cNvPr id="37" name="object-110-s3-ux">
            <a:extLst xmlns:a="http://schemas.openxmlformats.org/drawingml/2006/main">
              <a:ext uri="{FF2B5EF4-FFF2-40B4-BE49-F238E27FC236}">
                <a16:creationId xmlns:a16="http://schemas.microsoft.com/office/drawing/2014/main" id="{44BE421F-12C0-4F7D-8BB6-203279190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699" y="3469202"/>
            <a:ext cx="374719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s₂₀</a:t>
            </a:r>
          </a:p>
        </p:txBody>
      </p:sp>
      <p:sp>
        <p:nvSpPr>
          <p:cNvPr id="38" name="object-111-s3-ux">
            <a:extLst xmlns:a="http://schemas.openxmlformats.org/drawingml/2006/main">
              <a:ext uri="{FF2B5EF4-FFF2-40B4-BE49-F238E27FC236}">
                <a16:creationId xmlns:a16="http://schemas.microsoft.com/office/drawing/2014/main" id="{6E7B2D17-2B4C-4188-B06B-CDBD92377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399" y="3469202"/>
            <a:ext cx="374719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s₂₁</a:t>
            </a:r>
          </a:p>
        </p:txBody>
      </p:sp>
      <p:sp>
        <p:nvSpPr>
          <p:cNvPr id="39" name="object-112-s3-ux">
            <a:extLst xmlns:a="http://schemas.openxmlformats.org/drawingml/2006/main">
              <a:ext uri="{FF2B5EF4-FFF2-40B4-BE49-F238E27FC236}">
                <a16:creationId xmlns:a16="http://schemas.microsoft.com/office/drawing/2014/main" id="{ECA910CF-B7B6-41EA-9E74-96C9A3F7A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173" y="3469202"/>
            <a:ext cx="374571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s₂₂</a:t>
            </a:r>
          </a:p>
        </p:txBody>
      </p:sp>
      <p:sp>
        <p:nvSpPr>
          <p:cNvPr id="40" name="object-113-s3-ux">
            <a:extLst xmlns:a="http://schemas.openxmlformats.org/drawingml/2006/main">
              <a:ext uri="{FF2B5EF4-FFF2-40B4-BE49-F238E27FC236}">
                <a16:creationId xmlns:a16="http://schemas.microsoft.com/office/drawing/2014/main" id="{DFB43DD2-C304-4A62-9183-100B85773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9873" y="3469202"/>
            <a:ext cx="374571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s₂₃</a:t>
            </a:r>
          </a:p>
        </p:txBody>
      </p:sp>
      <p:sp>
        <p:nvSpPr>
          <p:cNvPr id="41" name="object-114-s3-ux">
            <a:extLst xmlns:a="http://schemas.openxmlformats.org/drawingml/2006/main">
              <a:ext uri="{FF2B5EF4-FFF2-40B4-BE49-F238E27FC236}">
                <a16:creationId xmlns:a16="http://schemas.microsoft.com/office/drawing/2014/main" id="{A0785FBD-9506-47C1-A3C6-48A2D0ECE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6245" y="4029462"/>
            <a:ext cx="1776710" cy="26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negate column |11⟩</a:t>
            </a:r>
          </a:p>
        </p:txBody>
      </p:sp>
      <p:sp>
        <p:nvSpPr>
          <p:cNvPr id="42" name="object-115-s3-ux">
            <a:extLst xmlns:a="http://schemas.openxmlformats.org/drawingml/2006/main">
              <a:ext uri="{FF2B5EF4-FFF2-40B4-BE49-F238E27FC236}">
                <a16:creationId xmlns:a16="http://schemas.microsoft.com/office/drawing/2014/main" id="{4C420CF6-B348-41F3-A675-20FFA62D5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7994" y="4029462"/>
            <a:ext cx="2201912" cy="26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swap rows |10⟩ and |11⟩</a:t>
            </a:r>
          </a:p>
        </p:txBody>
      </p:sp>
      <p:sp>
        <p:nvSpPr>
          <p:cNvPr id="43" name="object-116-s4-u4">
            <a:extLst xmlns:a="http://schemas.openxmlformats.org/drawingml/2006/main">
              <a:ext uri="{FF2B5EF4-FFF2-40B4-BE49-F238E27FC236}">
                <a16:creationId xmlns:a16="http://schemas.microsoft.com/office/drawing/2014/main" id="{F4EF48A3-AA75-4B7B-BC11-0B4E164AC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1429"/>
            <a:ext cx="3315444" cy="3033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Equate corresponding entries</a:t>
            </a:r>
          </a:p>
        </p:txBody>
      </p:sp>
      <p:sp>
        <p:nvSpPr>
          <p:cNvPr id="44" name="object-117-s4-u4">
            <a:extLst xmlns:a="http://schemas.openxmlformats.org/drawingml/2006/main">
              <a:ext uri="{FF2B5EF4-FFF2-40B4-BE49-F238E27FC236}">
                <a16:creationId xmlns:a16="http://schemas.microsoft.com/office/drawing/2014/main" id="{BBC6C8C9-1662-49C0-8417-9737DBC5C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21002"/>
            <a:ext cx="5019824" cy="3504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s₀₃ = s₁₃ = 0;   s₂₀ = s₃₀, s₂₁ = s₃₁, s₂₂ = s₃₂;   s₂₃ = −s₃₃</a:t>
            </a:r>
          </a:p>
        </p:txBody>
      </p:sp>
      <p:sp>
        <p:nvSpPr>
          <p:cNvPr id="45" name="object-145-s2-ux">
            <a:extLst xmlns:a="http://schemas.openxmlformats.org/drawingml/2006/main">
              <a:ext uri="{FF2B5EF4-FFF2-40B4-BE49-F238E27FC236}">
                <a16:creationId xmlns:a16="http://schemas.microsoft.com/office/drawing/2014/main" id="{B820A12A-D53A-4740-BFEF-076AEB9E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8168580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Basis order: 00, 01, 10, 11. The linear space also contains nonunitary matrices; circuit matches supply unitary members.</a:t>
            </a:r>
          </a:p>
        </p:txBody>
      </p:sp>
      <p:sp>
        <p:nvSpPr>
          <p:cNvPr id="46" name="object-146-s0-ux">
            <a:extLst xmlns:a="http://schemas.openxmlformats.org/drawingml/2006/main">
              <a:ext uri="{FF2B5EF4-FFF2-40B4-BE49-F238E27FC236}">
                <a16:creationId xmlns:a16="http://schemas.microsoft.com/office/drawing/2014/main" id="{B4F52AE7-6B5B-42B3-BFD7-13D22D06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4859387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§§5.3.3–5.3.4, Lemmas 5.3–5.4; illustrative CZ → CX derivation</a:t>
            </a:r>
          </a:p>
        </p:txBody>
      </p:sp>
      <p:sp>
        <p:nvSpPr>
          <p:cNvPr id="47" name="object-147-s0-ux">
            <a:extLst xmlns:a="http://schemas.openxmlformats.org/drawingml/2006/main">
              <a:ext uri="{FF2B5EF4-FFF2-40B4-BE49-F238E27FC236}">
                <a16:creationId xmlns:a16="http://schemas.microsoft.com/office/drawing/2014/main" id="{B03FA3EA-46F1-47E6-86EE-6A6A8BA17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09 / 14</a:t>
            </a:r>
          </a:p>
        </p:txBody>
      </p:sp>
      <p:sp>
        <p:nvSpPr>
          <p:cNvPr id="48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D907D009-4985-4EA8-AF0A-171529AEF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5 / 7</a:t>
            </a:r>
          </a:p>
        </p:txBody>
      </p:sp>
    </p:spTree>
    <p:extLst>
      <p:ext uri="{BB962C8B-B14F-4D97-AF65-F5344CB8AC3E}">
        <p14:creationId xmlns:p14="http://schemas.microsoft.com/office/powerpoint/2010/main" val="140186826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" name="top-accent">
            <a:extLst xmlns:a="http://schemas.openxmlformats.org/drawingml/2006/main">
              <a:ext uri="{FF2B5EF4-FFF2-40B4-BE49-F238E27FC236}">
                <a16:creationId xmlns:a16="http://schemas.microsoft.com/office/drawing/2014/main" id="{FED41A37-49B0-41B8-977B-9F76D501E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2A622F5C-B7AF-4237-801B-D01DAA9A3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8591580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Group by trace, validate spectra, then solve for S</a:t>
            </a:r>
          </a:p>
        </p:txBody>
      </p:sp>
      <p:sp>
        <p:nvSpPr>
          <p:cNvPr id="3" name="object-55-s0-ux">
            <a:extLst xmlns:a="http://schemas.openxmlformats.org/drawingml/2006/main">
              <a:ext uri="{FF2B5EF4-FFF2-40B4-BE49-F238E27FC236}">
                <a16:creationId xmlns:a16="http://schemas.microsoft.com/office/drawing/2014/main" id="{8328C97F-C73D-41E6-84F3-FDAF7E14F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71974"/>
            <a:ext cx="4095601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GROUP BY TRACE → CHECK EIGENVALUES → SOLVE</a:t>
            </a:r>
          </a:p>
        </p:txBody>
      </p:sp>
      <p:sp>
        <p:nvSpPr>
          <p:cNvPr id="4" name="object-77-s3-ux">
            <a:extLst xmlns:a="http://schemas.openxmlformats.org/drawingml/2006/main">
              <a:ext uri="{FF2B5EF4-FFF2-40B4-BE49-F238E27FC236}">
                <a16:creationId xmlns:a16="http://schemas.microsoft.com/office/drawing/2014/main" id="{7738A070-49A6-46C4-A3AB-913A7A138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6765" y="1663452"/>
            <a:ext cx="859482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6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 CZ</a:t>
            </a:r>
          </a:p>
        </p:txBody>
      </p:sp>
      <p:sp>
        <p:nvSpPr>
          <p:cNvPr id="5" name="object-78-s3-ux">
            <a:extLst xmlns:a="http://schemas.openxmlformats.org/drawingml/2006/main">
              <a:ext uri="{FF2B5EF4-FFF2-40B4-BE49-F238E27FC236}">
                <a16:creationId xmlns:a16="http://schemas.microsoft.com/office/drawing/2014/main" id="{C0CF80EF-4363-4B6C-ACC2-93B9A783A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0535" y="1652022"/>
            <a:ext cx="311557" cy="4610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7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6" name="object-79-s3-ux">
            <a:extLst xmlns:a="http://schemas.openxmlformats.org/drawingml/2006/main">
              <a:ext uri="{FF2B5EF4-FFF2-40B4-BE49-F238E27FC236}">
                <a16:creationId xmlns:a16="http://schemas.microsoft.com/office/drawing/2014/main" id="{312C7AB8-FE1B-45B3-A67F-DFF35AF9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8889" y="1663452"/>
            <a:ext cx="87823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6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CX S</a:t>
            </a:r>
          </a:p>
        </p:txBody>
      </p:sp>
      <p:sp>
        <p:nvSpPr>
          <p:cNvPr id="7" name="object-80-s3-ux">
            <a:extLst xmlns:a="http://schemas.openxmlformats.org/drawingml/2006/main">
              <a:ext uri="{FF2B5EF4-FFF2-40B4-BE49-F238E27FC236}">
                <a16:creationId xmlns:a16="http://schemas.microsoft.com/office/drawing/2014/main" id="{789D940E-D5B3-4D30-A761-393A072E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8289"/>
            <a:ext cx="3429000" cy="1600200"/>
          </a:xfrm>
          <a:custGeom xmlns:a="http://schemas.openxmlformats.org/drawingml/2006/main">
            <a:pathLst>
              <a:path w="3429000" h="1600200">
                <a:moveTo>
                  <a:pt x="76200" y="0"/>
                </a:moveTo>
                <a:lnTo>
                  <a:pt x="19665" y="0"/>
                </a:lnTo>
                <a:lnTo>
                  <a:pt x="0" y="8603"/>
                </a:lnTo>
                <a:lnTo>
                  <a:pt x="0" y="1591597"/>
                </a:lnTo>
                <a:lnTo>
                  <a:pt x="19664" y="1600200"/>
                </a:lnTo>
                <a:lnTo>
                  <a:pt x="76200" y="1600200"/>
                </a:lnTo>
              </a:path>
              <a:path w="3429000" h="1600200">
                <a:moveTo>
                  <a:pt x="3352800" y="0"/>
                </a:moveTo>
                <a:lnTo>
                  <a:pt x="3409336" y="0"/>
                </a:lnTo>
                <a:lnTo>
                  <a:pt x="3429000" y="8603"/>
                </a:lnTo>
                <a:lnTo>
                  <a:pt x="3429000" y="1591597"/>
                </a:lnTo>
                <a:lnTo>
                  <a:pt x="3409336" y="1600200"/>
                </a:lnTo>
                <a:lnTo>
                  <a:pt x="3352800" y="16002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23039"/>
            </a:solidFill>
            <a:prstDash val="solid"/>
          </a:ln>
        </p:spPr>
      </p:sp>
      <p:sp>
        <p:nvSpPr>
          <p:cNvPr id="8" name="object-81-s3-ux">
            <a:extLst xmlns:a="http://schemas.openxmlformats.org/drawingml/2006/main">
              <a:ext uri="{FF2B5EF4-FFF2-40B4-BE49-F238E27FC236}">
                <a16:creationId xmlns:a16="http://schemas.microsoft.com/office/drawing/2014/main" id="{A14EE26A-8CF6-4089-B55B-4D44B4E72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112" y="226905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s₀₀</a:t>
            </a:r>
          </a:p>
        </p:txBody>
      </p:sp>
      <p:sp>
        <p:nvSpPr>
          <p:cNvPr id="9" name="object-82-s3-ux">
            <a:extLst xmlns:a="http://schemas.openxmlformats.org/drawingml/2006/main">
              <a:ext uri="{FF2B5EF4-FFF2-40B4-BE49-F238E27FC236}">
                <a16:creationId xmlns:a16="http://schemas.microsoft.com/office/drawing/2014/main" id="{4144319F-7198-47BF-BE44-F980C2967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4737" y="226905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s₀₁</a:t>
            </a:r>
          </a:p>
        </p:txBody>
      </p:sp>
      <p:sp>
        <p:nvSpPr>
          <p:cNvPr id="10" name="object-83-s3-ux">
            <a:extLst xmlns:a="http://schemas.openxmlformats.org/drawingml/2006/main">
              <a:ext uri="{FF2B5EF4-FFF2-40B4-BE49-F238E27FC236}">
                <a16:creationId xmlns:a16="http://schemas.microsoft.com/office/drawing/2014/main" id="{8A3599BB-6B01-4BF8-A501-3F6C68614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4437" y="2269051"/>
            <a:ext cx="374719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s₀₂</a:t>
            </a:r>
          </a:p>
        </p:txBody>
      </p:sp>
      <p:sp>
        <p:nvSpPr>
          <p:cNvPr id="11" name="object-84-s3-ux">
            <a:extLst xmlns:a="http://schemas.openxmlformats.org/drawingml/2006/main">
              <a:ext uri="{FF2B5EF4-FFF2-40B4-BE49-F238E27FC236}">
                <a16:creationId xmlns:a16="http://schemas.microsoft.com/office/drawing/2014/main" id="{0A35CFC8-F28D-439F-962A-ED6CC7136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397" y="2269051"/>
            <a:ext cx="53604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−s₀₃</a:t>
            </a:r>
          </a:p>
        </p:txBody>
      </p:sp>
      <p:sp>
        <p:nvSpPr>
          <p:cNvPr id="12" name="object-85-s3-ux">
            <a:extLst xmlns:a="http://schemas.openxmlformats.org/drawingml/2006/main">
              <a:ext uri="{FF2B5EF4-FFF2-40B4-BE49-F238E27FC236}">
                <a16:creationId xmlns:a16="http://schemas.microsoft.com/office/drawing/2014/main" id="{CAA7EA6E-85AF-4F57-B23F-443AB54D4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112" y="266910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s₁₀</a:t>
            </a:r>
          </a:p>
        </p:txBody>
      </p:sp>
      <p:sp>
        <p:nvSpPr>
          <p:cNvPr id="13" name="object-86-s3-ux">
            <a:extLst xmlns:a="http://schemas.openxmlformats.org/drawingml/2006/main">
              <a:ext uri="{FF2B5EF4-FFF2-40B4-BE49-F238E27FC236}">
                <a16:creationId xmlns:a16="http://schemas.microsoft.com/office/drawing/2014/main" id="{8A3A4AE6-7EFA-4DDF-90BE-5F9831E92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4737" y="2669101"/>
            <a:ext cx="374868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s₁₁</a:t>
            </a:r>
          </a:p>
        </p:txBody>
      </p:sp>
      <p:sp>
        <p:nvSpPr>
          <p:cNvPr id="14" name="object-87-s3-ux">
            <a:extLst xmlns:a="http://schemas.openxmlformats.org/drawingml/2006/main">
              <a:ext uri="{FF2B5EF4-FFF2-40B4-BE49-F238E27FC236}">
                <a16:creationId xmlns:a16="http://schemas.microsoft.com/office/drawing/2014/main" id="{039E64A8-42F1-49A3-8534-5C59BD441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4437" y="2669101"/>
            <a:ext cx="374719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s₁₂</a:t>
            </a:r>
          </a:p>
        </p:txBody>
      </p:sp>
      <p:sp>
        <p:nvSpPr>
          <p:cNvPr id="15" name="object-88-s3-ux">
            <a:extLst xmlns:a="http://schemas.openxmlformats.org/drawingml/2006/main">
              <a:ext uri="{FF2B5EF4-FFF2-40B4-BE49-F238E27FC236}">
                <a16:creationId xmlns:a16="http://schemas.microsoft.com/office/drawing/2014/main" id="{F8BAC675-0365-4AB2-ABEC-B58A8D094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397" y="2669101"/>
            <a:ext cx="53604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−s₁₃</a:t>
            </a:r>
          </a:p>
        </p:txBody>
      </p:sp>
      <p:sp>
        <p:nvSpPr>
          <p:cNvPr id="16" name="object-89-s3-ux">
            <a:extLst xmlns:a="http://schemas.openxmlformats.org/drawingml/2006/main">
              <a:ext uri="{FF2B5EF4-FFF2-40B4-BE49-F238E27FC236}">
                <a16:creationId xmlns:a16="http://schemas.microsoft.com/office/drawing/2014/main" id="{A48BB9EE-E63E-4D96-8B46-01E2797A9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187" y="3069151"/>
            <a:ext cx="374719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s₂₀</a:t>
            </a:r>
          </a:p>
        </p:txBody>
      </p:sp>
      <p:sp>
        <p:nvSpPr>
          <p:cNvPr id="17" name="object-90-s3-ux">
            <a:extLst xmlns:a="http://schemas.openxmlformats.org/drawingml/2006/main">
              <a:ext uri="{FF2B5EF4-FFF2-40B4-BE49-F238E27FC236}">
                <a16:creationId xmlns:a16="http://schemas.microsoft.com/office/drawing/2014/main" id="{7B5826BE-164D-4D3A-A4EC-407F02807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4812" y="3069151"/>
            <a:ext cx="374719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s₂₁</a:t>
            </a:r>
          </a:p>
        </p:txBody>
      </p:sp>
      <p:sp>
        <p:nvSpPr>
          <p:cNvPr id="18" name="object-91-s3-ux">
            <a:extLst xmlns:a="http://schemas.openxmlformats.org/drawingml/2006/main">
              <a:ext uri="{FF2B5EF4-FFF2-40B4-BE49-F238E27FC236}">
                <a16:creationId xmlns:a16="http://schemas.microsoft.com/office/drawing/2014/main" id="{D6C4522E-D49E-4367-B553-EF66966D9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4511" y="3069151"/>
            <a:ext cx="374571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s₂₂</a:t>
            </a:r>
          </a:p>
        </p:txBody>
      </p:sp>
      <p:sp>
        <p:nvSpPr>
          <p:cNvPr id="19" name="object-92-s3-ux">
            <a:extLst xmlns:a="http://schemas.openxmlformats.org/drawingml/2006/main">
              <a:ext uri="{FF2B5EF4-FFF2-40B4-BE49-F238E27FC236}">
                <a16:creationId xmlns:a16="http://schemas.microsoft.com/office/drawing/2014/main" id="{559F5A36-72EB-4E30-8AB2-11074A18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471" y="3069151"/>
            <a:ext cx="535900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−s₂₃</a:t>
            </a:r>
          </a:p>
        </p:txBody>
      </p:sp>
      <p:sp>
        <p:nvSpPr>
          <p:cNvPr id="20" name="object-93-s3-ux">
            <a:extLst xmlns:a="http://schemas.openxmlformats.org/drawingml/2006/main">
              <a:ext uri="{FF2B5EF4-FFF2-40B4-BE49-F238E27FC236}">
                <a16:creationId xmlns:a16="http://schemas.microsoft.com/office/drawing/2014/main" id="{62D52B4A-41F9-4DDE-B360-E538C4EEA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187" y="3469202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s₃₀</a:t>
            </a:r>
          </a:p>
        </p:txBody>
      </p:sp>
      <p:sp>
        <p:nvSpPr>
          <p:cNvPr id="21" name="object-94-s3-ux">
            <a:extLst xmlns:a="http://schemas.openxmlformats.org/drawingml/2006/main">
              <a:ext uri="{FF2B5EF4-FFF2-40B4-BE49-F238E27FC236}">
                <a16:creationId xmlns:a16="http://schemas.microsoft.com/office/drawing/2014/main" id="{E45189F8-2261-4478-A13C-C4F8B05A0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4812" y="3469202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s₃₁</a:t>
            </a:r>
          </a:p>
        </p:txBody>
      </p:sp>
      <p:sp>
        <p:nvSpPr>
          <p:cNvPr id="22" name="object-95-s3-ux">
            <a:extLst xmlns:a="http://schemas.openxmlformats.org/drawingml/2006/main">
              <a:ext uri="{FF2B5EF4-FFF2-40B4-BE49-F238E27FC236}">
                <a16:creationId xmlns:a16="http://schemas.microsoft.com/office/drawing/2014/main" id="{994D6C63-9220-43F2-8DC3-F1CF90E9C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4511" y="3469202"/>
            <a:ext cx="374571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s₃₂</a:t>
            </a:r>
          </a:p>
        </p:txBody>
      </p:sp>
      <p:sp>
        <p:nvSpPr>
          <p:cNvPr id="23" name="object-96-s3-ux">
            <a:extLst xmlns:a="http://schemas.openxmlformats.org/drawingml/2006/main">
              <a:ext uri="{FF2B5EF4-FFF2-40B4-BE49-F238E27FC236}">
                <a16:creationId xmlns:a16="http://schemas.microsoft.com/office/drawing/2014/main" id="{9B8713A4-B5E2-4CCB-9F77-2749190C3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471" y="3469202"/>
            <a:ext cx="535900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−s₃₃</a:t>
            </a:r>
          </a:p>
        </p:txBody>
      </p:sp>
      <p:sp>
        <p:nvSpPr>
          <p:cNvPr id="24" name="object-97-s3-ux">
            <a:extLst xmlns:a="http://schemas.openxmlformats.org/drawingml/2006/main">
              <a:ext uri="{FF2B5EF4-FFF2-40B4-BE49-F238E27FC236}">
                <a16:creationId xmlns:a16="http://schemas.microsoft.com/office/drawing/2014/main" id="{C9AF0AE0-7C7A-4518-8373-93F2130E9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2268289"/>
            <a:ext cx="2781300" cy="1600200"/>
          </a:xfrm>
          <a:custGeom xmlns:a="http://schemas.openxmlformats.org/drawingml/2006/main">
            <a:pathLst>
              <a:path w="2781300" h="1600200">
                <a:moveTo>
                  <a:pt x="76200" y="0"/>
                </a:moveTo>
                <a:lnTo>
                  <a:pt x="19664" y="0"/>
                </a:lnTo>
                <a:lnTo>
                  <a:pt x="0" y="8603"/>
                </a:lnTo>
                <a:lnTo>
                  <a:pt x="0" y="1591597"/>
                </a:lnTo>
                <a:lnTo>
                  <a:pt x="19664" y="1600200"/>
                </a:lnTo>
                <a:lnTo>
                  <a:pt x="76200" y="1600200"/>
                </a:lnTo>
              </a:path>
              <a:path w="2781300" h="1600200">
                <a:moveTo>
                  <a:pt x="2705100" y="0"/>
                </a:moveTo>
                <a:lnTo>
                  <a:pt x="2761636" y="0"/>
                </a:lnTo>
                <a:lnTo>
                  <a:pt x="2781300" y="8603"/>
                </a:lnTo>
                <a:lnTo>
                  <a:pt x="2781300" y="1591597"/>
                </a:lnTo>
                <a:lnTo>
                  <a:pt x="2761636" y="1600200"/>
                </a:lnTo>
                <a:lnTo>
                  <a:pt x="2705100" y="16002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23039"/>
            </a:solidFill>
            <a:prstDash val="solid"/>
          </a:ln>
        </p:spPr>
      </p:sp>
      <p:sp>
        <p:nvSpPr>
          <p:cNvPr id="25" name="object-98-s3-ux">
            <a:extLst xmlns:a="http://schemas.openxmlformats.org/drawingml/2006/main">
              <a:ext uri="{FF2B5EF4-FFF2-40B4-BE49-F238E27FC236}">
                <a16:creationId xmlns:a16="http://schemas.microsoft.com/office/drawing/2014/main" id="{4F12E9F9-F281-4F04-BF7F-63F2AF36D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625" y="226905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s₀₀</a:t>
            </a:r>
          </a:p>
        </p:txBody>
      </p:sp>
      <p:sp>
        <p:nvSpPr>
          <p:cNvPr id="26" name="object-99-s3-ux">
            <a:extLst xmlns:a="http://schemas.openxmlformats.org/drawingml/2006/main">
              <a:ext uri="{FF2B5EF4-FFF2-40B4-BE49-F238E27FC236}">
                <a16:creationId xmlns:a16="http://schemas.microsoft.com/office/drawing/2014/main" id="{E88DF4E7-D35B-4D88-9B15-84EE79D13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325" y="226905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s₀₁</a:t>
            </a:r>
          </a:p>
        </p:txBody>
      </p:sp>
      <p:sp>
        <p:nvSpPr>
          <p:cNvPr id="27" name="object-100-s3-ux">
            <a:extLst xmlns:a="http://schemas.openxmlformats.org/drawingml/2006/main">
              <a:ext uri="{FF2B5EF4-FFF2-40B4-BE49-F238E27FC236}">
                <a16:creationId xmlns:a16="http://schemas.microsoft.com/office/drawing/2014/main" id="{67D37365-898C-4978-AE08-C7357D930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099" y="2269051"/>
            <a:ext cx="374719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s₀₂</a:t>
            </a:r>
          </a:p>
        </p:txBody>
      </p:sp>
      <p:sp>
        <p:nvSpPr>
          <p:cNvPr id="28" name="object-101-s3-ux">
            <a:extLst xmlns:a="http://schemas.openxmlformats.org/drawingml/2006/main">
              <a:ext uri="{FF2B5EF4-FFF2-40B4-BE49-F238E27FC236}">
                <a16:creationId xmlns:a16="http://schemas.microsoft.com/office/drawing/2014/main" id="{0AF8E79E-966C-4F56-BE5D-E19C8F253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9799" y="2269051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s₀₃</a:t>
            </a:r>
          </a:p>
        </p:txBody>
      </p:sp>
      <p:sp>
        <p:nvSpPr>
          <p:cNvPr id="29" name="object-102-s3-ux">
            <a:extLst xmlns:a="http://schemas.openxmlformats.org/drawingml/2006/main">
              <a:ext uri="{FF2B5EF4-FFF2-40B4-BE49-F238E27FC236}">
                <a16:creationId xmlns:a16="http://schemas.microsoft.com/office/drawing/2014/main" id="{2BBB9BA0-8418-4842-9614-CDE22F092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625" y="266910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s₁₀</a:t>
            </a:r>
          </a:p>
        </p:txBody>
      </p:sp>
      <p:sp>
        <p:nvSpPr>
          <p:cNvPr id="30" name="object-103-s3-ux">
            <a:extLst xmlns:a="http://schemas.openxmlformats.org/drawingml/2006/main">
              <a:ext uri="{FF2B5EF4-FFF2-40B4-BE49-F238E27FC236}">
                <a16:creationId xmlns:a16="http://schemas.microsoft.com/office/drawing/2014/main" id="{CCE1755E-3DED-4BD8-B595-24A0AA588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325" y="2669101"/>
            <a:ext cx="374868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s₁₁</a:t>
            </a:r>
          </a:p>
        </p:txBody>
      </p:sp>
      <p:sp>
        <p:nvSpPr>
          <p:cNvPr id="31" name="object-104-s3-ux">
            <a:extLst xmlns:a="http://schemas.openxmlformats.org/drawingml/2006/main">
              <a:ext uri="{FF2B5EF4-FFF2-40B4-BE49-F238E27FC236}">
                <a16:creationId xmlns:a16="http://schemas.microsoft.com/office/drawing/2014/main" id="{6DB27DBD-1EF8-450C-AA49-161559D3E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099" y="2669101"/>
            <a:ext cx="374719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s₁₂</a:t>
            </a:r>
          </a:p>
        </p:txBody>
      </p:sp>
      <p:sp>
        <p:nvSpPr>
          <p:cNvPr id="32" name="object-105-s3-ux">
            <a:extLst xmlns:a="http://schemas.openxmlformats.org/drawingml/2006/main">
              <a:ext uri="{FF2B5EF4-FFF2-40B4-BE49-F238E27FC236}">
                <a16:creationId xmlns:a16="http://schemas.microsoft.com/office/drawing/2014/main" id="{33C7ECC1-5E28-4F1D-B50E-DCA8FA10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9799" y="2669101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s₁₃</a:t>
            </a:r>
          </a:p>
        </p:txBody>
      </p:sp>
      <p:sp>
        <p:nvSpPr>
          <p:cNvPr id="33" name="object-106-s3-ux">
            <a:extLst xmlns:a="http://schemas.openxmlformats.org/drawingml/2006/main">
              <a:ext uri="{FF2B5EF4-FFF2-40B4-BE49-F238E27FC236}">
                <a16:creationId xmlns:a16="http://schemas.microsoft.com/office/drawing/2014/main" id="{A67246D9-2E32-49FD-B38A-9193BCE7A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699" y="3069151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s₃₀</a:t>
            </a:r>
          </a:p>
        </p:txBody>
      </p:sp>
      <p:sp>
        <p:nvSpPr>
          <p:cNvPr id="34" name="object-107-s3-ux">
            <a:extLst xmlns:a="http://schemas.openxmlformats.org/drawingml/2006/main">
              <a:ext uri="{FF2B5EF4-FFF2-40B4-BE49-F238E27FC236}">
                <a16:creationId xmlns:a16="http://schemas.microsoft.com/office/drawing/2014/main" id="{60EF471A-B1B8-4289-A315-0D6799C89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399" y="3069151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s₃₁</a:t>
            </a:r>
          </a:p>
        </p:txBody>
      </p:sp>
      <p:sp>
        <p:nvSpPr>
          <p:cNvPr id="35" name="object-108-s3-ux">
            <a:extLst xmlns:a="http://schemas.openxmlformats.org/drawingml/2006/main">
              <a:ext uri="{FF2B5EF4-FFF2-40B4-BE49-F238E27FC236}">
                <a16:creationId xmlns:a16="http://schemas.microsoft.com/office/drawing/2014/main" id="{8ECC8F65-6A6C-47E8-9DDE-76906963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173" y="3069151"/>
            <a:ext cx="374571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s₃₂</a:t>
            </a:r>
          </a:p>
        </p:txBody>
      </p:sp>
      <p:sp>
        <p:nvSpPr>
          <p:cNvPr id="36" name="object-109-s3-ux">
            <a:extLst xmlns:a="http://schemas.openxmlformats.org/drawingml/2006/main">
              <a:ext uri="{FF2B5EF4-FFF2-40B4-BE49-F238E27FC236}">
                <a16:creationId xmlns:a16="http://schemas.microsoft.com/office/drawing/2014/main" id="{4758E42A-1D0C-45E1-A549-6859FC822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9873" y="3069151"/>
            <a:ext cx="374571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s₃₃</a:t>
            </a:r>
          </a:p>
        </p:txBody>
      </p:sp>
      <p:sp>
        <p:nvSpPr>
          <p:cNvPr id="37" name="object-110-s3-ux">
            <a:extLst xmlns:a="http://schemas.openxmlformats.org/drawingml/2006/main">
              <a:ext uri="{FF2B5EF4-FFF2-40B4-BE49-F238E27FC236}">
                <a16:creationId xmlns:a16="http://schemas.microsoft.com/office/drawing/2014/main" id="{7C26247E-696F-4777-81D5-C132516F1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699" y="3469202"/>
            <a:ext cx="374719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s₂₀</a:t>
            </a:r>
          </a:p>
        </p:txBody>
      </p:sp>
      <p:sp>
        <p:nvSpPr>
          <p:cNvPr id="38" name="object-111-s3-ux">
            <a:extLst xmlns:a="http://schemas.openxmlformats.org/drawingml/2006/main">
              <a:ext uri="{FF2B5EF4-FFF2-40B4-BE49-F238E27FC236}">
                <a16:creationId xmlns:a16="http://schemas.microsoft.com/office/drawing/2014/main" id="{0F1E010E-7B87-4DE1-97F8-8C05B8E1D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399" y="3469202"/>
            <a:ext cx="374719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s₂₁</a:t>
            </a:r>
          </a:p>
        </p:txBody>
      </p:sp>
      <p:sp>
        <p:nvSpPr>
          <p:cNvPr id="39" name="object-112-s3-ux">
            <a:extLst xmlns:a="http://schemas.openxmlformats.org/drawingml/2006/main">
              <a:ext uri="{FF2B5EF4-FFF2-40B4-BE49-F238E27FC236}">
                <a16:creationId xmlns:a16="http://schemas.microsoft.com/office/drawing/2014/main" id="{4624A0B2-9125-4FC6-B8A4-3F3BDBA7B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173" y="3469202"/>
            <a:ext cx="374571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s₂₂</a:t>
            </a:r>
          </a:p>
        </p:txBody>
      </p:sp>
      <p:sp>
        <p:nvSpPr>
          <p:cNvPr id="40" name="object-113-s3-ux">
            <a:extLst xmlns:a="http://schemas.openxmlformats.org/drawingml/2006/main">
              <a:ext uri="{FF2B5EF4-FFF2-40B4-BE49-F238E27FC236}">
                <a16:creationId xmlns:a16="http://schemas.microsoft.com/office/drawing/2014/main" id="{54C0FE48-3950-4C33-8BC8-8F1EF7CA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9873" y="3469202"/>
            <a:ext cx="374571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s₂₃</a:t>
            </a:r>
          </a:p>
        </p:txBody>
      </p:sp>
      <p:sp>
        <p:nvSpPr>
          <p:cNvPr id="41" name="object-114-s3-ux">
            <a:extLst xmlns:a="http://schemas.openxmlformats.org/drawingml/2006/main">
              <a:ext uri="{FF2B5EF4-FFF2-40B4-BE49-F238E27FC236}">
                <a16:creationId xmlns:a16="http://schemas.microsoft.com/office/drawing/2014/main" id="{19EFE0C6-6EED-4BC7-81B3-373965B32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6245" y="4029462"/>
            <a:ext cx="1776710" cy="26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negate column |11⟩</a:t>
            </a:r>
          </a:p>
        </p:txBody>
      </p:sp>
      <p:sp>
        <p:nvSpPr>
          <p:cNvPr id="42" name="object-115-s3-ux">
            <a:extLst xmlns:a="http://schemas.openxmlformats.org/drawingml/2006/main">
              <a:ext uri="{FF2B5EF4-FFF2-40B4-BE49-F238E27FC236}">
                <a16:creationId xmlns:a16="http://schemas.microsoft.com/office/drawing/2014/main" id="{F4EAD521-ABCC-49DE-98E1-9E94089EE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7994" y="4029462"/>
            <a:ext cx="2201912" cy="26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swap rows |10⟩ and |11⟩</a:t>
            </a:r>
          </a:p>
        </p:txBody>
      </p:sp>
      <p:sp>
        <p:nvSpPr>
          <p:cNvPr id="43" name="object-118-s5-ux">
            <a:extLst xmlns:a="http://schemas.openxmlformats.org/drawingml/2006/main">
              <a:ext uri="{FF2B5EF4-FFF2-40B4-BE49-F238E27FC236}">
                <a16:creationId xmlns:a16="http://schemas.microsoft.com/office/drawing/2014/main" id="{E2DF0BAB-3FCB-4EFA-BDD9-83F57FEE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049339"/>
            <a:ext cx="438150" cy="95"/>
          </a:xfrm>
          <a:custGeom xmlns:a="http://schemas.openxmlformats.org/drawingml/2006/main">
            <a:pathLst>
              <a:path w="438150" h="95">
                <a:moveTo>
                  <a:pt x="0" y="0"/>
                </a:moveTo>
                <a:lnTo>
                  <a:pt x="438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44" name="object-118-s5-ux-arrow">
            <a:extLst xmlns:a="http://schemas.openxmlformats.org/drawingml/2006/main">
              <a:ext uri="{FF2B5EF4-FFF2-40B4-BE49-F238E27FC236}">
                <a16:creationId xmlns:a16="http://schemas.microsoft.com/office/drawing/2014/main" id="{64F3F5C1-34EE-48B6-A240-1181E3AD5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992189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45" name="object-119-s5-ux">
            <a:extLst xmlns:a="http://schemas.openxmlformats.org/drawingml/2006/main">
              <a:ext uri="{FF2B5EF4-FFF2-40B4-BE49-F238E27FC236}">
                <a16:creationId xmlns:a16="http://schemas.microsoft.com/office/drawing/2014/main" id="{F38F3B01-91F9-4F20-9BA1-D54FE55C4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968" y="1749177"/>
            <a:ext cx="1769864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Solution space</a:t>
            </a:r>
          </a:p>
        </p:txBody>
      </p:sp>
      <p:sp>
        <p:nvSpPr>
          <p:cNvPr id="46" name="object-120-s5-ux">
            <a:extLst xmlns:a="http://schemas.openxmlformats.org/drawingml/2006/main">
              <a:ext uri="{FF2B5EF4-FFF2-40B4-BE49-F238E27FC236}">
                <a16:creationId xmlns:a16="http://schemas.microsoft.com/office/drawing/2014/main" id="{475A3808-DD65-4421-A42D-69B9227DF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68289"/>
            <a:ext cx="2209800" cy="1600200"/>
          </a:xfrm>
          <a:custGeom xmlns:a="http://schemas.openxmlformats.org/drawingml/2006/main">
            <a:pathLst>
              <a:path w="2209800" h="1600200">
                <a:moveTo>
                  <a:pt x="76200" y="0"/>
                </a:moveTo>
                <a:lnTo>
                  <a:pt x="19664" y="0"/>
                </a:lnTo>
                <a:lnTo>
                  <a:pt x="0" y="8603"/>
                </a:lnTo>
                <a:lnTo>
                  <a:pt x="0" y="1591597"/>
                </a:lnTo>
                <a:lnTo>
                  <a:pt x="19664" y="1600200"/>
                </a:lnTo>
                <a:lnTo>
                  <a:pt x="76200" y="1600200"/>
                </a:lnTo>
              </a:path>
              <a:path w="2209800" h="1600200">
                <a:moveTo>
                  <a:pt x="2133600" y="0"/>
                </a:moveTo>
                <a:lnTo>
                  <a:pt x="2190135" y="0"/>
                </a:lnTo>
                <a:lnTo>
                  <a:pt x="2209800" y="8603"/>
                </a:lnTo>
                <a:lnTo>
                  <a:pt x="2209800" y="1591597"/>
                </a:lnTo>
                <a:lnTo>
                  <a:pt x="2190136" y="1600200"/>
                </a:lnTo>
                <a:lnTo>
                  <a:pt x="2133600" y="16002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23039"/>
            </a:solidFill>
            <a:prstDash val="solid"/>
          </a:ln>
        </p:spPr>
      </p:sp>
      <p:sp>
        <p:nvSpPr>
          <p:cNvPr id="47" name="object-121-s5-ux">
            <a:extLst xmlns:a="http://schemas.openxmlformats.org/drawingml/2006/main">
              <a:ext uri="{FF2B5EF4-FFF2-40B4-BE49-F238E27FC236}">
                <a16:creationId xmlns:a16="http://schemas.microsoft.com/office/drawing/2014/main" id="{5D12A559-9643-4676-8DC4-297107CF3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393" y="2269051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48" name="object-122-s5-ux">
            <a:extLst xmlns:a="http://schemas.openxmlformats.org/drawingml/2006/main">
              <a:ext uri="{FF2B5EF4-FFF2-40B4-BE49-F238E27FC236}">
                <a16:creationId xmlns:a16="http://schemas.microsoft.com/office/drawing/2014/main" id="{6F2B7B99-CF1D-4D76-B19D-841416B7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7218" y="2269051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49" name="object-123-s5-ux">
            <a:extLst xmlns:a="http://schemas.openxmlformats.org/drawingml/2006/main">
              <a:ext uri="{FF2B5EF4-FFF2-40B4-BE49-F238E27FC236}">
                <a16:creationId xmlns:a16="http://schemas.microsoft.com/office/drawing/2014/main" id="{0CBC69A1-72EB-4B08-944C-AD66B9073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9856" y="2269051"/>
            <a:ext cx="220980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50" name="object-124-s5-ux">
            <a:extLst xmlns:a="http://schemas.openxmlformats.org/drawingml/2006/main">
              <a:ext uri="{FF2B5EF4-FFF2-40B4-BE49-F238E27FC236}">
                <a16:creationId xmlns:a16="http://schemas.microsoft.com/office/drawing/2014/main" id="{8045AAF1-4D85-4D3C-A1FF-8148FE121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6868" y="2269051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1" name="object-125-s5-ux">
            <a:extLst xmlns:a="http://schemas.openxmlformats.org/drawingml/2006/main">
              <a:ext uri="{FF2B5EF4-FFF2-40B4-BE49-F238E27FC236}">
                <a16:creationId xmlns:a16="http://schemas.microsoft.com/office/drawing/2014/main" id="{5A15B1CE-561E-4DE3-B5BF-823FCDF17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393" y="2669101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2" name="object-126-s5-ux">
            <a:extLst xmlns:a="http://schemas.openxmlformats.org/drawingml/2006/main">
              <a:ext uri="{FF2B5EF4-FFF2-40B4-BE49-F238E27FC236}">
                <a16:creationId xmlns:a16="http://schemas.microsoft.com/office/drawing/2014/main" id="{6C08CA84-3576-49FC-84B6-00320AF60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7218" y="2669101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3" name="object-127-s5-ux">
            <a:extLst xmlns:a="http://schemas.openxmlformats.org/drawingml/2006/main">
              <a:ext uri="{FF2B5EF4-FFF2-40B4-BE49-F238E27FC236}">
                <a16:creationId xmlns:a16="http://schemas.microsoft.com/office/drawing/2014/main" id="{AA17219A-FBE4-4043-8DF0-6D869A17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0515" y="2669101"/>
            <a:ext cx="169188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4" name="object-128-s5-ux">
            <a:extLst xmlns:a="http://schemas.openxmlformats.org/drawingml/2006/main">
              <a:ext uri="{FF2B5EF4-FFF2-40B4-BE49-F238E27FC236}">
                <a16:creationId xmlns:a16="http://schemas.microsoft.com/office/drawing/2014/main" id="{51CA129D-97B3-4533-AB7E-86532E5B7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6868" y="2669101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5" name="object-129-s5-ux">
            <a:extLst xmlns:a="http://schemas.openxmlformats.org/drawingml/2006/main">
              <a:ext uri="{FF2B5EF4-FFF2-40B4-BE49-F238E27FC236}">
                <a16:creationId xmlns:a16="http://schemas.microsoft.com/office/drawing/2014/main" id="{1AB08185-7CC1-484F-B964-971458643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393" y="3069151"/>
            <a:ext cx="236607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56" name="object-130-s5-ux">
            <a:extLst xmlns:a="http://schemas.openxmlformats.org/drawingml/2006/main">
              <a:ext uri="{FF2B5EF4-FFF2-40B4-BE49-F238E27FC236}">
                <a16:creationId xmlns:a16="http://schemas.microsoft.com/office/drawing/2014/main" id="{E614E2C8-6AC4-48ED-88E0-1E711D4D1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7218" y="3069151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57" name="object-131-s5-ux">
            <a:extLst xmlns:a="http://schemas.openxmlformats.org/drawingml/2006/main">
              <a:ext uri="{FF2B5EF4-FFF2-40B4-BE49-F238E27FC236}">
                <a16:creationId xmlns:a16="http://schemas.microsoft.com/office/drawing/2014/main" id="{EC87A03E-9E5E-4D03-901E-E3492F826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5501" y="3069151"/>
            <a:ext cx="157012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58" name="object-132-s5-ux">
            <a:extLst xmlns:a="http://schemas.openxmlformats.org/drawingml/2006/main">
              <a:ext uri="{FF2B5EF4-FFF2-40B4-BE49-F238E27FC236}">
                <a16:creationId xmlns:a16="http://schemas.microsoft.com/office/drawing/2014/main" id="{A2694821-FCF4-42D6-BBC3-72298620D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4681" y="3069151"/>
            <a:ext cx="220980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k</a:t>
            </a:r>
          </a:p>
        </p:txBody>
      </p:sp>
      <p:sp>
        <p:nvSpPr>
          <p:cNvPr id="59" name="object-133-s5-ux">
            <a:extLst xmlns:a="http://schemas.openxmlformats.org/drawingml/2006/main">
              <a:ext uri="{FF2B5EF4-FFF2-40B4-BE49-F238E27FC236}">
                <a16:creationId xmlns:a16="http://schemas.microsoft.com/office/drawing/2014/main" id="{0DAE1FC3-9C86-44AA-8FCC-21A200F0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393" y="3469202"/>
            <a:ext cx="236607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60" name="object-134-s5-ux">
            <a:extLst xmlns:a="http://schemas.openxmlformats.org/drawingml/2006/main">
              <a:ext uri="{FF2B5EF4-FFF2-40B4-BE49-F238E27FC236}">
                <a16:creationId xmlns:a16="http://schemas.microsoft.com/office/drawing/2014/main" id="{8B6CC006-5F1C-4810-8A48-5543E180F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7218" y="3469202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61" name="object-135-s5-ux">
            <a:extLst xmlns:a="http://schemas.openxmlformats.org/drawingml/2006/main">
              <a:ext uri="{FF2B5EF4-FFF2-40B4-BE49-F238E27FC236}">
                <a16:creationId xmlns:a16="http://schemas.microsoft.com/office/drawing/2014/main" id="{0101BF54-60BB-472B-9F9D-ECC8E378C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5501" y="3469202"/>
            <a:ext cx="157012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62" name="object-136-s5-ux">
            <a:extLst xmlns:a="http://schemas.openxmlformats.org/drawingml/2006/main">
              <a:ext uri="{FF2B5EF4-FFF2-40B4-BE49-F238E27FC236}">
                <a16:creationId xmlns:a16="http://schemas.microsoft.com/office/drawing/2014/main" id="{6A67BE51-866D-426A-89CC-B7679B81F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4016" y="3469202"/>
            <a:ext cx="382310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−k</a:t>
            </a:r>
          </a:p>
        </p:txBody>
      </p:sp>
      <p:sp>
        <p:nvSpPr>
          <p:cNvPr id="63" name="object-137-s5-ux">
            <a:extLst xmlns:a="http://schemas.openxmlformats.org/drawingml/2006/main">
              <a:ext uri="{FF2B5EF4-FFF2-40B4-BE49-F238E27FC236}">
                <a16:creationId xmlns:a16="http://schemas.microsoft.com/office/drawing/2014/main" id="{EA2B622D-B348-4619-8708-CA51520EE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7324" y="4029462"/>
            <a:ext cx="2355503" cy="2607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10 free complex variables</a:t>
            </a:r>
          </a:p>
        </p:txBody>
      </p:sp>
      <p:sp>
        <p:nvSpPr>
          <p:cNvPr id="64" name="object-145-s2-ux">
            <a:extLst xmlns:a="http://schemas.openxmlformats.org/drawingml/2006/main">
              <a:ext uri="{FF2B5EF4-FFF2-40B4-BE49-F238E27FC236}">
                <a16:creationId xmlns:a16="http://schemas.microsoft.com/office/drawing/2014/main" id="{866CBB29-4B9F-4881-A5B1-1FAD7B92C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8168580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Basis order: 00, 01, 10, 11. The linear space also contains nonunitary matrices; circuit matches supply unitary members.</a:t>
            </a:r>
          </a:p>
        </p:txBody>
      </p:sp>
      <p:sp>
        <p:nvSpPr>
          <p:cNvPr id="65" name="object-146-s0-ux">
            <a:extLst xmlns:a="http://schemas.openxmlformats.org/drawingml/2006/main">
              <a:ext uri="{FF2B5EF4-FFF2-40B4-BE49-F238E27FC236}">
                <a16:creationId xmlns:a16="http://schemas.microsoft.com/office/drawing/2014/main" id="{5D68DFDA-6738-4333-80FD-48F2C4E73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4859387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§§5.3.3–5.3.4, Lemmas 5.3–5.4; illustrative CZ → CX derivation</a:t>
            </a:r>
          </a:p>
        </p:txBody>
      </p:sp>
      <p:sp>
        <p:nvSpPr>
          <p:cNvPr id="66" name="object-147-s0-ux">
            <a:extLst xmlns:a="http://schemas.openxmlformats.org/drawingml/2006/main">
              <a:ext uri="{FF2B5EF4-FFF2-40B4-BE49-F238E27FC236}">
                <a16:creationId xmlns:a16="http://schemas.microsoft.com/office/drawing/2014/main" id="{2A043526-E178-4881-90D4-2F4B36CA9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09 / 14</a:t>
            </a:r>
          </a:p>
        </p:txBody>
      </p:sp>
      <p:sp>
        <p:nvSpPr>
          <p:cNvPr id="67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794E03B1-987C-4E2E-86BF-494332EDA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6 / 7</a:t>
            </a:r>
          </a:p>
        </p:txBody>
      </p:sp>
    </p:spTree>
    <p:extLst>
      <p:ext uri="{BB962C8B-B14F-4D97-AF65-F5344CB8AC3E}">
        <p14:creationId xmlns:p14="http://schemas.microsoft.com/office/powerpoint/2010/main" val="188629578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top-accent">
            <a:extLst xmlns:a="http://schemas.openxmlformats.org/drawingml/2006/main">
              <a:ext uri="{FF2B5EF4-FFF2-40B4-BE49-F238E27FC236}">
                <a16:creationId xmlns:a16="http://schemas.microsoft.com/office/drawing/2014/main" id="{E24978BF-56DD-4DE6-A2BC-DB0A068B3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9749754B-7341-4BA5-8227-3E592F2E5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8591580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Group by trace, validate spectra, then solve for S</a:t>
            </a:r>
          </a:p>
        </p:txBody>
      </p:sp>
      <p:sp>
        <p:nvSpPr>
          <p:cNvPr id="3" name="object-55-s0-ux">
            <a:extLst xmlns:a="http://schemas.openxmlformats.org/drawingml/2006/main">
              <a:ext uri="{FF2B5EF4-FFF2-40B4-BE49-F238E27FC236}">
                <a16:creationId xmlns:a16="http://schemas.microsoft.com/office/drawing/2014/main" id="{12A504F2-3D3A-48BE-82DB-74BDC6243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71974"/>
            <a:ext cx="4095601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GROUP BY TRACE → CHECK EIGENVALUES → SOLVE</a:t>
            </a:r>
          </a:p>
        </p:txBody>
      </p:sp>
      <p:sp>
        <p:nvSpPr>
          <p:cNvPr id="4" name="object-77-s3-ux">
            <a:extLst xmlns:a="http://schemas.openxmlformats.org/drawingml/2006/main">
              <a:ext uri="{FF2B5EF4-FFF2-40B4-BE49-F238E27FC236}">
                <a16:creationId xmlns:a16="http://schemas.microsoft.com/office/drawing/2014/main" id="{3B4B4366-9921-4F47-BB0F-9671A7343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6765" y="1663452"/>
            <a:ext cx="859482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6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 CZ</a:t>
            </a:r>
          </a:p>
        </p:txBody>
      </p:sp>
      <p:sp>
        <p:nvSpPr>
          <p:cNvPr id="5" name="object-78-s3-ux">
            <a:extLst xmlns:a="http://schemas.openxmlformats.org/drawingml/2006/main">
              <a:ext uri="{FF2B5EF4-FFF2-40B4-BE49-F238E27FC236}">
                <a16:creationId xmlns:a16="http://schemas.microsoft.com/office/drawing/2014/main" id="{F2C82F3F-DFFD-43CB-877E-D042963FB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0535" y="1652022"/>
            <a:ext cx="311557" cy="4610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7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6" name="object-79-s3-ux">
            <a:extLst xmlns:a="http://schemas.openxmlformats.org/drawingml/2006/main">
              <a:ext uri="{FF2B5EF4-FFF2-40B4-BE49-F238E27FC236}">
                <a16:creationId xmlns:a16="http://schemas.microsoft.com/office/drawing/2014/main" id="{B24044E8-1CD9-4A9E-BE04-BDF51A3BE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8889" y="1663452"/>
            <a:ext cx="87823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6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CX S</a:t>
            </a:r>
          </a:p>
        </p:txBody>
      </p:sp>
      <p:sp>
        <p:nvSpPr>
          <p:cNvPr id="7" name="object-80-s3-ux">
            <a:extLst xmlns:a="http://schemas.openxmlformats.org/drawingml/2006/main">
              <a:ext uri="{FF2B5EF4-FFF2-40B4-BE49-F238E27FC236}">
                <a16:creationId xmlns:a16="http://schemas.microsoft.com/office/drawing/2014/main" id="{51510712-583A-42B8-A3CF-D9B270149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8289"/>
            <a:ext cx="3429000" cy="1600200"/>
          </a:xfrm>
          <a:custGeom xmlns:a="http://schemas.openxmlformats.org/drawingml/2006/main">
            <a:pathLst>
              <a:path w="3429000" h="1600200">
                <a:moveTo>
                  <a:pt x="76200" y="0"/>
                </a:moveTo>
                <a:lnTo>
                  <a:pt x="19665" y="0"/>
                </a:lnTo>
                <a:lnTo>
                  <a:pt x="0" y="8603"/>
                </a:lnTo>
                <a:lnTo>
                  <a:pt x="0" y="1591597"/>
                </a:lnTo>
                <a:lnTo>
                  <a:pt x="19664" y="1600200"/>
                </a:lnTo>
                <a:lnTo>
                  <a:pt x="76200" y="1600200"/>
                </a:lnTo>
              </a:path>
              <a:path w="3429000" h="1600200">
                <a:moveTo>
                  <a:pt x="3352800" y="0"/>
                </a:moveTo>
                <a:lnTo>
                  <a:pt x="3409336" y="0"/>
                </a:lnTo>
                <a:lnTo>
                  <a:pt x="3429000" y="8603"/>
                </a:lnTo>
                <a:lnTo>
                  <a:pt x="3429000" y="1591597"/>
                </a:lnTo>
                <a:lnTo>
                  <a:pt x="3409336" y="1600200"/>
                </a:lnTo>
                <a:lnTo>
                  <a:pt x="3352800" y="16002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23039"/>
            </a:solidFill>
            <a:prstDash val="solid"/>
          </a:ln>
        </p:spPr>
      </p:sp>
      <p:sp>
        <p:nvSpPr>
          <p:cNvPr id="8" name="object-81-s3-ux">
            <a:extLst xmlns:a="http://schemas.openxmlformats.org/drawingml/2006/main">
              <a:ext uri="{FF2B5EF4-FFF2-40B4-BE49-F238E27FC236}">
                <a16:creationId xmlns:a16="http://schemas.microsoft.com/office/drawing/2014/main" id="{9FE5E30E-0695-44BC-8365-BCAB2C10D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112" y="226905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s₀₀</a:t>
            </a:r>
          </a:p>
        </p:txBody>
      </p:sp>
      <p:sp>
        <p:nvSpPr>
          <p:cNvPr id="9" name="object-82-s3-ux">
            <a:extLst xmlns:a="http://schemas.openxmlformats.org/drawingml/2006/main">
              <a:ext uri="{FF2B5EF4-FFF2-40B4-BE49-F238E27FC236}">
                <a16:creationId xmlns:a16="http://schemas.microsoft.com/office/drawing/2014/main" id="{0D928D4B-C077-41B3-889A-56A63C12D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4737" y="226905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s₀₁</a:t>
            </a:r>
          </a:p>
        </p:txBody>
      </p:sp>
      <p:sp>
        <p:nvSpPr>
          <p:cNvPr id="10" name="object-83-s3-ux">
            <a:extLst xmlns:a="http://schemas.openxmlformats.org/drawingml/2006/main">
              <a:ext uri="{FF2B5EF4-FFF2-40B4-BE49-F238E27FC236}">
                <a16:creationId xmlns:a16="http://schemas.microsoft.com/office/drawing/2014/main" id="{25AE3C6A-0DCA-4E9D-8CA4-D2226B49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4437" y="2269051"/>
            <a:ext cx="374719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s₀₂</a:t>
            </a:r>
          </a:p>
        </p:txBody>
      </p:sp>
      <p:sp>
        <p:nvSpPr>
          <p:cNvPr id="11" name="object-84-s3-ux">
            <a:extLst xmlns:a="http://schemas.openxmlformats.org/drawingml/2006/main">
              <a:ext uri="{FF2B5EF4-FFF2-40B4-BE49-F238E27FC236}">
                <a16:creationId xmlns:a16="http://schemas.microsoft.com/office/drawing/2014/main" id="{01EF52AE-4653-40DD-BC02-C66AF447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397" y="2269051"/>
            <a:ext cx="53604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−s₀₃</a:t>
            </a:r>
          </a:p>
        </p:txBody>
      </p:sp>
      <p:sp>
        <p:nvSpPr>
          <p:cNvPr id="12" name="object-85-s3-ux">
            <a:extLst xmlns:a="http://schemas.openxmlformats.org/drawingml/2006/main">
              <a:ext uri="{FF2B5EF4-FFF2-40B4-BE49-F238E27FC236}">
                <a16:creationId xmlns:a16="http://schemas.microsoft.com/office/drawing/2014/main" id="{DE16A9DE-1829-429A-A051-B4CE6152C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112" y="266910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s₁₀</a:t>
            </a:r>
          </a:p>
        </p:txBody>
      </p:sp>
      <p:sp>
        <p:nvSpPr>
          <p:cNvPr id="13" name="object-86-s3-ux">
            <a:extLst xmlns:a="http://schemas.openxmlformats.org/drawingml/2006/main">
              <a:ext uri="{FF2B5EF4-FFF2-40B4-BE49-F238E27FC236}">
                <a16:creationId xmlns:a16="http://schemas.microsoft.com/office/drawing/2014/main" id="{0775743C-EB91-4BAC-9F55-578D6D618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4737" y="2669101"/>
            <a:ext cx="374868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s₁₁</a:t>
            </a:r>
          </a:p>
        </p:txBody>
      </p:sp>
      <p:sp>
        <p:nvSpPr>
          <p:cNvPr id="14" name="object-87-s3-ux">
            <a:extLst xmlns:a="http://schemas.openxmlformats.org/drawingml/2006/main">
              <a:ext uri="{FF2B5EF4-FFF2-40B4-BE49-F238E27FC236}">
                <a16:creationId xmlns:a16="http://schemas.microsoft.com/office/drawing/2014/main" id="{616952F2-913D-4A5E-A0AE-56EDBB0E4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4437" y="2669101"/>
            <a:ext cx="374719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s₁₂</a:t>
            </a:r>
          </a:p>
        </p:txBody>
      </p:sp>
      <p:sp>
        <p:nvSpPr>
          <p:cNvPr id="15" name="object-88-s3-ux">
            <a:extLst xmlns:a="http://schemas.openxmlformats.org/drawingml/2006/main">
              <a:ext uri="{FF2B5EF4-FFF2-40B4-BE49-F238E27FC236}">
                <a16:creationId xmlns:a16="http://schemas.microsoft.com/office/drawing/2014/main" id="{7DC386D9-1866-46FA-A4C6-BEB11FC7F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397" y="2669101"/>
            <a:ext cx="53604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−s₁₃</a:t>
            </a:r>
          </a:p>
        </p:txBody>
      </p:sp>
      <p:sp>
        <p:nvSpPr>
          <p:cNvPr id="16" name="object-89-s3-ux">
            <a:extLst xmlns:a="http://schemas.openxmlformats.org/drawingml/2006/main">
              <a:ext uri="{FF2B5EF4-FFF2-40B4-BE49-F238E27FC236}">
                <a16:creationId xmlns:a16="http://schemas.microsoft.com/office/drawing/2014/main" id="{CE239F1A-CA7A-4D07-950D-0BC9BA02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187" y="3069151"/>
            <a:ext cx="374719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s₂₀</a:t>
            </a:r>
          </a:p>
        </p:txBody>
      </p:sp>
      <p:sp>
        <p:nvSpPr>
          <p:cNvPr id="17" name="object-90-s3-ux">
            <a:extLst xmlns:a="http://schemas.openxmlformats.org/drawingml/2006/main">
              <a:ext uri="{FF2B5EF4-FFF2-40B4-BE49-F238E27FC236}">
                <a16:creationId xmlns:a16="http://schemas.microsoft.com/office/drawing/2014/main" id="{B87DCB84-94BD-43AE-ABFD-D326E1F72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4812" y="3069151"/>
            <a:ext cx="374719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s₂₁</a:t>
            </a:r>
          </a:p>
        </p:txBody>
      </p:sp>
      <p:sp>
        <p:nvSpPr>
          <p:cNvPr id="18" name="object-91-s3-ux">
            <a:extLst xmlns:a="http://schemas.openxmlformats.org/drawingml/2006/main">
              <a:ext uri="{FF2B5EF4-FFF2-40B4-BE49-F238E27FC236}">
                <a16:creationId xmlns:a16="http://schemas.microsoft.com/office/drawing/2014/main" id="{6F8129CB-7C88-4AF3-9FF1-2C02B717E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4511" y="3069151"/>
            <a:ext cx="374571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s₂₂</a:t>
            </a:r>
          </a:p>
        </p:txBody>
      </p:sp>
      <p:sp>
        <p:nvSpPr>
          <p:cNvPr id="19" name="object-92-s3-ux">
            <a:extLst xmlns:a="http://schemas.openxmlformats.org/drawingml/2006/main">
              <a:ext uri="{FF2B5EF4-FFF2-40B4-BE49-F238E27FC236}">
                <a16:creationId xmlns:a16="http://schemas.microsoft.com/office/drawing/2014/main" id="{809BD8D5-938E-4871-AD5D-18E2C5869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471" y="3069151"/>
            <a:ext cx="535900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−s₂₃</a:t>
            </a:r>
          </a:p>
        </p:txBody>
      </p:sp>
      <p:sp>
        <p:nvSpPr>
          <p:cNvPr id="20" name="object-93-s3-ux">
            <a:extLst xmlns:a="http://schemas.openxmlformats.org/drawingml/2006/main">
              <a:ext uri="{FF2B5EF4-FFF2-40B4-BE49-F238E27FC236}">
                <a16:creationId xmlns:a16="http://schemas.microsoft.com/office/drawing/2014/main" id="{21300B46-3EC2-40E0-AADA-A0DB9B86F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187" y="3469202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s₃₀</a:t>
            </a:r>
          </a:p>
        </p:txBody>
      </p:sp>
      <p:sp>
        <p:nvSpPr>
          <p:cNvPr id="21" name="object-94-s3-ux">
            <a:extLst xmlns:a="http://schemas.openxmlformats.org/drawingml/2006/main">
              <a:ext uri="{FF2B5EF4-FFF2-40B4-BE49-F238E27FC236}">
                <a16:creationId xmlns:a16="http://schemas.microsoft.com/office/drawing/2014/main" id="{98752C8A-4143-4142-A167-5B2144BDE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4812" y="3469202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s₃₁</a:t>
            </a:r>
          </a:p>
        </p:txBody>
      </p:sp>
      <p:sp>
        <p:nvSpPr>
          <p:cNvPr id="22" name="object-95-s3-ux">
            <a:extLst xmlns:a="http://schemas.openxmlformats.org/drawingml/2006/main">
              <a:ext uri="{FF2B5EF4-FFF2-40B4-BE49-F238E27FC236}">
                <a16:creationId xmlns:a16="http://schemas.microsoft.com/office/drawing/2014/main" id="{9C273EFE-4B45-4525-BBD0-5F9DA7B7F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4511" y="3469202"/>
            <a:ext cx="374571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s₃₂</a:t>
            </a:r>
          </a:p>
        </p:txBody>
      </p:sp>
      <p:sp>
        <p:nvSpPr>
          <p:cNvPr id="23" name="object-96-s3-ux">
            <a:extLst xmlns:a="http://schemas.openxmlformats.org/drawingml/2006/main">
              <a:ext uri="{FF2B5EF4-FFF2-40B4-BE49-F238E27FC236}">
                <a16:creationId xmlns:a16="http://schemas.microsoft.com/office/drawing/2014/main" id="{43BA517E-11BD-4008-80EF-C55FAD58D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471" y="3469202"/>
            <a:ext cx="535900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−s₃₃</a:t>
            </a:r>
          </a:p>
        </p:txBody>
      </p:sp>
      <p:sp>
        <p:nvSpPr>
          <p:cNvPr id="24" name="object-97-s3-ux">
            <a:extLst xmlns:a="http://schemas.openxmlformats.org/drawingml/2006/main">
              <a:ext uri="{FF2B5EF4-FFF2-40B4-BE49-F238E27FC236}">
                <a16:creationId xmlns:a16="http://schemas.microsoft.com/office/drawing/2014/main" id="{CC0BCECB-6F13-4F6A-A48C-6B048188F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2268289"/>
            <a:ext cx="2781300" cy="1600200"/>
          </a:xfrm>
          <a:custGeom xmlns:a="http://schemas.openxmlformats.org/drawingml/2006/main">
            <a:pathLst>
              <a:path w="2781300" h="1600200">
                <a:moveTo>
                  <a:pt x="76200" y="0"/>
                </a:moveTo>
                <a:lnTo>
                  <a:pt x="19664" y="0"/>
                </a:lnTo>
                <a:lnTo>
                  <a:pt x="0" y="8603"/>
                </a:lnTo>
                <a:lnTo>
                  <a:pt x="0" y="1591597"/>
                </a:lnTo>
                <a:lnTo>
                  <a:pt x="19664" y="1600200"/>
                </a:lnTo>
                <a:lnTo>
                  <a:pt x="76200" y="1600200"/>
                </a:lnTo>
              </a:path>
              <a:path w="2781300" h="1600200">
                <a:moveTo>
                  <a:pt x="2705100" y="0"/>
                </a:moveTo>
                <a:lnTo>
                  <a:pt x="2761636" y="0"/>
                </a:lnTo>
                <a:lnTo>
                  <a:pt x="2781300" y="8603"/>
                </a:lnTo>
                <a:lnTo>
                  <a:pt x="2781300" y="1591597"/>
                </a:lnTo>
                <a:lnTo>
                  <a:pt x="2761636" y="1600200"/>
                </a:lnTo>
                <a:lnTo>
                  <a:pt x="2705100" y="16002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23039"/>
            </a:solidFill>
            <a:prstDash val="solid"/>
          </a:ln>
        </p:spPr>
      </p:sp>
      <p:sp>
        <p:nvSpPr>
          <p:cNvPr id="25" name="object-98-s3-ux">
            <a:extLst xmlns:a="http://schemas.openxmlformats.org/drawingml/2006/main">
              <a:ext uri="{FF2B5EF4-FFF2-40B4-BE49-F238E27FC236}">
                <a16:creationId xmlns:a16="http://schemas.microsoft.com/office/drawing/2014/main" id="{46999C98-EEE8-48D9-BB32-EE4D2C24E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625" y="226905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s₀₀</a:t>
            </a:r>
          </a:p>
        </p:txBody>
      </p:sp>
      <p:sp>
        <p:nvSpPr>
          <p:cNvPr id="26" name="object-99-s3-ux">
            <a:extLst xmlns:a="http://schemas.openxmlformats.org/drawingml/2006/main">
              <a:ext uri="{FF2B5EF4-FFF2-40B4-BE49-F238E27FC236}">
                <a16:creationId xmlns:a16="http://schemas.microsoft.com/office/drawing/2014/main" id="{A670EB7D-2E5A-4F59-86CD-8C18076B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325" y="226905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s₀₁</a:t>
            </a:r>
          </a:p>
        </p:txBody>
      </p:sp>
      <p:sp>
        <p:nvSpPr>
          <p:cNvPr id="27" name="object-100-s3-ux">
            <a:extLst xmlns:a="http://schemas.openxmlformats.org/drawingml/2006/main">
              <a:ext uri="{FF2B5EF4-FFF2-40B4-BE49-F238E27FC236}">
                <a16:creationId xmlns:a16="http://schemas.microsoft.com/office/drawing/2014/main" id="{11E1FEE4-44D1-4245-B719-9F63E4B39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099" y="2269051"/>
            <a:ext cx="374719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s₀₂</a:t>
            </a:r>
          </a:p>
        </p:txBody>
      </p:sp>
      <p:sp>
        <p:nvSpPr>
          <p:cNvPr id="28" name="object-101-s3-ux">
            <a:extLst xmlns:a="http://schemas.openxmlformats.org/drawingml/2006/main">
              <a:ext uri="{FF2B5EF4-FFF2-40B4-BE49-F238E27FC236}">
                <a16:creationId xmlns:a16="http://schemas.microsoft.com/office/drawing/2014/main" id="{F7680E6D-D30C-468F-8824-66AAD6B02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9799" y="2269051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s₀₃</a:t>
            </a:r>
          </a:p>
        </p:txBody>
      </p:sp>
      <p:sp>
        <p:nvSpPr>
          <p:cNvPr id="29" name="object-102-s3-ux">
            <a:extLst xmlns:a="http://schemas.openxmlformats.org/drawingml/2006/main">
              <a:ext uri="{FF2B5EF4-FFF2-40B4-BE49-F238E27FC236}">
                <a16:creationId xmlns:a16="http://schemas.microsoft.com/office/drawing/2014/main" id="{33611EAA-A96A-4B49-AE07-F46CE0885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625" y="266910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s₁₀</a:t>
            </a:r>
          </a:p>
        </p:txBody>
      </p:sp>
      <p:sp>
        <p:nvSpPr>
          <p:cNvPr id="30" name="object-103-s3-ux">
            <a:extLst xmlns:a="http://schemas.openxmlformats.org/drawingml/2006/main">
              <a:ext uri="{FF2B5EF4-FFF2-40B4-BE49-F238E27FC236}">
                <a16:creationId xmlns:a16="http://schemas.microsoft.com/office/drawing/2014/main" id="{C286925C-EA7D-46B4-B3D7-15CC9040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325" y="2669101"/>
            <a:ext cx="374868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s₁₁</a:t>
            </a:r>
          </a:p>
        </p:txBody>
      </p:sp>
      <p:sp>
        <p:nvSpPr>
          <p:cNvPr id="31" name="object-104-s3-ux">
            <a:extLst xmlns:a="http://schemas.openxmlformats.org/drawingml/2006/main">
              <a:ext uri="{FF2B5EF4-FFF2-40B4-BE49-F238E27FC236}">
                <a16:creationId xmlns:a16="http://schemas.microsoft.com/office/drawing/2014/main" id="{0D2D3C0D-E7B7-4C3C-A40B-380E3F77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099" y="2669101"/>
            <a:ext cx="374719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s₁₂</a:t>
            </a:r>
          </a:p>
        </p:txBody>
      </p:sp>
      <p:sp>
        <p:nvSpPr>
          <p:cNvPr id="32" name="object-105-s3-ux">
            <a:extLst xmlns:a="http://schemas.openxmlformats.org/drawingml/2006/main">
              <a:ext uri="{FF2B5EF4-FFF2-40B4-BE49-F238E27FC236}">
                <a16:creationId xmlns:a16="http://schemas.microsoft.com/office/drawing/2014/main" id="{A282EF47-E8FF-4A71-A8EB-11858BD0E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9799" y="2669101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s₁₃</a:t>
            </a:r>
          </a:p>
        </p:txBody>
      </p:sp>
      <p:sp>
        <p:nvSpPr>
          <p:cNvPr id="33" name="object-106-s3-ux">
            <a:extLst xmlns:a="http://schemas.openxmlformats.org/drawingml/2006/main">
              <a:ext uri="{FF2B5EF4-FFF2-40B4-BE49-F238E27FC236}">
                <a16:creationId xmlns:a16="http://schemas.microsoft.com/office/drawing/2014/main" id="{3D62452E-BB71-4F1E-8862-AB120587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699" y="3069151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s₃₀</a:t>
            </a:r>
          </a:p>
        </p:txBody>
      </p:sp>
      <p:sp>
        <p:nvSpPr>
          <p:cNvPr id="34" name="object-107-s3-ux">
            <a:extLst xmlns:a="http://schemas.openxmlformats.org/drawingml/2006/main">
              <a:ext uri="{FF2B5EF4-FFF2-40B4-BE49-F238E27FC236}">
                <a16:creationId xmlns:a16="http://schemas.microsoft.com/office/drawing/2014/main" id="{20F0FF28-CDD4-4235-BF47-FE01B7518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399" y="3069151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s₃₁</a:t>
            </a:r>
          </a:p>
        </p:txBody>
      </p:sp>
      <p:sp>
        <p:nvSpPr>
          <p:cNvPr id="35" name="object-108-s3-ux">
            <a:extLst xmlns:a="http://schemas.openxmlformats.org/drawingml/2006/main">
              <a:ext uri="{FF2B5EF4-FFF2-40B4-BE49-F238E27FC236}">
                <a16:creationId xmlns:a16="http://schemas.microsoft.com/office/drawing/2014/main" id="{B0BFB100-01A6-4B68-B432-29A79E99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173" y="3069151"/>
            <a:ext cx="374571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s₃₂</a:t>
            </a:r>
          </a:p>
        </p:txBody>
      </p:sp>
      <p:sp>
        <p:nvSpPr>
          <p:cNvPr id="36" name="object-109-s3-ux">
            <a:extLst xmlns:a="http://schemas.openxmlformats.org/drawingml/2006/main">
              <a:ext uri="{FF2B5EF4-FFF2-40B4-BE49-F238E27FC236}">
                <a16:creationId xmlns:a16="http://schemas.microsoft.com/office/drawing/2014/main" id="{33A1C20D-F122-40A3-BF6B-EFE1A1913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9873" y="3069151"/>
            <a:ext cx="374571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s₃₃</a:t>
            </a:r>
          </a:p>
        </p:txBody>
      </p:sp>
      <p:sp>
        <p:nvSpPr>
          <p:cNvPr id="37" name="object-110-s3-ux">
            <a:extLst xmlns:a="http://schemas.openxmlformats.org/drawingml/2006/main">
              <a:ext uri="{FF2B5EF4-FFF2-40B4-BE49-F238E27FC236}">
                <a16:creationId xmlns:a16="http://schemas.microsoft.com/office/drawing/2014/main" id="{AB2406B5-9ACF-409A-9B91-318E686A6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699" y="3469202"/>
            <a:ext cx="374719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s₂₀</a:t>
            </a:r>
          </a:p>
        </p:txBody>
      </p:sp>
      <p:sp>
        <p:nvSpPr>
          <p:cNvPr id="38" name="object-111-s3-ux">
            <a:extLst xmlns:a="http://schemas.openxmlformats.org/drawingml/2006/main">
              <a:ext uri="{FF2B5EF4-FFF2-40B4-BE49-F238E27FC236}">
                <a16:creationId xmlns:a16="http://schemas.microsoft.com/office/drawing/2014/main" id="{882B3D85-BF0F-418D-BC79-0F055CB64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399" y="3469202"/>
            <a:ext cx="374719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s₂₁</a:t>
            </a:r>
          </a:p>
        </p:txBody>
      </p:sp>
      <p:sp>
        <p:nvSpPr>
          <p:cNvPr id="39" name="object-112-s3-ux">
            <a:extLst xmlns:a="http://schemas.openxmlformats.org/drawingml/2006/main">
              <a:ext uri="{FF2B5EF4-FFF2-40B4-BE49-F238E27FC236}">
                <a16:creationId xmlns:a16="http://schemas.microsoft.com/office/drawing/2014/main" id="{6983FA80-FB03-4869-9EA3-9670AB2AD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173" y="3469202"/>
            <a:ext cx="374571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s₂₂</a:t>
            </a:r>
          </a:p>
        </p:txBody>
      </p:sp>
      <p:sp>
        <p:nvSpPr>
          <p:cNvPr id="40" name="object-113-s3-ux">
            <a:extLst xmlns:a="http://schemas.openxmlformats.org/drawingml/2006/main">
              <a:ext uri="{FF2B5EF4-FFF2-40B4-BE49-F238E27FC236}">
                <a16:creationId xmlns:a16="http://schemas.microsoft.com/office/drawing/2014/main" id="{3BE9CC2C-F097-4087-8A76-B5A3AD550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9873" y="3469202"/>
            <a:ext cx="374571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s₂₃</a:t>
            </a:r>
          </a:p>
        </p:txBody>
      </p:sp>
      <p:sp>
        <p:nvSpPr>
          <p:cNvPr id="41" name="object-114-s3-ux">
            <a:extLst xmlns:a="http://schemas.openxmlformats.org/drawingml/2006/main">
              <a:ext uri="{FF2B5EF4-FFF2-40B4-BE49-F238E27FC236}">
                <a16:creationId xmlns:a16="http://schemas.microsoft.com/office/drawing/2014/main" id="{6424CDE1-EF70-48DD-B97D-34B5F462C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6245" y="4029462"/>
            <a:ext cx="1776710" cy="26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negate column |11⟩</a:t>
            </a:r>
          </a:p>
        </p:txBody>
      </p:sp>
      <p:sp>
        <p:nvSpPr>
          <p:cNvPr id="42" name="object-115-s3-ux">
            <a:extLst xmlns:a="http://schemas.openxmlformats.org/drawingml/2006/main">
              <a:ext uri="{FF2B5EF4-FFF2-40B4-BE49-F238E27FC236}">
                <a16:creationId xmlns:a16="http://schemas.microsoft.com/office/drawing/2014/main" id="{4D94E779-54DE-4FAF-BB9F-117471B0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7994" y="4029462"/>
            <a:ext cx="2201912" cy="26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swap rows |10⟩ and |11⟩</a:t>
            </a:r>
          </a:p>
        </p:txBody>
      </p:sp>
      <p:sp>
        <p:nvSpPr>
          <p:cNvPr id="43" name="object-118-s5-ux">
            <a:extLst xmlns:a="http://schemas.openxmlformats.org/drawingml/2006/main">
              <a:ext uri="{FF2B5EF4-FFF2-40B4-BE49-F238E27FC236}">
                <a16:creationId xmlns:a16="http://schemas.microsoft.com/office/drawing/2014/main" id="{EA90629B-DE47-4685-AE34-A0950284E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049339"/>
            <a:ext cx="438150" cy="95"/>
          </a:xfrm>
          <a:custGeom xmlns:a="http://schemas.openxmlformats.org/drawingml/2006/main">
            <a:pathLst>
              <a:path w="438150" h="95">
                <a:moveTo>
                  <a:pt x="0" y="0"/>
                </a:moveTo>
                <a:lnTo>
                  <a:pt x="438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44" name="object-118-s5-ux-arrow">
            <a:extLst xmlns:a="http://schemas.openxmlformats.org/drawingml/2006/main">
              <a:ext uri="{FF2B5EF4-FFF2-40B4-BE49-F238E27FC236}">
                <a16:creationId xmlns:a16="http://schemas.microsoft.com/office/drawing/2014/main" id="{73DEC9A3-902F-4ACA-931C-D01E58121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992189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45" name="object-119-s5-ux">
            <a:extLst xmlns:a="http://schemas.openxmlformats.org/drawingml/2006/main">
              <a:ext uri="{FF2B5EF4-FFF2-40B4-BE49-F238E27FC236}">
                <a16:creationId xmlns:a16="http://schemas.microsoft.com/office/drawing/2014/main" id="{980E690A-4116-4581-AF9C-3D9272560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968" y="1749177"/>
            <a:ext cx="1769864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Solution space</a:t>
            </a:r>
          </a:p>
        </p:txBody>
      </p:sp>
      <p:sp>
        <p:nvSpPr>
          <p:cNvPr id="46" name="object-120-s5-ux">
            <a:extLst xmlns:a="http://schemas.openxmlformats.org/drawingml/2006/main">
              <a:ext uri="{FF2B5EF4-FFF2-40B4-BE49-F238E27FC236}">
                <a16:creationId xmlns:a16="http://schemas.microsoft.com/office/drawing/2014/main" id="{0BD4F1ED-065A-4BAE-8BC4-BF6841925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68289"/>
            <a:ext cx="2209800" cy="1600200"/>
          </a:xfrm>
          <a:custGeom xmlns:a="http://schemas.openxmlformats.org/drawingml/2006/main">
            <a:pathLst>
              <a:path w="2209800" h="1600200">
                <a:moveTo>
                  <a:pt x="76200" y="0"/>
                </a:moveTo>
                <a:lnTo>
                  <a:pt x="19664" y="0"/>
                </a:lnTo>
                <a:lnTo>
                  <a:pt x="0" y="8603"/>
                </a:lnTo>
                <a:lnTo>
                  <a:pt x="0" y="1591597"/>
                </a:lnTo>
                <a:lnTo>
                  <a:pt x="19664" y="1600200"/>
                </a:lnTo>
                <a:lnTo>
                  <a:pt x="76200" y="1600200"/>
                </a:lnTo>
              </a:path>
              <a:path w="2209800" h="1600200">
                <a:moveTo>
                  <a:pt x="2133600" y="0"/>
                </a:moveTo>
                <a:lnTo>
                  <a:pt x="2190135" y="0"/>
                </a:lnTo>
                <a:lnTo>
                  <a:pt x="2209800" y="8603"/>
                </a:lnTo>
                <a:lnTo>
                  <a:pt x="2209800" y="1591597"/>
                </a:lnTo>
                <a:lnTo>
                  <a:pt x="2190136" y="1600200"/>
                </a:lnTo>
                <a:lnTo>
                  <a:pt x="2133600" y="16002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23039"/>
            </a:solidFill>
            <a:prstDash val="solid"/>
          </a:ln>
        </p:spPr>
      </p:sp>
      <p:sp>
        <p:nvSpPr>
          <p:cNvPr id="47" name="object-121-s5-ux">
            <a:extLst xmlns:a="http://schemas.openxmlformats.org/drawingml/2006/main">
              <a:ext uri="{FF2B5EF4-FFF2-40B4-BE49-F238E27FC236}">
                <a16:creationId xmlns:a16="http://schemas.microsoft.com/office/drawing/2014/main" id="{F221FED2-90A8-4301-AAE4-F67D2642F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393" y="2269051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48" name="object-122-s5-ux">
            <a:extLst xmlns:a="http://schemas.openxmlformats.org/drawingml/2006/main">
              <a:ext uri="{FF2B5EF4-FFF2-40B4-BE49-F238E27FC236}">
                <a16:creationId xmlns:a16="http://schemas.microsoft.com/office/drawing/2014/main" id="{3722A693-102E-4646-A9DE-CF5F59FCB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7218" y="2269051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49" name="object-123-s5-ux">
            <a:extLst xmlns:a="http://schemas.openxmlformats.org/drawingml/2006/main">
              <a:ext uri="{FF2B5EF4-FFF2-40B4-BE49-F238E27FC236}">
                <a16:creationId xmlns:a16="http://schemas.microsoft.com/office/drawing/2014/main" id="{DD5CD0E4-399C-4B3D-B97A-A43AE356B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9856" y="2269051"/>
            <a:ext cx="220980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50" name="object-124-s5-ux">
            <a:extLst xmlns:a="http://schemas.openxmlformats.org/drawingml/2006/main">
              <a:ext uri="{FF2B5EF4-FFF2-40B4-BE49-F238E27FC236}">
                <a16:creationId xmlns:a16="http://schemas.microsoft.com/office/drawing/2014/main" id="{591AA13F-F471-44E5-9601-02895FE6C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6868" y="2269051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1" name="object-125-s5-ux">
            <a:extLst xmlns:a="http://schemas.openxmlformats.org/drawingml/2006/main">
              <a:ext uri="{FF2B5EF4-FFF2-40B4-BE49-F238E27FC236}">
                <a16:creationId xmlns:a16="http://schemas.microsoft.com/office/drawing/2014/main" id="{13A1518E-CC5D-40A3-AC1E-71ADCC0A4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393" y="2669101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2" name="object-126-s5-ux">
            <a:extLst xmlns:a="http://schemas.openxmlformats.org/drawingml/2006/main">
              <a:ext uri="{FF2B5EF4-FFF2-40B4-BE49-F238E27FC236}">
                <a16:creationId xmlns:a16="http://schemas.microsoft.com/office/drawing/2014/main" id="{D6F8ABC9-2AB1-4536-825E-EC74C756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7218" y="2669101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3" name="object-127-s5-ux">
            <a:extLst xmlns:a="http://schemas.openxmlformats.org/drawingml/2006/main">
              <a:ext uri="{FF2B5EF4-FFF2-40B4-BE49-F238E27FC236}">
                <a16:creationId xmlns:a16="http://schemas.microsoft.com/office/drawing/2014/main" id="{F69B75C1-2AC3-448E-8440-E7972659C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0515" y="2669101"/>
            <a:ext cx="169188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4" name="object-128-s5-ux">
            <a:extLst xmlns:a="http://schemas.openxmlformats.org/drawingml/2006/main">
              <a:ext uri="{FF2B5EF4-FFF2-40B4-BE49-F238E27FC236}">
                <a16:creationId xmlns:a16="http://schemas.microsoft.com/office/drawing/2014/main" id="{4AF0D073-1236-4D1D-951F-0F7258B7C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6868" y="2669101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5" name="object-129-s5-ux">
            <a:extLst xmlns:a="http://schemas.openxmlformats.org/drawingml/2006/main">
              <a:ext uri="{FF2B5EF4-FFF2-40B4-BE49-F238E27FC236}">
                <a16:creationId xmlns:a16="http://schemas.microsoft.com/office/drawing/2014/main" id="{26676AA2-38E6-46F8-828D-1A6AB40EA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393" y="3069151"/>
            <a:ext cx="236607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56" name="object-130-s5-ux">
            <a:extLst xmlns:a="http://schemas.openxmlformats.org/drawingml/2006/main">
              <a:ext uri="{FF2B5EF4-FFF2-40B4-BE49-F238E27FC236}">
                <a16:creationId xmlns:a16="http://schemas.microsoft.com/office/drawing/2014/main" id="{E0989671-9BD0-4F82-A686-E42CD3D7A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7218" y="3069151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57" name="object-131-s5-ux">
            <a:extLst xmlns:a="http://schemas.openxmlformats.org/drawingml/2006/main">
              <a:ext uri="{FF2B5EF4-FFF2-40B4-BE49-F238E27FC236}">
                <a16:creationId xmlns:a16="http://schemas.microsoft.com/office/drawing/2014/main" id="{4F6FB964-65D8-467B-BA7F-3ACF41C73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5501" y="3069151"/>
            <a:ext cx="157012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58" name="object-132-s5-ux">
            <a:extLst xmlns:a="http://schemas.openxmlformats.org/drawingml/2006/main">
              <a:ext uri="{FF2B5EF4-FFF2-40B4-BE49-F238E27FC236}">
                <a16:creationId xmlns:a16="http://schemas.microsoft.com/office/drawing/2014/main" id="{ED27C54D-D0CE-4F6C-95D3-0DE24FB89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4681" y="3069151"/>
            <a:ext cx="220980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k</a:t>
            </a:r>
          </a:p>
        </p:txBody>
      </p:sp>
      <p:sp>
        <p:nvSpPr>
          <p:cNvPr id="59" name="object-133-s5-ux">
            <a:extLst xmlns:a="http://schemas.openxmlformats.org/drawingml/2006/main">
              <a:ext uri="{FF2B5EF4-FFF2-40B4-BE49-F238E27FC236}">
                <a16:creationId xmlns:a16="http://schemas.microsoft.com/office/drawing/2014/main" id="{3509895A-06A6-4FB3-B592-6582FC804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393" y="3469202"/>
            <a:ext cx="236607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60" name="object-134-s5-ux">
            <a:extLst xmlns:a="http://schemas.openxmlformats.org/drawingml/2006/main">
              <a:ext uri="{FF2B5EF4-FFF2-40B4-BE49-F238E27FC236}">
                <a16:creationId xmlns:a16="http://schemas.microsoft.com/office/drawing/2014/main" id="{3D7B30EE-8F7F-43F8-B05B-C7C009541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7218" y="3469202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61" name="object-135-s5-ux">
            <a:extLst xmlns:a="http://schemas.openxmlformats.org/drawingml/2006/main">
              <a:ext uri="{FF2B5EF4-FFF2-40B4-BE49-F238E27FC236}">
                <a16:creationId xmlns:a16="http://schemas.microsoft.com/office/drawing/2014/main" id="{ED3BFF14-C9C5-41C2-B297-446B6BA45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5501" y="3469202"/>
            <a:ext cx="157012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62" name="object-136-s5-ux">
            <a:extLst xmlns:a="http://schemas.openxmlformats.org/drawingml/2006/main">
              <a:ext uri="{FF2B5EF4-FFF2-40B4-BE49-F238E27FC236}">
                <a16:creationId xmlns:a16="http://schemas.microsoft.com/office/drawing/2014/main" id="{00863F47-C353-4AAB-96B4-FED50DABB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4016" y="3469202"/>
            <a:ext cx="382310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−k</a:t>
            </a:r>
          </a:p>
        </p:txBody>
      </p:sp>
      <p:sp>
        <p:nvSpPr>
          <p:cNvPr id="63" name="object-137-s5-ux">
            <a:extLst xmlns:a="http://schemas.openxmlformats.org/drawingml/2006/main">
              <a:ext uri="{FF2B5EF4-FFF2-40B4-BE49-F238E27FC236}">
                <a16:creationId xmlns:a16="http://schemas.microsoft.com/office/drawing/2014/main" id="{912BC785-B40E-4411-A001-DBADD86ED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7324" y="4029462"/>
            <a:ext cx="2355503" cy="2607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10 free complex variables</a:t>
            </a:r>
          </a:p>
        </p:txBody>
      </p:sp>
      <p:sp>
        <p:nvSpPr>
          <p:cNvPr id="64" name="object-138-s6-ux">
            <a:extLst xmlns:a="http://schemas.openxmlformats.org/drawingml/2006/main">
              <a:ext uri="{FF2B5EF4-FFF2-40B4-BE49-F238E27FC236}">
                <a16:creationId xmlns:a16="http://schemas.microsoft.com/office/drawing/2014/main" id="{8A4966CD-5F36-4FF2-AD64-28FE4EB48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26679"/>
            <a:ext cx="1960513" cy="3033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A unitary witness</a:t>
            </a:r>
          </a:p>
        </p:txBody>
      </p:sp>
      <p:sp>
        <p:nvSpPr>
          <p:cNvPr id="65" name="object-139-s6-ux">
            <a:extLst xmlns:a="http://schemas.openxmlformats.org/drawingml/2006/main">
              <a:ext uri="{FF2B5EF4-FFF2-40B4-BE49-F238E27FC236}">
                <a16:creationId xmlns:a16="http://schemas.microsoft.com/office/drawing/2014/main" id="{2CABF625-C5EA-4C80-8023-C1B5515C5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50666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66" name="object-140-s6-ux">
            <a:extLst xmlns:a="http://schemas.openxmlformats.org/drawingml/2006/main">
              <a:ext uri="{FF2B5EF4-FFF2-40B4-BE49-F238E27FC236}">
                <a16:creationId xmlns:a16="http://schemas.microsoft.com/office/drawing/2014/main" id="{BF767DD9-6FCB-43F8-802A-9A88A545D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86861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67" name="object-141-s6-ux">
            <a:extLst xmlns:a="http://schemas.openxmlformats.org/drawingml/2006/main">
              <a:ext uri="{FF2B5EF4-FFF2-40B4-BE49-F238E27FC236}">
                <a16:creationId xmlns:a16="http://schemas.microsoft.com/office/drawing/2014/main" id="{FED91861-C7B3-40A5-9F38-C9D331B2B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4725739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68" name="object-142-s6-ux">
            <a:extLst xmlns:a="http://schemas.openxmlformats.org/drawingml/2006/main">
              <a:ext uri="{FF2B5EF4-FFF2-40B4-BE49-F238E27FC236}">
                <a16:creationId xmlns:a16="http://schemas.microsoft.com/office/drawing/2014/main" id="{1DC41EA1-8A91-41DF-A780-84C6CF42D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8161" y="4766697"/>
            <a:ext cx="19317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69" name="object-143-s6-ux">
            <a:extLst xmlns:a="http://schemas.openxmlformats.org/drawingml/2006/main">
              <a:ext uri="{FF2B5EF4-FFF2-40B4-BE49-F238E27FC236}">
                <a16:creationId xmlns:a16="http://schemas.microsoft.com/office/drawing/2014/main" id="{8972334F-5575-43D0-93C0-7A4365543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73339"/>
            <a:ext cx="1249859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 = I ⊗ H</a:t>
            </a:r>
          </a:p>
        </p:txBody>
      </p:sp>
      <p:sp>
        <p:nvSpPr>
          <p:cNvPr id="70" name="object-144-s6-ux">
            <a:extLst xmlns:a="http://schemas.openxmlformats.org/drawingml/2006/main">
              <a:ext uri="{FF2B5EF4-FFF2-40B4-BE49-F238E27FC236}">
                <a16:creationId xmlns:a16="http://schemas.microsoft.com/office/drawing/2014/main" id="{B13BB4B5-8A09-4BF6-91D4-33D72DFC4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12454"/>
            <a:ext cx="7179618" cy="3033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More generally: S = [Rz(α) ⊗ Rx(φ)] (I ⊗ H).  Next: a long circuit match.</a:t>
            </a:r>
          </a:p>
        </p:txBody>
      </p:sp>
      <p:sp>
        <p:nvSpPr>
          <p:cNvPr id="71" name="object-145-s2-ux">
            <a:extLst xmlns:a="http://schemas.openxmlformats.org/drawingml/2006/main">
              <a:ext uri="{FF2B5EF4-FFF2-40B4-BE49-F238E27FC236}">
                <a16:creationId xmlns:a16="http://schemas.microsoft.com/office/drawing/2014/main" id="{C7C813DC-93C4-4BCF-843D-71805D71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8168580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Basis order: 00, 01, 10, 11. The linear space also contains nonunitary matrices; circuit matches supply unitary members.</a:t>
            </a:r>
          </a:p>
        </p:txBody>
      </p:sp>
      <p:sp>
        <p:nvSpPr>
          <p:cNvPr id="72" name="object-146-s0-ux">
            <a:extLst xmlns:a="http://schemas.openxmlformats.org/drawingml/2006/main">
              <a:ext uri="{FF2B5EF4-FFF2-40B4-BE49-F238E27FC236}">
                <a16:creationId xmlns:a16="http://schemas.microsoft.com/office/drawing/2014/main" id="{165F3152-EAE0-4802-8C54-168BFBD51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4859387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§§5.3.3–5.3.4, Lemmas 5.3–5.4; illustrative CZ → CX derivation</a:t>
            </a:r>
          </a:p>
        </p:txBody>
      </p:sp>
      <p:sp>
        <p:nvSpPr>
          <p:cNvPr id="73" name="object-147-s0-ux">
            <a:extLst xmlns:a="http://schemas.openxmlformats.org/drawingml/2006/main">
              <a:ext uri="{FF2B5EF4-FFF2-40B4-BE49-F238E27FC236}">
                <a16:creationId xmlns:a16="http://schemas.microsoft.com/office/drawing/2014/main" id="{5566CC98-EF40-438D-B804-9886F190B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09 / 14</a:t>
            </a:r>
          </a:p>
        </p:txBody>
      </p:sp>
      <p:sp>
        <p:nvSpPr>
          <p:cNvPr id="74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FDCF5AC5-042D-422E-85D3-CD7DF92BE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7 / 7</a:t>
            </a:r>
          </a:p>
        </p:txBody>
      </p:sp>
    </p:spTree>
    <p:extLst>
      <p:ext uri="{BB962C8B-B14F-4D97-AF65-F5344CB8AC3E}">
        <p14:creationId xmlns:p14="http://schemas.microsoft.com/office/powerpoint/2010/main" val="117559469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top-accent">
            <a:extLst xmlns:a="http://schemas.openxmlformats.org/drawingml/2006/main">
              <a:ext uri="{FF2B5EF4-FFF2-40B4-BE49-F238E27FC236}">
                <a16:creationId xmlns:a16="http://schemas.microsoft.com/office/drawing/2014/main" id="{8DC50102-17DF-481C-A39A-420A73428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DC56060D-A53B-44AB-A0D4-76B71AF32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7774067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Match a long S, turn CZ into CX, then cancel</a:t>
            </a:r>
          </a:p>
        </p:txBody>
      </p:sp>
      <p:sp>
        <p:nvSpPr>
          <p:cNvPr id="3" name="object-1-s0-u3">
            <a:extLst xmlns:a="http://schemas.openxmlformats.org/drawingml/2006/main">
              <a:ext uri="{FF2B5EF4-FFF2-40B4-BE49-F238E27FC236}">
                <a16:creationId xmlns:a16="http://schemas.microsoft.com/office/drawing/2014/main" id="{C279E93F-54C8-4713-9FFB-DADACD434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24349"/>
            <a:ext cx="3604320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INPUT: CZ AND CX SEPARATED BY A 12-GATE S</a:t>
            </a:r>
          </a:p>
        </p:txBody>
      </p:sp>
      <p:sp>
        <p:nvSpPr>
          <p:cNvPr id="4" name="object-2-s0-u3">
            <a:extLst xmlns:a="http://schemas.openxmlformats.org/drawingml/2006/main">
              <a:ext uri="{FF2B5EF4-FFF2-40B4-BE49-F238E27FC236}">
                <a16:creationId xmlns:a16="http://schemas.microsoft.com/office/drawing/2014/main" id="{B6A876BD-1089-45F5-A4A3-877D32505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601539"/>
            <a:ext cx="7105650" cy="1257300"/>
          </a:xfrm>
          <a:prstGeom xmlns:a="http://schemas.openxmlformats.org/drawingml/2006/main" prst="roundRect">
            <a:avLst>
              <a:gd name="adj" fmla="val 3788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9050">
            <a:solidFill>
              <a:srgbClr val="087E86"/>
            </a:solidFill>
            <a:prstDash val="solid"/>
          </a:ln>
        </p:spPr>
      </p:sp>
      <p:sp>
        <p:nvSpPr>
          <p:cNvPr id="5" name="object-3-s0-u3">
            <a:extLst xmlns:a="http://schemas.openxmlformats.org/drawingml/2006/main">
              <a:ext uri="{FF2B5EF4-FFF2-40B4-BE49-F238E27FC236}">
                <a16:creationId xmlns:a16="http://schemas.microsoft.com/office/drawing/2014/main" id="{8951D6C1-331A-4BE0-B452-0EBD0DC2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248" y="1658689"/>
            <a:ext cx="4349204" cy="2764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S: H first, then 6 Rz gates on q₀ + 5 SX gates on q₁</a:t>
            </a:r>
          </a:p>
        </p:txBody>
      </p:sp>
      <p:sp>
        <p:nvSpPr>
          <p:cNvPr id="6" name="object-4-s0-u3">
            <a:extLst xmlns:a="http://schemas.openxmlformats.org/drawingml/2006/main">
              <a:ext uri="{FF2B5EF4-FFF2-40B4-BE49-F238E27FC236}">
                <a16:creationId xmlns:a16="http://schemas.microsoft.com/office/drawing/2014/main" id="{DD0AEBEC-0A31-4BCD-98EA-0608675B7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21592"/>
            <a:ext cx="227261" cy="2616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q₀</a:t>
            </a:r>
          </a:p>
        </p:txBody>
      </p:sp>
      <p:sp>
        <p:nvSpPr>
          <p:cNvPr id="7" name="object-5-s0-u3">
            <a:extLst xmlns:a="http://schemas.openxmlformats.org/drawingml/2006/main">
              <a:ext uri="{FF2B5EF4-FFF2-40B4-BE49-F238E27FC236}">
                <a16:creationId xmlns:a16="http://schemas.microsoft.com/office/drawing/2014/main" id="{2618DE01-5103-4829-AEB2-39506B678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8792"/>
            <a:ext cx="227261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q₁</a:t>
            </a:r>
          </a:p>
        </p:txBody>
      </p:sp>
      <p:sp>
        <p:nvSpPr>
          <p:cNvPr id="8" name="object-6-s0-u3">
            <a:extLst xmlns:a="http://schemas.openxmlformats.org/drawingml/2006/main">
              <a:ext uri="{FF2B5EF4-FFF2-40B4-BE49-F238E27FC236}">
                <a16:creationId xmlns:a16="http://schemas.microsoft.com/office/drawing/2014/main" id="{A5BB13D6-3726-4D23-B98E-E9EF80D27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144464"/>
            <a:ext cx="10001250" cy="95"/>
          </a:xfrm>
          <a:custGeom xmlns:a="http://schemas.openxmlformats.org/drawingml/2006/main">
            <a:pathLst>
              <a:path w="10001250" h="95">
                <a:moveTo>
                  <a:pt x="0" y="0"/>
                </a:moveTo>
                <a:lnTo>
                  <a:pt x="1000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9" name="object-7-s0-u3">
            <a:extLst xmlns:a="http://schemas.openxmlformats.org/drawingml/2006/main">
              <a:ext uri="{FF2B5EF4-FFF2-40B4-BE49-F238E27FC236}">
                <a16:creationId xmlns:a16="http://schemas.microsoft.com/office/drawing/2014/main" id="{FA1FB835-C03E-4884-B15A-9298F2AA9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601664"/>
            <a:ext cx="10001250" cy="95"/>
          </a:xfrm>
          <a:custGeom xmlns:a="http://schemas.openxmlformats.org/drawingml/2006/main">
            <a:pathLst>
              <a:path w="10001250" h="95">
                <a:moveTo>
                  <a:pt x="0" y="0"/>
                </a:moveTo>
                <a:lnTo>
                  <a:pt x="1000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0" name="object-8-s0-u3">
            <a:extLst xmlns:a="http://schemas.openxmlformats.org/drawingml/2006/main">
              <a:ext uri="{FF2B5EF4-FFF2-40B4-BE49-F238E27FC236}">
                <a16:creationId xmlns:a16="http://schemas.microsoft.com/office/drawing/2014/main" id="{9C49A5CD-AC2F-465C-A9AF-2A28183F7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458789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1" name="object-9-s0-u3">
            <a:extLst xmlns:a="http://schemas.openxmlformats.org/drawingml/2006/main">
              <a:ext uri="{FF2B5EF4-FFF2-40B4-BE49-F238E27FC236}">
                <a16:creationId xmlns:a16="http://schemas.microsoft.com/office/drawing/2014/main" id="{A6874E3A-0B68-4C1D-B400-39A9CFFC2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8863" y="2489269"/>
            <a:ext cx="200025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2" name="object-10-s0-u3">
            <a:extLst xmlns:a="http://schemas.openxmlformats.org/drawingml/2006/main">
              <a:ext uri="{FF2B5EF4-FFF2-40B4-BE49-F238E27FC236}">
                <a16:creationId xmlns:a16="http://schemas.microsoft.com/office/drawing/2014/main" id="{EC0639C3-6D9F-4450-AC26-F9EBAD9FD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3" name="object-11-s0-u3">
            <a:extLst xmlns:a="http://schemas.openxmlformats.org/drawingml/2006/main">
              <a:ext uri="{FF2B5EF4-FFF2-40B4-BE49-F238E27FC236}">
                <a16:creationId xmlns:a16="http://schemas.microsoft.com/office/drawing/2014/main" id="{CF44484D-B8B0-4B1F-99B0-DB20081A6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5440" y="2021592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Rz(θ₁)</a:t>
            </a:r>
          </a:p>
        </p:txBody>
      </p:sp>
      <p:sp>
        <p:nvSpPr>
          <p:cNvPr id="14" name="object-12-s0-u3">
            <a:extLst xmlns:a="http://schemas.openxmlformats.org/drawingml/2006/main">
              <a:ext uri="{FF2B5EF4-FFF2-40B4-BE49-F238E27FC236}">
                <a16:creationId xmlns:a16="http://schemas.microsoft.com/office/drawing/2014/main" id="{11009EDA-D399-4BF2-9319-7C4E17C7F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5" name="object-13-s0-u3">
            <a:extLst xmlns:a="http://schemas.openxmlformats.org/drawingml/2006/main">
              <a:ext uri="{FF2B5EF4-FFF2-40B4-BE49-F238E27FC236}">
                <a16:creationId xmlns:a16="http://schemas.microsoft.com/office/drawing/2014/main" id="{D5CFDAFB-CC15-4AC3-850B-DECCE87B6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451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16" name="object-14-s0-u3">
            <a:extLst xmlns:a="http://schemas.openxmlformats.org/drawingml/2006/main">
              <a:ext uri="{FF2B5EF4-FFF2-40B4-BE49-F238E27FC236}">
                <a16:creationId xmlns:a16="http://schemas.microsoft.com/office/drawing/2014/main" id="{9E792C4C-60C6-4170-A874-36D4D8AC5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7" name="object-15-s0-u3">
            <a:extLst xmlns:a="http://schemas.openxmlformats.org/drawingml/2006/main">
              <a:ext uri="{FF2B5EF4-FFF2-40B4-BE49-F238E27FC236}">
                <a16:creationId xmlns:a16="http://schemas.microsoft.com/office/drawing/2014/main" id="{CD2ED2B0-0FBC-47D8-BF44-4CF477574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2715" y="2021592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Rz(θ₂)</a:t>
            </a:r>
          </a:p>
        </p:txBody>
      </p:sp>
      <p:sp>
        <p:nvSpPr>
          <p:cNvPr id="18" name="object-16-s0-u3">
            <a:extLst xmlns:a="http://schemas.openxmlformats.org/drawingml/2006/main">
              <a:ext uri="{FF2B5EF4-FFF2-40B4-BE49-F238E27FC236}">
                <a16:creationId xmlns:a16="http://schemas.microsoft.com/office/drawing/2014/main" id="{C68B9AC6-EDD7-4DBD-B501-F4C0A2813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9" name="object-17-s0-u3">
            <a:extLst xmlns:a="http://schemas.openxmlformats.org/drawingml/2006/main">
              <a:ext uri="{FF2B5EF4-FFF2-40B4-BE49-F238E27FC236}">
                <a16:creationId xmlns:a16="http://schemas.microsoft.com/office/drawing/2014/main" id="{FE365DAA-BDD2-4575-9A0A-66BF46A43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726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0" name="object-18-s0-u3">
            <a:extLst xmlns:a="http://schemas.openxmlformats.org/drawingml/2006/main">
              <a:ext uri="{FF2B5EF4-FFF2-40B4-BE49-F238E27FC236}">
                <a16:creationId xmlns:a16="http://schemas.microsoft.com/office/drawing/2014/main" id="{CE3D0914-DCF8-47E7-9A4F-E64F986A8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1" name="object-19-s0-u3">
            <a:extLst xmlns:a="http://schemas.openxmlformats.org/drawingml/2006/main">
              <a:ext uri="{FF2B5EF4-FFF2-40B4-BE49-F238E27FC236}">
                <a16:creationId xmlns:a16="http://schemas.microsoft.com/office/drawing/2014/main" id="{DBD53678-76F9-4D4F-AFA3-CF5DAC124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9990" y="2021592"/>
            <a:ext cx="568970" cy="261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Rz(θ₃)</a:t>
            </a:r>
          </a:p>
        </p:txBody>
      </p:sp>
      <p:sp>
        <p:nvSpPr>
          <p:cNvPr id="22" name="object-20-s0-u3">
            <a:extLst xmlns:a="http://schemas.openxmlformats.org/drawingml/2006/main">
              <a:ext uri="{FF2B5EF4-FFF2-40B4-BE49-F238E27FC236}">
                <a16:creationId xmlns:a16="http://schemas.microsoft.com/office/drawing/2014/main" id="{5202EE3A-2F14-4D42-B2B6-B59E6DCDB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3" name="object-21-s0-u3">
            <a:extLst xmlns:a="http://schemas.openxmlformats.org/drawingml/2006/main">
              <a:ext uri="{FF2B5EF4-FFF2-40B4-BE49-F238E27FC236}">
                <a16:creationId xmlns:a16="http://schemas.microsoft.com/office/drawing/2014/main" id="{EFFF6D65-C7DD-47E4-BD14-255FD505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01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4" name="object-22-s0-u3">
            <a:extLst xmlns:a="http://schemas.openxmlformats.org/drawingml/2006/main">
              <a:ext uri="{FF2B5EF4-FFF2-40B4-BE49-F238E27FC236}">
                <a16:creationId xmlns:a16="http://schemas.microsoft.com/office/drawing/2014/main" id="{4D2CD120-5D07-4DD2-A264-C0F0539E6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5" name="object-23-s0-u3">
            <a:extLst xmlns:a="http://schemas.openxmlformats.org/drawingml/2006/main">
              <a:ext uri="{FF2B5EF4-FFF2-40B4-BE49-F238E27FC236}">
                <a16:creationId xmlns:a16="http://schemas.microsoft.com/office/drawing/2014/main" id="{4A4A753C-C35F-4CF2-A03B-83ADC478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7265" y="2021592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Rz(θ₄)</a:t>
            </a:r>
          </a:p>
        </p:txBody>
      </p:sp>
      <p:sp>
        <p:nvSpPr>
          <p:cNvPr id="26" name="object-24-s0-u3">
            <a:extLst xmlns:a="http://schemas.openxmlformats.org/drawingml/2006/main">
              <a:ext uri="{FF2B5EF4-FFF2-40B4-BE49-F238E27FC236}">
                <a16:creationId xmlns:a16="http://schemas.microsoft.com/office/drawing/2014/main" id="{AB724768-D482-4C79-A8E7-F1AE3B2E7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7" name="object-25-s0-u3">
            <a:extLst xmlns:a="http://schemas.openxmlformats.org/drawingml/2006/main">
              <a:ext uri="{FF2B5EF4-FFF2-40B4-BE49-F238E27FC236}">
                <a16:creationId xmlns:a16="http://schemas.microsoft.com/office/drawing/2014/main" id="{D7EDE33D-721F-4194-B9EE-C2ED3E6D6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276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8" name="object-26-s0-u3">
            <a:extLst xmlns:a="http://schemas.openxmlformats.org/drawingml/2006/main">
              <a:ext uri="{FF2B5EF4-FFF2-40B4-BE49-F238E27FC236}">
                <a16:creationId xmlns:a16="http://schemas.microsoft.com/office/drawing/2014/main" id="{7DC3FFF5-B7CB-4DA8-BAC3-1C5E60124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9" name="object-27-s0-u3">
            <a:extLst xmlns:a="http://schemas.openxmlformats.org/drawingml/2006/main">
              <a:ext uri="{FF2B5EF4-FFF2-40B4-BE49-F238E27FC236}">
                <a16:creationId xmlns:a16="http://schemas.microsoft.com/office/drawing/2014/main" id="{92B21455-8C40-4BD9-9DF7-E30C8B950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4540" y="2021592"/>
            <a:ext cx="568970" cy="2615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Rz(θ₅)</a:t>
            </a:r>
          </a:p>
        </p:txBody>
      </p:sp>
      <p:sp>
        <p:nvSpPr>
          <p:cNvPr id="30" name="object-28-s0-u3">
            <a:extLst xmlns:a="http://schemas.openxmlformats.org/drawingml/2006/main">
              <a:ext uri="{FF2B5EF4-FFF2-40B4-BE49-F238E27FC236}">
                <a16:creationId xmlns:a16="http://schemas.microsoft.com/office/drawing/2014/main" id="{D546C75E-D05D-4E97-8E14-C05065A95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31" name="object-29-s0-u3">
            <a:extLst xmlns:a="http://schemas.openxmlformats.org/drawingml/2006/main">
              <a:ext uri="{FF2B5EF4-FFF2-40B4-BE49-F238E27FC236}">
                <a16:creationId xmlns:a16="http://schemas.microsoft.com/office/drawing/2014/main" id="{794426E1-4F6E-4A7B-9E7F-BBEF93C9C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551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32" name="object-30-s0-u3">
            <a:extLst xmlns:a="http://schemas.openxmlformats.org/drawingml/2006/main">
              <a:ext uri="{FF2B5EF4-FFF2-40B4-BE49-F238E27FC236}">
                <a16:creationId xmlns:a16="http://schemas.microsoft.com/office/drawing/2014/main" id="{26E90253-E8BD-4153-92F1-A2861CD6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33" name="object-31-s0-u3">
            <a:extLst xmlns:a="http://schemas.openxmlformats.org/drawingml/2006/main">
              <a:ext uri="{FF2B5EF4-FFF2-40B4-BE49-F238E27FC236}">
                <a16:creationId xmlns:a16="http://schemas.microsoft.com/office/drawing/2014/main" id="{289146FB-9ADF-4E85-979D-168F7FFC8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815" y="2021592"/>
            <a:ext cx="568970" cy="2615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Rz(θ₆)</a:t>
            </a:r>
          </a:p>
        </p:txBody>
      </p:sp>
      <p:sp>
        <p:nvSpPr>
          <p:cNvPr id="34" name="object-32-s0-u3">
            <a:extLst xmlns:a="http://schemas.openxmlformats.org/drawingml/2006/main">
              <a:ext uri="{FF2B5EF4-FFF2-40B4-BE49-F238E27FC236}">
                <a16:creationId xmlns:a16="http://schemas.microsoft.com/office/drawing/2014/main" id="{A89E8E81-405C-4056-97EE-98BA969A1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44464"/>
            <a:ext cx="95" cy="457200"/>
          </a:xfrm>
          <a:custGeom xmlns:a="http://schemas.openxmlformats.org/drawingml/2006/main">
            <a:pathLst>
              <a:path w="95" h="457200">
                <a:moveTo>
                  <a:pt x="0" y="0"/>
                </a:moveTo>
                <a:lnTo>
                  <a:pt x="0" y="45720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35" name="object-33-s0-u3">
            <a:extLst xmlns:a="http://schemas.openxmlformats.org/drawingml/2006/main">
              <a:ext uri="{FF2B5EF4-FFF2-40B4-BE49-F238E27FC236}">
                <a16:creationId xmlns:a16="http://schemas.microsoft.com/office/drawing/2014/main" id="{7A83B250-907A-4C19-B2EC-0123FBF8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09683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6" name="object-34-s0-u3">
            <a:extLst xmlns:a="http://schemas.openxmlformats.org/drawingml/2006/main">
              <a:ext uri="{FF2B5EF4-FFF2-40B4-BE49-F238E27FC236}">
                <a16:creationId xmlns:a16="http://schemas.microsoft.com/office/drawing/2014/main" id="{1E1FAAD7-727E-485B-8359-2EA66A64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55403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7" name="object-35-s0-u3">
            <a:extLst xmlns:a="http://schemas.openxmlformats.org/drawingml/2006/main">
              <a:ext uri="{FF2B5EF4-FFF2-40B4-BE49-F238E27FC236}">
                <a16:creationId xmlns:a16="http://schemas.microsoft.com/office/drawing/2014/main" id="{4798D416-5643-4231-99DF-2260C3258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144464"/>
            <a:ext cx="95" cy="457200"/>
          </a:xfrm>
          <a:custGeom xmlns:a="http://schemas.openxmlformats.org/drawingml/2006/main">
            <a:pathLst>
              <a:path w="95" h="457200">
                <a:moveTo>
                  <a:pt x="0" y="0"/>
                </a:moveTo>
                <a:lnTo>
                  <a:pt x="0" y="45720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38" name="object-36-s0-u3">
            <a:extLst xmlns:a="http://schemas.openxmlformats.org/drawingml/2006/main">
              <a:ext uri="{FF2B5EF4-FFF2-40B4-BE49-F238E27FC236}">
                <a16:creationId xmlns:a16="http://schemas.microsoft.com/office/drawing/2014/main" id="{FD4C90E3-356E-4E7B-8B17-B39303A22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209683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9" name="object-37-s0-u3">
            <a:extLst xmlns:a="http://schemas.openxmlformats.org/drawingml/2006/main">
              <a:ext uri="{FF2B5EF4-FFF2-40B4-BE49-F238E27FC236}">
                <a16:creationId xmlns:a16="http://schemas.microsoft.com/office/drawing/2014/main" id="{A09019AB-69DA-45BB-B6B3-45667156A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2496889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40" name="object-38-s0-u3">
            <a:extLst xmlns:a="http://schemas.openxmlformats.org/drawingml/2006/main">
              <a:ext uri="{FF2B5EF4-FFF2-40B4-BE49-F238E27FC236}">
                <a16:creationId xmlns:a16="http://schemas.microsoft.com/office/drawing/2014/main" id="{08162138-CDB8-4C38-84F7-F9FF688B4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7025" y="253498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41" name="object-162-s0-ux">
            <a:extLst xmlns:a="http://schemas.openxmlformats.org/drawingml/2006/main">
              <a:ext uri="{FF2B5EF4-FFF2-40B4-BE49-F238E27FC236}">
                <a16:creationId xmlns:a16="http://schemas.microsoft.com/office/drawing/2014/main" id="{A4722354-8F01-498E-8038-B4B6400B6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5127724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§5.5 matching method; longer CZ → CX instance derived for this talk</a:t>
            </a:r>
          </a:p>
        </p:txBody>
      </p:sp>
      <p:sp>
        <p:nvSpPr>
          <p:cNvPr id="42" name="object-163-s0-ux">
            <a:extLst xmlns:a="http://schemas.openxmlformats.org/drawingml/2006/main">
              <a:ext uri="{FF2B5EF4-FFF2-40B4-BE49-F238E27FC236}">
                <a16:creationId xmlns:a16="http://schemas.microsoft.com/office/drawing/2014/main" id="{2B14000B-445B-4D6A-8DB2-BCD438F10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10 / 14</a:t>
            </a:r>
          </a:p>
        </p:txBody>
      </p:sp>
      <p:sp>
        <p:nvSpPr>
          <p:cNvPr id="43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DAC1CFA2-1734-452A-AEA5-A02A82FF8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1 / 6</a:t>
            </a:r>
          </a:p>
        </p:txBody>
      </p:sp>
    </p:spTree>
    <p:extLst>
      <p:ext uri="{BB962C8B-B14F-4D97-AF65-F5344CB8AC3E}">
        <p14:creationId xmlns:p14="http://schemas.microsoft.com/office/powerpoint/2010/main" val="174313915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top-accent">
            <a:extLst xmlns:a="http://schemas.openxmlformats.org/drawingml/2006/main">
              <a:ext uri="{FF2B5EF4-FFF2-40B4-BE49-F238E27FC236}">
                <a16:creationId xmlns:a16="http://schemas.microsoft.com/office/drawing/2014/main" id="{EB938A76-EE76-4FE6-A865-76A05D0E4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558F74A3-D6AD-4A00-A77A-A4A4BF331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7774067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Match a long S, turn CZ into CX, then cancel</a:t>
            </a:r>
          </a:p>
        </p:txBody>
      </p:sp>
      <p:sp>
        <p:nvSpPr>
          <p:cNvPr id="3" name="object-1-s0-u3">
            <a:extLst xmlns:a="http://schemas.openxmlformats.org/drawingml/2006/main">
              <a:ext uri="{FF2B5EF4-FFF2-40B4-BE49-F238E27FC236}">
                <a16:creationId xmlns:a16="http://schemas.microsoft.com/office/drawing/2014/main" id="{DA84336B-EB35-44AD-84BF-8923B6BB5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24349"/>
            <a:ext cx="3604320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INPUT: CZ AND CX SEPARATED BY A 12-GATE S</a:t>
            </a:r>
          </a:p>
        </p:txBody>
      </p:sp>
      <p:sp>
        <p:nvSpPr>
          <p:cNvPr id="4" name="object-2-s0-u3">
            <a:extLst xmlns:a="http://schemas.openxmlformats.org/drawingml/2006/main">
              <a:ext uri="{FF2B5EF4-FFF2-40B4-BE49-F238E27FC236}">
                <a16:creationId xmlns:a16="http://schemas.microsoft.com/office/drawing/2014/main" id="{F7741130-4CB2-4EF2-872D-5623E9E9D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601539"/>
            <a:ext cx="7105650" cy="1257300"/>
          </a:xfrm>
          <a:prstGeom xmlns:a="http://schemas.openxmlformats.org/drawingml/2006/main" prst="roundRect">
            <a:avLst>
              <a:gd name="adj" fmla="val 3788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9050">
            <a:solidFill>
              <a:srgbClr val="087E86"/>
            </a:solidFill>
            <a:prstDash val="solid"/>
          </a:ln>
        </p:spPr>
      </p:sp>
      <p:sp>
        <p:nvSpPr>
          <p:cNvPr id="5" name="object-3-s0-u3">
            <a:extLst xmlns:a="http://schemas.openxmlformats.org/drawingml/2006/main">
              <a:ext uri="{FF2B5EF4-FFF2-40B4-BE49-F238E27FC236}">
                <a16:creationId xmlns:a16="http://schemas.microsoft.com/office/drawing/2014/main" id="{2231D412-7D5F-4806-819D-66E21F4CF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248" y="1658689"/>
            <a:ext cx="4349204" cy="2764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S: H first, then 6 Rz gates on q₀ + 5 SX gates on q₁</a:t>
            </a:r>
          </a:p>
        </p:txBody>
      </p:sp>
      <p:sp>
        <p:nvSpPr>
          <p:cNvPr id="6" name="object-4-s0-u3">
            <a:extLst xmlns:a="http://schemas.openxmlformats.org/drawingml/2006/main">
              <a:ext uri="{FF2B5EF4-FFF2-40B4-BE49-F238E27FC236}">
                <a16:creationId xmlns:a16="http://schemas.microsoft.com/office/drawing/2014/main" id="{639DDFB7-FC4A-43D4-A0B5-B74DF2F6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21592"/>
            <a:ext cx="227261" cy="2616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q₀</a:t>
            </a:r>
          </a:p>
        </p:txBody>
      </p:sp>
      <p:sp>
        <p:nvSpPr>
          <p:cNvPr id="7" name="object-5-s0-u3">
            <a:extLst xmlns:a="http://schemas.openxmlformats.org/drawingml/2006/main">
              <a:ext uri="{FF2B5EF4-FFF2-40B4-BE49-F238E27FC236}">
                <a16:creationId xmlns:a16="http://schemas.microsoft.com/office/drawing/2014/main" id="{668436CC-53C2-4CF4-BCF7-025E36A2B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8792"/>
            <a:ext cx="227261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q₁</a:t>
            </a:r>
          </a:p>
        </p:txBody>
      </p:sp>
      <p:sp>
        <p:nvSpPr>
          <p:cNvPr id="8" name="object-6-s0-u3">
            <a:extLst xmlns:a="http://schemas.openxmlformats.org/drawingml/2006/main">
              <a:ext uri="{FF2B5EF4-FFF2-40B4-BE49-F238E27FC236}">
                <a16:creationId xmlns:a16="http://schemas.microsoft.com/office/drawing/2014/main" id="{E6E5A9E0-C275-47E2-88E1-A228E3628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144464"/>
            <a:ext cx="10001250" cy="95"/>
          </a:xfrm>
          <a:custGeom xmlns:a="http://schemas.openxmlformats.org/drawingml/2006/main">
            <a:pathLst>
              <a:path w="10001250" h="95">
                <a:moveTo>
                  <a:pt x="0" y="0"/>
                </a:moveTo>
                <a:lnTo>
                  <a:pt x="1000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9" name="object-7-s0-u3">
            <a:extLst xmlns:a="http://schemas.openxmlformats.org/drawingml/2006/main">
              <a:ext uri="{FF2B5EF4-FFF2-40B4-BE49-F238E27FC236}">
                <a16:creationId xmlns:a16="http://schemas.microsoft.com/office/drawing/2014/main" id="{D38834BD-96B6-40AE-9F5E-111059DB2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601664"/>
            <a:ext cx="10001250" cy="95"/>
          </a:xfrm>
          <a:custGeom xmlns:a="http://schemas.openxmlformats.org/drawingml/2006/main">
            <a:pathLst>
              <a:path w="10001250" h="95">
                <a:moveTo>
                  <a:pt x="0" y="0"/>
                </a:moveTo>
                <a:lnTo>
                  <a:pt x="1000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0" name="object-8-s0-u3">
            <a:extLst xmlns:a="http://schemas.openxmlformats.org/drawingml/2006/main">
              <a:ext uri="{FF2B5EF4-FFF2-40B4-BE49-F238E27FC236}">
                <a16:creationId xmlns:a16="http://schemas.microsoft.com/office/drawing/2014/main" id="{F27DEF3E-7F7D-462E-ADB1-31695A752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458789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1" name="object-9-s0-u3">
            <a:extLst xmlns:a="http://schemas.openxmlformats.org/drawingml/2006/main">
              <a:ext uri="{FF2B5EF4-FFF2-40B4-BE49-F238E27FC236}">
                <a16:creationId xmlns:a16="http://schemas.microsoft.com/office/drawing/2014/main" id="{6B98FB28-45AE-4E72-95D1-2E99B9A96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8863" y="2489269"/>
            <a:ext cx="200025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2" name="object-10-s0-u3">
            <a:extLst xmlns:a="http://schemas.openxmlformats.org/drawingml/2006/main">
              <a:ext uri="{FF2B5EF4-FFF2-40B4-BE49-F238E27FC236}">
                <a16:creationId xmlns:a16="http://schemas.microsoft.com/office/drawing/2014/main" id="{7EE91494-B111-4124-8BBC-2F945B72D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3" name="object-11-s0-u3">
            <a:extLst xmlns:a="http://schemas.openxmlformats.org/drawingml/2006/main">
              <a:ext uri="{FF2B5EF4-FFF2-40B4-BE49-F238E27FC236}">
                <a16:creationId xmlns:a16="http://schemas.microsoft.com/office/drawing/2014/main" id="{C15F1BED-CCC1-4F2E-B140-AE719D65B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5440" y="2021592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Rz(θ₁)</a:t>
            </a:r>
          </a:p>
        </p:txBody>
      </p:sp>
      <p:sp>
        <p:nvSpPr>
          <p:cNvPr id="14" name="object-12-s0-u3">
            <a:extLst xmlns:a="http://schemas.openxmlformats.org/drawingml/2006/main">
              <a:ext uri="{FF2B5EF4-FFF2-40B4-BE49-F238E27FC236}">
                <a16:creationId xmlns:a16="http://schemas.microsoft.com/office/drawing/2014/main" id="{35E2573C-376B-4918-829B-7306FF71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5" name="object-13-s0-u3">
            <a:extLst xmlns:a="http://schemas.openxmlformats.org/drawingml/2006/main">
              <a:ext uri="{FF2B5EF4-FFF2-40B4-BE49-F238E27FC236}">
                <a16:creationId xmlns:a16="http://schemas.microsoft.com/office/drawing/2014/main" id="{A395796D-E4F2-4A1D-90B1-1C918728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451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16" name="object-14-s0-u3">
            <a:extLst xmlns:a="http://schemas.openxmlformats.org/drawingml/2006/main">
              <a:ext uri="{FF2B5EF4-FFF2-40B4-BE49-F238E27FC236}">
                <a16:creationId xmlns:a16="http://schemas.microsoft.com/office/drawing/2014/main" id="{F0EB30E9-B286-4D0A-9E67-2B70ECCBB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7" name="object-15-s0-u3">
            <a:extLst xmlns:a="http://schemas.openxmlformats.org/drawingml/2006/main">
              <a:ext uri="{FF2B5EF4-FFF2-40B4-BE49-F238E27FC236}">
                <a16:creationId xmlns:a16="http://schemas.microsoft.com/office/drawing/2014/main" id="{69C50530-4966-45CC-9C98-A904BA381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2715" y="2021592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Rz(θ₂)</a:t>
            </a:r>
          </a:p>
        </p:txBody>
      </p:sp>
      <p:sp>
        <p:nvSpPr>
          <p:cNvPr id="18" name="object-16-s0-u3">
            <a:extLst xmlns:a="http://schemas.openxmlformats.org/drawingml/2006/main">
              <a:ext uri="{FF2B5EF4-FFF2-40B4-BE49-F238E27FC236}">
                <a16:creationId xmlns:a16="http://schemas.microsoft.com/office/drawing/2014/main" id="{0F2FD579-31BF-4865-A9C3-A2B61A3AB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9" name="object-17-s0-u3">
            <a:extLst xmlns:a="http://schemas.openxmlformats.org/drawingml/2006/main">
              <a:ext uri="{FF2B5EF4-FFF2-40B4-BE49-F238E27FC236}">
                <a16:creationId xmlns:a16="http://schemas.microsoft.com/office/drawing/2014/main" id="{1BBED34D-19E7-42A1-A0E8-2881AD0C1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726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0" name="object-18-s0-u3">
            <a:extLst xmlns:a="http://schemas.openxmlformats.org/drawingml/2006/main">
              <a:ext uri="{FF2B5EF4-FFF2-40B4-BE49-F238E27FC236}">
                <a16:creationId xmlns:a16="http://schemas.microsoft.com/office/drawing/2014/main" id="{6783A59D-93B3-45F3-AFE0-BF7B67273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1" name="object-19-s0-u3">
            <a:extLst xmlns:a="http://schemas.openxmlformats.org/drawingml/2006/main">
              <a:ext uri="{FF2B5EF4-FFF2-40B4-BE49-F238E27FC236}">
                <a16:creationId xmlns:a16="http://schemas.microsoft.com/office/drawing/2014/main" id="{6C1F2462-A47C-46A5-8705-E0959E0AE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9990" y="2021592"/>
            <a:ext cx="568970" cy="261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Rz(θ₃)</a:t>
            </a:r>
          </a:p>
        </p:txBody>
      </p:sp>
      <p:sp>
        <p:nvSpPr>
          <p:cNvPr id="22" name="object-20-s0-u3">
            <a:extLst xmlns:a="http://schemas.openxmlformats.org/drawingml/2006/main">
              <a:ext uri="{FF2B5EF4-FFF2-40B4-BE49-F238E27FC236}">
                <a16:creationId xmlns:a16="http://schemas.microsoft.com/office/drawing/2014/main" id="{D4391471-551B-441C-91EB-D7998906D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3" name="object-21-s0-u3">
            <a:extLst xmlns:a="http://schemas.openxmlformats.org/drawingml/2006/main">
              <a:ext uri="{FF2B5EF4-FFF2-40B4-BE49-F238E27FC236}">
                <a16:creationId xmlns:a16="http://schemas.microsoft.com/office/drawing/2014/main" id="{6E2A6E7D-E032-43E4-A174-57696E263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01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4" name="object-22-s0-u3">
            <a:extLst xmlns:a="http://schemas.openxmlformats.org/drawingml/2006/main">
              <a:ext uri="{FF2B5EF4-FFF2-40B4-BE49-F238E27FC236}">
                <a16:creationId xmlns:a16="http://schemas.microsoft.com/office/drawing/2014/main" id="{4D4BB246-7B73-4608-A9C9-F169C63B9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5" name="object-23-s0-u3">
            <a:extLst xmlns:a="http://schemas.openxmlformats.org/drawingml/2006/main">
              <a:ext uri="{FF2B5EF4-FFF2-40B4-BE49-F238E27FC236}">
                <a16:creationId xmlns:a16="http://schemas.microsoft.com/office/drawing/2014/main" id="{93491599-8262-4CE0-96F5-98681914F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7265" y="2021592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Rz(θ₄)</a:t>
            </a:r>
          </a:p>
        </p:txBody>
      </p:sp>
      <p:sp>
        <p:nvSpPr>
          <p:cNvPr id="26" name="object-24-s0-u3">
            <a:extLst xmlns:a="http://schemas.openxmlformats.org/drawingml/2006/main">
              <a:ext uri="{FF2B5EF4-FFF2-40B4-BE49-F238E27FC236}">
                <a16:creationId xmlns:a16="http://schemas.microsoft.com/office/drawing/2014/main" id="{BC7D8EAB-4B85-43E2-B485-E051AF75D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7" name="object-25-s0-u3">
            <a:extLst xmlns:a="http://schemas.openxmlformats.org/drawingml/2006/main">
              <a:ext uri="{FF2B5EF4-FFF2-40B4-BE49-F238E27FC236}">
                <a16:creationId xmlns:a16="http://schemas.microsoft.com/office/drawing/2014/main" id="{3E868FC0-1836-4327-A0BD-E42C95E3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276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8" name="object-26-s0-u3">
            <a:extLst xmlns:a="http://schemas.openxmlformats.org/drawingml/2006/main">
              <a:ext uri="{FF2B5EF4-FFF2-40B4-BE49-F238E27FC236}">
                <a16:creationId xmlns:a16="http://schemas.microsoft.com/office/drawing/2014/main" id="{092AB1F0-EAC2-4A7F-A664-350F95FE8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9" name="object-27-s0-u3">
            <a:extLst xmlns:a="http://schemas.openxmlformats.org/drawingml/2006/main">
              <a:ext uri="{FF2B5EF4-FFF2-40B4-BE49-F238E27FC236}">
                <a16:creationId xmlns:a16="http://schemas.microsoft.com/office/drawing/2014/main" id="{E8572974-1183-4874-9CAE-F25185307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4540" y="2021592"/>
            <a:ext cx="568970" cy="2615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Rz(θ₅)</a:t>
            </a:r>
          </a:p>
        </p:txBody>
      </p:sp>
      <p:sp>
        <p:nvSpPr>
          <p:cNvPr id="30" name="object-28-s0-u3">
            <a:extLst xmlns:a="http://schemas.openxmlformats.org/drawingml/2006/main">
              <a:ext uri="{FF2B5EF4-FFF2-40B4-BE49-F238E27FC236}">
                <a16:creationId xmlns:a16="http://schemas.microsoft.com/office/drawing/2014/main" id="{B379CCFD-E337-4B9C-B8A8-40426BD10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31" name="object-29-s0-u3">
            <a:extLst xmlns:a="http://schemas.openxmlformats.org/drawingml/2006/main">
              <a:ext uri="{FF2B5EF4-FFF2-40B4-BE49-F238E27FC236}">
                <a16:creationId xmlns:a16="http://schemas.microsoft.com/office/drawing/2014/main" id="{0AED33E1-019C-4FC9-BBC7-48FB8A64F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551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32" name="object-30-s0-u3">
            <a:extLst xmlns:a="http://schemas.openxmlformats.org/drawingml/2006/main">
              <a:ext uri="{FF2B5EF4-FFF2-40B4-BE49-F238E27FC236}">
                <a16:creationId xmlns:a16="http://schemas.microsoft.com/office/drawing/2014/main" id="{48B4CF7E-EC93-4ACD-B8F0-862318E10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33" name="object-31-s0-u3">
            <a:extLst xmlns:a="http://schemas.openxmlformats.org/drawingml/2006/main">
              <a:ext uri="{FF2B5EF4-FFF2-40B4-BE49-F238E27FC236}">
                <a16:creationId xmlns:a16="http://schemas.microsoft.com/office/drawing/2014/main" id="{B9B9A64E-9AEB-4A59-AC97-A0AAC122E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815" y="2021592"/>
            <a:ext cx="568970" cy="2615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Rz(θ₆)</a:t>
            </a:r>
          </a:p>
        </p:txBody>
      </p:sp>
      <p:sp>
        <p:nvSpPr>
          <p:cNvPr id="34" name="object-32-s0-u3">
            <a:extLst xmlns:a="http://schemas.openxmlformats.org/drawingml/2006/main">
              <a:ext uri="{FF2B5EF4-FFF2-40B4-BE49-F238E27FC236}">
                <a16:creationId xmlns:a16="http://schemas.microsoft.com/office/drawing/2014/main" id="{CBED4848-12BB-4B79-B76A-E9FF54532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44464"/>
            <a:ext cx="95" cy="457200"/>
          </a:xfrm>
          <a:custGeom xmlns:a="http://schemas.openxmlformats.org/drawingml/2006/main">
            <a:pathLst>
              <a:path w="95" h="457200">
                <a:moveTo>
                  <a:pt x="0" y="0"/>
                </a:moveTo>
                <a:lnTo>
                  <a:pt x="0" y="45720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35" name="object-33-s0-u3">
            <a:extLst xmlns:a="http://schemas.openxmlformats.org/drawingml/2006/main">
              <a:ext uri="{FF2B5EF4-FFF2-40B4-BE49-F238E27FC236}">
                <a16:creationId xmlns:a16="http://schemas.microsoft.com/office/drawing/2014/main" id="{2339A943-79AF-4B4C-B3EC-BB6F843B7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09683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6" name="object-34-s0-u3">
            <a:extLst xmlns:a="http://schemas.openxmlformats.org/drawingml/2006/main">
              <a:ext uri="{FF2B5EF4-FFF2-40B4-BE49-F238E27FC236}">
                <a16:creationId xmlns:a16="http://schemas.microsoft.com/office/drawing/2014/main" id="{33B8A36A-E78E-4C03-A5A0-591430B63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55403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7" name="object-35-s0-u3">
            <a:extLst xmlns:a="http://schemas.openxmlformats.org/drawingml/2006/main">
              <a:ext uri="{FF2B5EF4-FFF2-40B4-BE49-F238E27FC236}">
                <a16:creationId xmlns:a16="http://schemas.microsoft.com/office/drawing/2014/main" id="{BD4F92FE-35A4-4510-9C52-9B19AFFE8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144464"/>
            <a:ext cx="95" cy="457200"/>
          </a:xfrm>
          <a:custGeom xmlns:a="http://schemas.openxmlformats.org/drawingml/2006/main">
            <a:pathLst>
              <a:path w="95" h="457200">
                <a:moveTo>
                  <a:pt x="0" y="0"/>
                </a:moveTo>
                <a:lnTo>
                  <a:pt x="0" y="45720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38" name="object-36-s0-u3">
            <a:extLst xmlns:a="http://schemas.openxmlformats.org/drawingml/2006/main">
              <a:ext uri="{FF2B5EF4-FFF2-40B4-BE49-F238E27FC236}">
                <a16:creationId xmlns:a16="http://schemas.microsoft.com/office/drawing/2014/main" id="{F897DE80-A335-4627-BFAC-22DE207F4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209683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9" name="object-37-s0-u3">
            <a:extLst xmlns:a="http://schemas.openxmlformats.org/drawingml/2006/main">
              <a:ext uri="{FF2B5EF4-FFF2-40B4-BE49-F238E27FC236}">
                <a16:creationId xmlns:a16="http://schemas.microsoft.com/office/drawing/2014/main" id="{1AB01771-4FC4-4D39-BC9D-D34FB82F8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2496889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40" name="object-38-s0-u3">
            <a:extLst xmlns:a="http://schemas.openxmlformats.org/drawingml/2006/main">
              <a:ext uri="{FF2B5EF4-FFF2-40B4-BE49-F238E27FC236}">
                <a16:creationId xmlns:a16="http://schemas.microsoft.com/office/drawing/2014/main" id="{E5783108-89B2-4363-BAC9-8EF39DEC8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7025" y="253498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41" name="object-113-s1-ux">
            <a:extLst xmlns:a="http://schemas.openxmlformats.org/drawingml/2006/main">
              <a:ext uri="{FF2B5EF4-FFF2-40B4-BE49-F238E27FC236}">
                <a16:creationId xmlns:a16="http://schemas.microsoft.com/office/drawing/2014/main" id="{2459F350-901C-4B93-8390-50CE3958E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85522"/>
            <a:ext cx="2316272" cy="3371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0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M = Rz(α) ⊗ (SX H)</a:t>
            </a:r>
          </a:p>
        </p:txBody>
      </p:sp>
      <p:sp>
        <p:nvSpPr>
          <p:cNvPr id="42" name="object-114-s1-ux">
            <a:extLst xmlns:a="http://schemas.openxmlformats.org/drawingml/2006/main">
              <a:ext uri="{FF2B5EF4-FFF2-40B4-BE49-F238E27FC236}">
                <a16:creationId xmlns:a16="http://schemas.microsoft.com/office/drawing/2014/main" id="{55A8F9D3-25FA-4E2B-A6DA-FC0647FF1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110424"/>
            <a:ext cx="496044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M =</a:t>
            </a:r>
          </a:p>
        </p:txBody>
      </p:sp>
      <p:sp>
        <p:nvSpPr>
          <p:cNvPr id="43" name="object-115-s1-ux">
            <a:extLst xmlns:a="http://schemas.openxmlformats.org/drawingml/2006/main">
              <a:ext uri="{FF2B5EF4-FFF2-40B4-BE49-F238E27FC236}">
                <a16:creationId xmlns:a16="http://schemas.microsoft.com/office/drawing/2014/main" id="{FF348EA6-1CD1-4D74-B597-DFF89011E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39889"/>
            <a:ext cx="2209800" cy="1371600"/>
          </a:xfrm>
          <a:custGeom xmlns:a="http://schemas.openxmlformats.org/drawingml/2006/main">
            <a:pathLst>
              <a:path w="2209800" h="1371600">
                <a:moveTo>
                  <a:pt x="76200" y="0"/>
                </a:moveTo>
                <a:lnTo>
                  <a:pt x="19756" y="0"/>
                </a:lnTo>
                <a:lnTo>
                  <a:pt x="0" y="8467"/>
                </a:lnTo>
                <a:lnTo>
                  <a:pt x="0" y="1363133"/>
                </a:lnTo>
                <a:lnTo>
                  <a:pt x="19756" y="1371600"/>
                </a:lnTo>
                <a:lnTo>
                  <a:pt x="76200" y="1371600"/>
                </a:lnTo>
              </a:path>
              <a:path w="2209800" h="1371600">
                <a:moveTo>
                  <a:pt x="2133600" y="0"/>
                </a:moveTo>
                <a:lnTo>
                  <a:pt x="2190045" y="0"/>
                </a:lnTo>
                <a:lnTo>
                  <a:pt x="2209800" y="8467"/>
                </a:lnTo>
                <a:lnTo>
                  <a:pt x="2209800" y="1363133"/>
                </a:lnTo>
                <a:lnTo>
                  <a:pt x="2190044" y="1371600"/>
                </a:lnTo>
                <a:lnTo>
                  <a:pt x="2133600" y="13716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23039"/>
            </a:solidFill>
            <a:prstDash val="solid"/>
          </a:ln>
        </p:spPr>
      </p:sp>
      <p:sp>
        <p:nvSpPr>
          <p:cNvPr id="44" name="object-116-s1-ux">
            <a:extLst xmlns:a="http://schemas.openxmlformats.org/drawingml/2006/main">
              <a:ext uri="{FF2B5EF4-FFF2-40B4-BE49-F238E27FC236}">
                <a16:creationId xmlns:a16="http://schemas.microsoft.com/office/drawing/2014/main" id="{D18E145F-9B2E-4663-812D-46AB8A6F9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043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45" name="object-117-s1-ux">
            <a:extLst xmlns:a="http://schemas.openxmlformats.org/drawingml/2006/main">
              <a:ext uri="{FF2B5EF4-FFF2-40B4-BE49-F238E27FC236}">
                <a16:creationId xmlns:a16="http://schemas.microsoft.com/office/drawing/2014/main" id="{8511AE3A-48AC-4196-97E9-EDE65DBF5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209" y="3601218"/>
            <a:ext cx="297924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ip</a:t>
            </a:r>
          </a:p>
        </p:txBody>
      </p:sp>
      <p:sp>
        <p:nvSpPr>
          <p:cNvPr id="46" name="object-118-s1-ux">
            <a:extLst xmlns:a="http://schemas.openxmlformats.org/drawingml/2006/main">
              <a:ext uri="{FF2B5EF4-FFF2-40B4-BE49-F238E27FC236}">
                <a16:creationId xmlns:a16="http://schemas.microsoft.com/office/drawing/2014/main" id="{42E96AB4-C2B5-4EF8-A0B1-8A83D246B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9693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7" name="object-119-s1-ux">
            <a:extLst xmlns:a="http://schemas.openxmlformats.org/drawingml/2006/main">
              <a:ext uri="{FF2B5EF4-FFF2-40B4-BE49-F238E27FC236}">
                <a16:creationId xmlns:a16="http://schemas.microsoft.com/office/drawing/2014/main" id="{6975B605-D3A8-4A61-A867-C5F3D5355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4518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8" name="object-120-s1-ux">
            <a:extLst xmlns:a="http://schemas.openxmlformats.org/drawingml/2006/main">
              <a:ext uri="{FF2B5EF4-FFF2-40B4-BE49-F238E27FC236}">
                <a16:creationId xmlns:a16="http://schemas.microsoft.com/office/drawing/2014/main" id="{9F3135D9-B7DD-4508-B8E5-D3C3C31D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043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49" name="object-121-s1-ux">
            <a:extLst xmlns:a="http://schemas.openxmlformats.org/drawingml/2006/main">
              <a:ext uri="{FF2B5EF4-FFF2-40B4-BE49-F238E27FC236}">
                <a16:creationId xmlns:a16="http://schemas.microsoft.com/office/drawing/2014/main" id="{002166A2-3606-49A6-BBA5-545BD2EB9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3544" y="3944118"/>
            <a:ext cx="459254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−ip</a:t>
            </a:r>
          </a:p>
        </p:txBody>
      </p:sp>
      <p:sp>
        <p:nvSpPr>
          <p:cNvPr id="50" name="object-122-s1-ux">
            <a:extLst xmlns:a="http://schemas.openxmlformats.org/drawingml/2006/main">
              <a:ext uri="{FF2B5EF4-FFF2-40B4-BE49-F238E27FC236}">
                <a16:creationId xmlns:a16="http://schemas.microsoft.com/office/drawing/2014/main" id="{D3C2DD7C-9BD9-4A95-8D2D-0F536126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9693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1" name="object-123-s1-ux">
            <a:extLst xmlns:a="http://schemas.openxmlformats.org/drawingml/2006/main">
              <a:ext uri="{FF2B5EF4-FFF2-40B4-BE49-F238E27FC236}">
                <a16:creationId xmlns:a16="http://schemas.microsoft.com/office/drawing/2014/main" id="{FEA8BC23-1817-4B3E-B30B-934C653F4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4518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2" name="object-124-s1-ux">
            <a:extLst xmlns:a="http://schemas.openxmlformats.org/drawingml/2006/main">
              <a:ext uri="{FF2B5EF4-FFF2-40B4-BE49-F238E27FC236}">
                <a16:creationId xmlns:a16="http://schemas.microsoft.com/office/drawing/2014/main" id="{1F5F6318-44A5-4540-8929-00B87559F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043" y="42870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3" name="object-125-s1-ux">
            <a:extLst xmlns:a="http://schemas.openxmlformats.org/drawingml/2006/main">
              <a:ext uri="{FF2B5EF4-FFF2-40B4-BE49-F238E27FC236}">
                <a16:creationId xmlns:a16="http://schemas.microsoft.com/office/drawing/2014/main" id="{85150402-A860-4A7F-B603-83F6E07F9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4868" y="42870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4" name="object-126-s1-ux">
            <a:extLst xmlns:a="http://schemas.openxmlformats.org/drawingml/2006/main">
              <a:ext uri="{FF2B5EF4-FFF2-40B4-BE49-F238E27FC236}">
                <a16:creationId xmlns:a16="http://schemas.microsoft.com/office/drawing/2014/main" id="{C5199216-C530-44A2-A012-7858FBA41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0500" y="4287018"/>
            <a:ext cx="178629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55" name="object-127-s1-ux">
            <a:extLst xmlns:a="http://schemas.openxmlformats.org/drawingml/2006/main">
              <a:ext uri="{FF2B5EF4-FFF2-40B4-BE49-F238E27FC236}">
                <a16:creationId xmlns:a16="http://schemas.microsoft.com/office/drawing/2014/main" id="{5A458C5A-FD2F-4D5E-BA1C-1795320F9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4667" y="4287018"/>
            <a:ext cx="23999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ir</a:t>
            </a:r>
          </a:p>
        </p:txBody>
      </p:sp>
      <p:sp>
        <p:nvSpPr>
          <p:cNvPr id="56" name="object-128-s1-ux">
            <a:extLst xmlns:a="http://schemas.openxmlformats.org/drawingml/2006/main">
              <a:ext uri="{FF2B5EF4-FFF2-40B4-BE49-F238E27FC236}">
                <a16:creationId xmlns:a16="http://schemas.microsoft.com/office/drawing/2014/main" id="{925A8DBF-26E8-430A-9807-B55B7164F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043" y="46299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7" name="object-129-s1-ux">
            <a:extLst xmlns:a="http://schemas.openxmlformats.org/drawingml/2006/main">
              <a:ext uri="{FF2B5EF4-FFF2-40B4-BE49-F238E27FC236}">
                <a16:creationId xmlns:a16="http://schemas.microsoft.com/office/drawing/2014/main" id="{EE6CE0CC-C7EB-4159-84E9-21BB01A2A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4868" y="46299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8" name="object-130-s1-ux">
            <a:extLst xmlns:a="http://schemas.openxmlformats.org/drawingml/2006/main">
              <a:ext uri="{FF2B5EF4-FFF2-40B4-BE49-F238E27FC236}">
                <a16:creationId xmlns:a16="http://schemas.microsoft.com/office/drawing/2014/main" id="{99996539-449F-4A26-8CD3-033367A25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0500" y="4629918"/>
            <a:ext cx="178629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59" name="object-131-s1-ux">
            <a:extLst xmlns:a="http://schemas.openxmlformats.org/drawingml/2006/main">
              <a:ext uri="{FF2B5EF4-FFF2-40B4-BE49-F238E27FC236}">
                <a16:creationId xmlns:a16="http://schemas.microsoft.com/office/drawing/2014/main" id="{F62BCECA-9326-459E-8C52-A1D179DC7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002" y="4629918"/>
            <a:ext cx="401309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−ir</a:t>
            </a:r>
          </a:p>
        </p:txBody>
      </p:sp>
      <p:sp>
        <p:nvSpPr>
          <p:cNvPr id="60" name="object-132-s1-ux">
            <a:extLst xmlns:a="http://schemas.openxmlformats.org/drawingml/2006/main">
              <a:ext uri="{FF2B5EF4-FFF2-40B4-BE49-F238E27FC236}">
                <a16:creationId xmlns:a16="http://schemas.microsoft.com/office/drawing/2014/main" id="{51044699-F0E9-4C99-8138-1DCECC0B4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09609"/>
            <a:ext cx="715268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α = Σθᵢ</a:t>
            </a:r>
          </a:p>
        </p:txBody>
      </p:sp>
      <p:sp>
        <p:nvSpPr>
          <p:cNvPr id="61" name="object-133-s1-ux">
            <a:extLst xmlns:a="http://schemas.openxmlformats.org/drawingml/2006/main">
              <a:ext uri="{FF2B5EF4-FFF2-40B4-BE49-F238E27FC236}">
                <a16:creationId xmlns:a16="http://schemas.microsoft.com/office/drawing/2014/main" id="{A768046A-DC67-4EFE-A684-B65A304FB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5208875"/>
            <a:ext cx="1657052" cy="2807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p = e^(−iα/2) / √2</a:t>
            </a:r>
          </a:p>
        </p:txBody>
      </p:sp>
      <p:sp>
        <p:nvSpPr>
          <p:cNvPr id="62" name="object-134-s1-ux">
            <a:extLst xmlns:a="http://schemas.openxmlformats.org/drawingml/2006/main">
              <a:ext uri="{FF2B5EF4-FFF2-40B4-BE49-F238E27FC236}">
                <a16:creationId xmlns:a16="http://schemas.microsoft.com/office/drawing/2014/main" id="{A9592005-9BE0-43EF-8EF0-16F8D171A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5208875"/>
            <a:ext cx="1487984" cy="2807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r = e^(iα/2) / √2</a:t>
            </a:r>
          </a:p>
        </p:txBody>
      </p:sp>
      <p:sp>
        <p:nvSpPr>
          <p:cNvPr id="63" name="object-135-s1-ux">
            <a:extLst xmlns:a="http://schemas.openxmlformats.org/drawingml/2006/main">
              <a:ext uri="{FF2B5EF4-FFF2-40B4-BE49-F238E27FC236}">
                <a16:creationId xmlns:a16="http://schemas.microsoft.com/office/drawing/2014/main" id="{3BF9CB61-1454-45D3-AA79-11D26FAC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5209609"/>
            <a:ext cx="932408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SX⁵ = SX</a:t>
            </a:r>
          </a:p>
        </p:txBody>
      </p:sp>
      <p:sp>
        <p:nvSpPr>
          <p:cNvPr id="64" name="object-162-s0-ux">
            <a:extLst xmlns:a="http://schemas.openxmlformats.org/drawingml/2006/main">
              <a:ext uri="{FF2B5EF4-FFF2-40B4-BE49-F238E27FC236}">
                <a16:creationId xmlns:a16="http://schemas.microsoft.com/office/drawing/2014/main" id="{2C8C4DCE-9600-40A6-BA12-5C71B4AA7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5127724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§5.5 matching method; longer CZ → CX instance derived for this talk</a:t>
            </a:r>
          </a:p>
        </p:txBody>
      </p:sp>
      <p:sp>
        <p:nvSpPr>
          <p:cNvPr id="65" name="object-163-s0-ux">
            <a:extLst xmlns:a="http://schemas.openxmlformats.org/drawingml/2006/main">
              <a:ext uri="{FF2B5EF4-FFF2-40B4-BE49-F238E27FC236}">
                <a16:creationId xmlns:a16="http://schemas.microsoft.com/office/drawing/2014/main" id="{797E1944-B08D-4965-9EDF-4C2CBC313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10 / 14</a:t>
            </a:r>
          </a:p>
        </p:txBody>
      </p:sp>
      <p:sp>
        <p:nvSpPr>
          <p:cNvPr id="66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EC2442A4-E72B-42ED-9B82-EFEF50D7B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2 / 6</a:t>
            </a:r>
          </a:p>
        </p:txBody>
      </p:sp>
    </p:spTree>
    <p:extLst>
      <p:ext uri="{BB962C8B-B14F-4D97-AF65-F5344CB8AC3E}">
        <p14:creationId xmlns:p14="http://schemas.microsoft.com/office/powerpoint/2010/main" val="150789096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8" name="top-accent">
            <a:extLst xmlns:a="http://schemas.openxmlformats.org/drawingml/2006/main">
              <a:ext uri="{FF2B5EF4-FFF2-40B4-BE49-F238E27FC236}">
                <a16:creationId xmlns:a16="http://schemas.microsoft.com/office/drawing/2014/main" id="{025C40D6-8BB7-4261-BA35-3A2897E9F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CC67FB4E-5BB8-49DC-AD37-E1DE11D5F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7774067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Match a long S, turn CZ into CX, then cancel</a:t>
            </a:r>
          </a:p>
        </p:txBody>
      </p:sp>
      <p:sp>
        <p:nvSpPr>
          <p:cNvPr id="3" name="object-1-s0-u3">
            <a:extLst xmlns:a="http://schemas.openxmlformats.org/drawingml/2006/main">
              <a:ext uri="{FF2B5EF4-FFF2-40B4-BE49-F238E27FC236}">
                <a16:creationId xmlns:a16="http://schemas.microsoft.com/office/drawing/2014/main" id="{7E8E2EDE-990E-4A57-A906-FC6FC82EC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24349"/>
            <a:ext cx="3604320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INPUT: CZ AND CX SEPARATED BY A 12-GATE S</a:t>
            </a:r>
          </a:p>
        </p:txBody>
      </p:sp>
      <p:sp>
        <p:nvSpPr>
          <p:cNvPr id="4" name="object-2-s0-u3">
            <a:extLst xmlns:a="http://schemas.openxmlformats.org/drawingml/2006/main">
              <a:ext uri="{FF2B5EF4-FFF2-40B4-BE49-F238E27FC236}">
                <a16:creationId xmlns:a16="http://schemas.microsoft.com/office/drawing/2014/main" id="{0D30E7E5-DB71-4937-B6D9-A869EF15E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601539"/>
            <a:ext cx="7105650" cy="1257300"/>
          </a:xfrm>
          <a:prstGeom xmlns:a="http://schemas.openxmlformats.org/drawingml/2006/main" prst="roundRect">
            <a:avLst>
              <a:gd name="adj" fmla="val 3788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9050">
            <a:solidFill>
              <a:srgbClr val="087E86"/>
            </a:solidFill>
            <a:prstDash val="solid"/>
          </a:ln>
        </p:spPr>
      </p:sp>
      <p:sp>
        <p:nvSpPr>
          <p:cNvPr id="5" name="object-3-s0-u3">
            <a:extLst xmlns:a="http://schemas.openxmlformats.org/drawingml/2006/main">
              <a:ext uri="{FF2B5EF4-FFF2-40B4-BE49-F238E27FC236}">
                <a16:creationId xmlns:a16="http://schemas.microsoft.com/office/drawing/2014/main" id="{63D6FD24-A90F-4991-BE0B-147912F14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248" y="1658689"/>
            <a:ext cx="4349204" cy="2764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S: H first, then 6 Rz gates on q₀ + 5 SX gates on q₁</a:t>
            </a:r>
          </a:p>
        </p:txBody>
      </p:sp>
      <p:sp>
        <p:nvSpPr>
          <p:cNvPr id="6" name="object-4-s0-u3">
            <a:extLst xmlns:a="http://schemas.openxmlformats.org/drawingml/2006/main">
              <a:ext uri="{FF2B5EF4-FFF2-40B4-BE49-F238E27FC236}">
                <a16:creationId xmlns:a16="http://schemas.microsoft.com/office/drawing/2014/main" id="{3674859B-3BE6-4D83-A68D-21A8E7E7A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21592"/>
            <a:ext cx="227261" cy="2616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q₀</a:t>
            </a:r>
          </a:p>
        </p:txBody>
      </p:sp>
      <p:sp>
        <p:nvSpPr>
          <p:cNvPr id="7" name="object-5-s0-u3">
            <a:extLst xmlns:a="http://schemas.openxmlformats.org/drawingml/2006/main">
              <a:ext uri="{FF2B5EF4-FFF2-40B4-BE49-F238E27FC236}">
                <a16:creationId xmlns:a16="http://schemas.microsoft.com/office/drawing/2014/main" id="{4D8D8429-8DB2-49C5-A9DA-FF025EFA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8792"/>
            <a:ext cx="227261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q₁</a:t>
            </a:r>
          </a:p>
        </p:txBody>
      </p:sp>
      <p:sp>
        <p:nvSpPr>
          <p:cNvPr id="8" name="object-6-s0-u3">
            <a:extLst xmlns:a="http://schemas.openxmlformats.org/drawingml/2006/main">
              <a:ext uri="{FF2B5EF4-FFF2-40B4-BE49-F238E27FC236}">
                <a16:creationId xmlns:a16="http://schemas.microsoft.com/office/drawing/2014/main" id="{CAC13A42-B948-4D35-8D09-6ED0FDDB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144464"/>
            <a:ext cx="10001250" cy="95"/>
          </a:xfrm>
          <a:custGeom xmlns:a="http://schemas.openxmlformats.org/drawingml/2006/main">
            <a:pathLst>
              <a:path w="10001250" h="95">
                <a:moveTo>
                  <a:pt x="0" y="0"/>
                </a:moveTo>
                <a:lnTo>
                  <a:pt x="1000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9" name="object-7-s0-u3">
            <a:extLst xmlns:a="http://schemas.openxmlformats.org/drawingml/2006/main">
              <a:ext uri="{FF2B5EF4-FFF2-40B4-BE49-F238E27FC236}">
                <a16:creationId xmlns:a16="http://schemas.microsoft.com/office/drawing/2014/main" id="{96F1E26D-363C-4B2E-9E15-C799DB800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601664"/>
            <a:ext cx="10001250" cy="95"/>
          </a:xfrm>
          <a:custGeom xmlns:a="http://schemas.openxmlformats.org/drawingml/2006/main">
            <a:pathLst>
              <a:path w="10001250" h="95">
                <a:moveTo>
                  <a:pt x="0" y="0"/>
                </a:moveTo>
                <a:lnTo>
                  <a:pt x="1000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0" name="object-8-s0-u3">
            <a:extLst xmlns:a="http://schemas.openxmlformats.org/drawingml/2006/main">
              <a:ext uri="{FF2B5EF4-FFF2-40B4-BE49-F238E27FC236}">
                <a16:creationId xmlns:a16="http://schemas.microsoft.com/office/drawing/2014/main" id="{BF4F5F26-3D79-4BA2-A7AC-C66DBCC66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458789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1" name="object-9-s0-u3">
            <a:extLst xmlns:a="http://schemas.openxmlformats.org/drawingml/2006/main">
              <a:ext uri="{FF2B5EF4-FFF2-40B4-BE49-F238E27FC236}">
                <a16:creationId xmlns:a16="http://schemas.microsoft.com/office/drawing/2014/main" id="{9AC454DC-71AC-4AA3-B20D-B94809141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8863" y="2489269"/>
            <a:ext cx="200025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2" name="object-10-s0-u3">
            <a:extLst xmlns:a="http://schemas.openxmlformats.org/drawingml/2006/main">
              <a:ext uri="{FF2B5EF4-FFF2-40B4-BE49-F238E27FC236}">
                <a16:creationId xmlns:a16="http://schemas.microsoft.com/office/drawing/2014/main" id="{4D992C13-F200-4CCC-826B-13A9ECAE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3" name="object-11-s0-u3">
            <a:extLst xmlns:a="http://schemas.openxmlformats.org/drawingml/2006/main">
              <a:ext uri="{FF2B5EF4-FFF2-40B4-BE49-F238E27FC236}">
                <a16:creationId xmlns:a16="http://schemas.microsoft.com/office/drawing/2014/main" id="{6B18E390-604E-4BEE-ADEA-41112B0DD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5440" y="2021592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Rz(θ₁)</a:t>
            </a:r>
          </a:p>
        </p:txBody>
      </p:sp>
      <p:sp>
        <p:nvSpPr>
          <p:cNvPr id="14" name="object-12-s0-u3">
            <a:extLst xmlns:a="http://schemas.openxmlformats.org/drawingml/2006/main">
              <a:ext uri="{FF2B5EF4-FFF2-40B4-BE49-F238E27FC236}">
                <a16:creationId xmlns:a16="http://schemas.microsoft.com/office/drawing/2014/main" id="{4A4F5986-6697-4B8E-B5BD-7CC7593B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5" name="object-13-s0-u3">
            <a:extLst xmlns:a="http://schemas.openxmlformats.org/drawingml/2006/main">
              <a:ext uri="{FF2B5EF4-FFF2-40B4-BE49-F238E27FC236}">
                <a16:creationId xmlns:a16="http://schemas.microsoft.com/office/drawing/2014/main" id="{1C8AF718-E7FC-4DDF-B03B-406450DC1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451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16" name="object-14-s0-u3">
            <a:extLst xmlns:a="http://schemas.openxmlformats.org/drawingml/2006/main">
              <a:ext uri="{FF2B5EF4-FFF2-40B4-BE49-F238E27FC236}">
                <a16:creationId xmlns:a16="http://schemas.microsoft.com/office/drawing/2014/main" id="{267164E3-2BC8-4BAC-B6AD-24DCF9CBB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7" name="object-15-s0-u3">
            <a:extLst xmlns:a="http://schemas.openxmlformats.org/drawingml/2006/main">
              <a:ext uri="{FF2B5EF4-FFF2-40B4-BE49-F238E27FC236}">
                <a16:creationId xmlns:a16="http://schemas.microsoft.com/office/drawing/2014/main" id="{EEBBCCB1-4E83-495D-B258-EB5B5B277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2715" y="2021592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Rz(θ₂)</a:t>
            </a:r>
          </a:p>
        </p:txBody>
      </p:sp>
      <p:sp>
        <p:nvSpPr>
          <p:cNvPr id="18" name="object-16-s0-u3">
            <a:extLst xmlns:a="http://schemas.openxmlformats.org/drawingml/2006/main">
              <a:ext uri="{FF2B5EF4-FFF2-40B4-BE49-F238E27FC236}">
                <a16:creationId xmlns:a16="http://schemas.microsoft.com/office/drawing/2014/main" id="{5952457C-EB7F-4CCB-AB86-6DA3CB23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9" name="object-17-s0-u3">
            <a:extLst xmlns:a="http://schemas.openxmlformats.org/drawingml/2006/main">
              <a:ext uri="{FF2B5EF4-FFF2-40B4-BE49-F238E27FC236}">
                <a16:creationId xmlns:a16="http://schemas.microsoft.com/office/drawing/2014/main" id="{065EE029-8685-466C-AEF8-736F4F408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726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0" name="object-18-s0-u3">
            <a:extLst xmlns:a="http://schemas.openxmlformats.org/drawingml/2006/main">
              <a:ext uri="{FF2B5EF4-FFF2-40B4-BE49-F238E27FC236}">
                <a16:creationId xmlns:a16="http://schemas.microsoft.com/office/drawing/2014/main" id="{388E059F-D61F-4366-B4D6-E75AB52D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1" name="object-19-s0-u3">
            <a:extLst xmlns:a="http://schemas.openxmlformats.org/drawingml/2006/main">
              <a:ext uri="{FF2B5EF4-FFF2-40B4-BE49-F238E27FC236}">
                <a16:creationId xmlns:a16="http://schemas.microsoft.com/office/drawing/2014/main" id="{CC2E2809-1A0D-4BAE-95ED-1939562B6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9990" y="2021592"/>
            <a:ext cx="568970" cy="261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Rz(θ₃)</a:t>
            </a:r>
          </a:p>
        </p:txBody>
      </p:sp>
      <p:sp>
        <p:nvSpPr>
          <p:cNvPr id="22" name="object-20-s0-u3">
            <a:extLst xmlns:a="http://schemas.openxmlformats.org/drawingml/2006/main">
              <a:ext uri="{FF2B5EF4-FFF2-40B4-BE49-F238E27FC236}">
                <a16:creationId xmlns:a16="http://schemas.microsoft.com/office/drawing/2014/main" id="{12DBFCDA-BDBA-424B-AB82-BDC963D95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3" name="object-21-s0-u3">
            <a:extLst xmlns:a="http://schemas.openxmlformats.org/drawingml/2006/main">
              <a:ext uri="{FF2B5EF4-FFF2-40B4-BE49-F238E27FC236}">
                <a16:creationId xmlns:a16="http://schemas.microsoft.com/office/drawing/2014/main" id="{6F139940-1062-4E17-9AF1-8B7195D1B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01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4" name="object-22-s0-u3">
            <a:extLst xmlns:a="http://schemas.openxmlformats.org/drawingml/2006/main">
              <a:ext uri="{FF2B5EF4-FFF2-40B4-BE49-F238E27FC236}">
                <a16:creationId xmlns:a16="http://schemas.microsoft.com/office/drawing/2014/main" id="{F91E2EFB-0361-438D-B1C6-DD645B8A1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5" name="object-23-s0-u3">
            <a:extLst xmlns:a="http://schemas.openxmlformats.org/drawingml/2006/main">
              <a:ext uri="{FF2B5EF4-FFF2-40B4-BE49-F238E27FC236}">
                <a16:creationId xmlns:a16="http://schemas.microsoft.com/office/drawing/2014/main" id="{33CD5C71-70B0-46DA-A3CC-4D9A8E15B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7265" y="2021592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Rz(θ₄)</a:t>
            </a:r>
          </a:p>
        </p:txBody>
      </p:sp>
      <p:sp>
        <p:nvSpPr>
          <p:cNvPr id="26" name="object-24-s0-u3">
            <a:extLst xmlns:a="http://schemas.openxmlformats.org/drawingml/2006/main">
              <a:ext uri="{FF2B5EF4-FFF2-40B4-BE49-F238E27FC236}">
                <a16:creationId xmlns:a16="http://schemas.microsoft.com/office/drawing/2014/main" id="{0C02303D-47F9-4769-9D7A-5BB4D0590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7" name="object-25-s0-u3">
            <a:extLst xmlns:a="http://schemas.openxmlformats.org/drawingml/2006/main">
              <a:ext uri="{FF2B5EF4-FFF2-40B4-BE49-F238E27FC236}">
                <a16:creationId xmlns:a16="http://schemas.microsoft.com/office/drawing/2014/main" id="{DF26358A-ED51-4EFB-8497-D9E1A663C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276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8" name="object-26-s0-u3">
            <a:extLst xmlns:a="http://schemas.openxmlformats.org/drawingml/2006/main">
              <a:ext uri="{FF2B5EF4-FFF2-40B4-BE49-F238E27FC236}">
                <a16:creationId xmlns:a16="http://schemas.microsoft.com/office/drawing/2014/main" id="{15AF6720-8629-4395-9FD1-79124B1CF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9" name="object-27-s0-u3">
            <a:extLst xmlns:a="http://schemas.openxmlformats.org/drawingml/2006/main">
              <a:ext uri="{FF2B5EF4-FFF2-40B4-BE49-F238E27FC236}">
                <a16:creationId xmlns:a16="http://schemas.microsoft.com/office/drawing/2014/main" id="{5F946E66-2224-4CB0-979F-DD4919AA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4540" y="2021592"/>
            <a:ext cx="568970" cy="2615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Rz(θ₅)</a:t>
            </a:r>
          </a:p>
        </p:txBody>
      </p:sp>
      <p:sp>
        <p:nvSpPr>
          <p:cNvPr id="30" name="object-28-s0-u3">
            <a:extLst xmlns:a="http://schemas.openxmlformats.org/drawingml/2006/main">
              <a:ext uri="{FF2B5EF4-FFF2-40B4-BE49-F238E27FC236}">
                <a16:creationId xmlns:a16="http://schemas.microsoft.com/office/drawing/2014/main" id="{DCCF68EA-9AE6-4A47-858D-90BA44032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31" name="object-29-s0-u3">
            <a:extLst xmlns:a="http://schemas.openxmlformats.org/drawingml/2006/main">
              <a:ext uri="{FF2B5EF4-FFF2-40B4-BE49-F238E27FC236}">
                <a16:creationId xmlns:a16="http://schemas.microsoft.com/office/drawing/2014/main" id="{DDF79E46-5E14-49F2-B1F6-0105B244D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551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32" name="object-30-s0-u3">
            <a:extLst xmlns:a="http://schemas.openxmlformats.org/drawingml/2006/main">
              <a:ext uri="{FF2B5EF4-FFF2-40B4-BE49-F238E27FC236}">
                <a16:creationId xmlns:a16="http://schemas.microsoft.com/office/drawing/2014/main" id="{64325299-EFF6-4B0D-92D1-3CDDB9D68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33" name="object-31-s0-u3">
            <a:extLst xmlns:a="http://schemas.openxmlformats.org/drawingml/2006/main">
              <a:ext uri="{FF2B5EF4-FFF2-40B4-BE49-F238E27FC236}">
                <a16:creationId xmlns:a16="http://schemas.microsoft.com/office/drawing/2014/main" id="{35EBC2F6-5774-4654-A58C-E5A25627B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815" y="2021592"/>
            <a:ext cx="568970" cy="2615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Rz(θ₆)</a:t>
            </a:r>
          </a:p>
        </p:txBody>
      </p:sp>
      <p:sp>
        <p:nvSpPr>
          <p:cNvPr id="34" name="object-32-s0-u3">
            <a:extLst xmlns:a="http://schemas.openxmlformats.org/drawingml/2006/main">
              <a:ext uri="{FF2B5EF4-FFF2-40B4-BE49-F238E27FC236}">
                <a16:creationId xmlns:a16="http://schemas.microsoft.com/office/drawing/2014/main" id="{278737F7-AE16-44D9-84CE-1543A93AB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44464"/>
            <a:ext cx="95" cy="457200"/>
          </a:xfrm>
          <a:custGeom xmlns:a="http://schemas.openxmlformats.org/drawingml/2006/main">
            <a:pathLst>
              <a:path w="95" h="457200">
                <a:moveTo>
                  <a:pt x="0" y="0"/>
                </a:moveTo>
                <a:lnTo>
                  <a:pt x="0" y="45720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35" name="object-33-s0-u3">
            <a:extLst xmlns:a="http://schemas.openxmlformats.org/drawingml/2006/main">
              <a:ext uri="{FF2B5EF4-FFF2-40B4-BE49-F238E27FC236}">
                <a16:creationId xmlns:a16="http://schemas.microsoft.com/office/drawing/2014/main" id="{1E2E5857-899E-438C-B063-84B4A9187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09683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6" name="object-34-s0-u3">
            <a:extLst xmlns:a="http://schemas.openxmlformats.org/drawingml/2006/main">
              <a:ext uri="{FF2B5EF4-FFF2-40B4-BE49-F238E27FC236}">
                <a16:creationId xmlns:a16="http://schemas.microsoft.com/office/drawing/2014/main" id="{F76600EC-9E22-40D9-A58E-51EECB4DC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55403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7" name="object-35-s0-u3">
            <a:extLst xmlns:a="http://schemas.openxmlformats.org/drawingml/2006/main">
              <a:ext uri="{FF2B5EF4-FFF2-40B4-BE49-F238E27FC236}">
                <a16:creationId xmlns:a16="http://schemas.microsoft.com/office/drawing/2014/main" id="{B18DF2FD-2326-481B-A863-00E51CD60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144464"/>
            <a:ext cx="95" cy="457200"/>
          </a:xfrm>
          <a:custGeom xmlns:a="http://schemas.openxmlformats.org/drawingml/2006/main">
            <a:pathLst>
              <a:path w="95" h="457200">
                <a:moveTo>
                  <a:pt x="0" y="0"/>
                </a:moveTo>
                <a:lnTo>
                  <a:pt x="0" y="45720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38" name="object-36-s0-u3">
            <a:extLst xmlns:a="http://schemas.openxmlformats.org/drawingml/2006/main">
              <a:ext uri="{FF2B5EF4-FFF2-40B4-BE49-F238E27FC236}">
                <a16:creationId xmlns:a16="http://schemas.microsoft.com/office/drawing/2014/main" id="{231C48D7-C607-4703-BE71-AA30CAE6A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209683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9" name="object-37-s0-u3">
            <a:extLst xmlns:a="http://schemas.openxmlformats.org/drawingml/2006/main">
              <a:ext uri="{FF2B5EF4-FFF2-40B4-BE49-F238E27FC236}">
                <a16:creationId xmlns:a16="http://schemas.microsoft.com/office/drawing/2014/main" id="{2D5A87D5-509C-4C94-8D2A-5CE39D8CE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2496889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40" name="object-38-s0-u3">
            <a:extLst xmlns:a="http://schemas.openxmlformats.org/drawingml/2006/main">
              <a:ext uri="{FF2B5EF4-FFF2-40B4-BE49-F238E27FC236}">
                <a16:creationId xmlns:a16="http://schemas.microsoft.com/office/drawing/2014/main" id="{7711DDCD-9099-444A-A518-A6714A64A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7025" y="253498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41" name="object-113-s1-ux">
            <a:extLst xmlns:a="http://schemas.openxmlformats.org/drawingml/2006/main">
              <a:ext uri="{FF2B5EF4-FFF2-40B4-BE49-F238E27FC236}">
                <a16:creationId xmlns:a16="http://schemas.microsoft.com/office/drawing/2014/main" id="{A6BD5084-68CE-4A2D-AD54-3FCFC7488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85522"/>
            <a:ext cx="2316272" cy="3371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0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M = Rz(α) ⊗ (SX H)</a:t>
            </a:r>
          </a:p>
        </p:txBody>
      </p:sp>
      <p:sp>
        <p:nvSpPr>
          <p:cNvPr id="42" name="object-114-s1-ux">
            <a:extLst xmlns:a="http://schemas.openxmlformats.org/drawingml/2006/main">
              <a:ext uri="{FF2B5EF4-FFF2-40B4-BE49-F238E27FC236}">
                <a16:creationId xmlns:a16="http://schemas.microsoft.com/office/drawing/2014/main" id="{B0A7A646-4CFA-4178-BD76-06D67012A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110424"/>
            <a:ext cx="496044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M =</a:t>
            </a:r>
          </a:p>
        </p:txBody>
      </p:sp>
      <p:sp>
        <p:nvSpPr>
          <p:cNvPr id="43" name="object-115-s1-ux">
            <a:extLst xmlns:a="http://schemas.openxmlformats.org/drawingml/2006/main">
              <a:ext uri="{FF2B5EF4-FFF2-40B4-BE49-F238E27FC236}">
                <a16:creationId xmlns:a16="http://schemas.microsoft.com/office/drawing/2014/main" id="{7FB71189-1219-4073-94EE-5A89D68A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39889"/>
            <a:ext cx="2209800" cy="1371600"/>
          </a:xfrm>
          <a:custGeom xmlns:a="http://schemas.openxmlformats.org/drawingml/2006/main">
            <a:pathLst>
              <a:path w="2209800" h="1371600">
                <a:moveTo>
                  <a:pt x="76200" y="0"/>
                </a:moveTo>
                <a:lnTo>
                  <a:pt x="19756" y="0"/>
                </a:lnTo>
                <a:lnTo>
                  <a:pt x="0" y="8467"/>
                </a:lnTo>
                <a:lnTo>
                  <a:pt x="0" y="1363133"/>
                </a:lnTo>
                <a:lnTo>
                  <a:pt x="19756" y="1371600"/>
                </a:lnTo>
                <a:lnTo>
                  <a:pt x="76200" y="1371600"/>
                </a:lnTo>
              </a:path>
              <a:path w="2209800" h="1371600">
                <a:moveTo>
                  <a:pt x="2133600" y="0"/>
                </a:moveTo>
                <a:lnTo>
                  <a:pt x="2190045" y="0"/>
                </a:lnTo>
                <a:lnTo>
                  <a:pt x="2209800" y="8467"/>
                </a:lnTo>
                <a:lnTo>
                  <a:pt x="2209800" y="1363133"/>
                </a:lnTo>
                <a:lnTo>
                  <a:pt x="2190044" y="1371600"/>
                </a:lnTo>
                <a:lnTo>
                  <a:pt x="2133600" y="13716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23039"/>
            </a:solidFill>
            <a:prstDash val="solid"/>
          </a:ln>
        </p:spPr>
      </p:sp>
      <p:sp>
        <p:nvSpPr>
          <p:cNvPr id="44" name="object-116-s1-ux">
            <a:extLst xmlns:a="http://schemas.openxmlformats.org/drawingml/2006/main">
              <a:ext uri="{FF2B5EF4-FFF2-40B4-BE49-F238E27FC236}">
                <a16:creationId xmlns:a16="http://schemas.microsoft.com/office/drawing/2014/main" id="{B73DC8D2-6071-4E89-A3F4-3A33B8FD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043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45" name="object-117-s1-ux">
            <a:extLst xmlns:a="http://schemas.openxmlformats.org/drawingml/2006/main">
              <a:ext uri="{FF2B5EF4-FFF2-40B4-BE49-F238E27FC236}">
                <a16:creationId xmlns:a16="http://schemas.microsoft.com/office/drawing/2014/main" id="{E4A3D03B-560B-4DBA-B0B1-6EB59D601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209" y="3601218"/>
            <a:ext cx="297924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ip</a:t>
            </a:r>
          </a:p>
        </p:txBody>
      </p:sp>
      <p:sp>
        <p:nvSpPr>
          <p:cNvPr id="46" name="object-118-s1-ux">
            <a:extLst xmlns:a="http://schemas.openxmlformats.org/drawingml/2006/main">
              <a:ext uri="{FF2B5EF4-FFF2-40B4-BE49-F238E27FC236}">
                <a16:creationId xmlns:a16="http://schemas.microsoft.com/office/drawing/2014/main" id="{E3BFAFA2-1ADD-4F10-BE2B-E797BCE5B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9693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7" name="object-119-s1-ux">
            <a:extLst xmlns:a="http://schemas.openxmlformats.org/drawingml/2006/main">
              <a:ext uri="{FF2B5EF4-FFF2-40B4-BE49-F238E27FC236}">
                <a16:creationId xmlns:a16="http://schemas.microsoft.com/office/drawing/2014/main" id="{72A7DF66-7E23-4ADD-88EC-34CB0FBFE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4518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8" name="object-120-s1-ux">
            <a:extLst xmlns:a="http://schemas.openxmlformats.org/drawingml/2006/main">
              <a:ext uri="{FF2B5EF4-FFF2-40B4-BE49-F238E27FC236}">
                <a16:creationId xmlns:a16="http://schemas.microsoft.com/office/drawing/2014/main" id="{8DE3B097-3F8F-477F-9059-BC0A6595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043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49" name="object-121-s1-ux">
            <a:extLst xmlns:a="http://schemas.openxmlformats.org/drawingml/2006/main">
              <a:ext uri="{FF2B5EF4-FFF2-40B4-BE49-F238E27FC236}">
                <a16:creationId xmlns:a16="http://schemas.microsoft.com/office/drawing/2014/main" id="{8EAB0BFA-F56E-4E27-ABA2-651C327F5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3544" y="3944118"/>
            <a:ext cx="459254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−ip</a:t>
            </a:r>
          </a:p>
        </p:txBody>
      </p:sp>
      <p:sp>
        <p:nvSpPr>
          <p:cNvPr id="50" name="object-122-s1-ux">
            <a:extLst xmlns:a="http://schemas.openxmlformats.org/drawingml/2006/main">
              <a:ext uri="{FF2B5EF4-FFF2-40B4-BE49-F238E27FC236}">
                <a16:creationId xmlns:a16="http://schemas.microsoft.com/office/drawing/2014/main" id="{48E9425F-0A2A-473C-A955-2095C4004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9693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1" name="object-123-s1-ux">
            <a:extLst xmlns:a="http://schemas.openxmlformats.org/drawingml/2006/main">
              <a:ext uri="{FF2B5EF4-FFF2-40B4-BE49-F238E27FC236}">
                <a16:creationId xmlns:a16="http://schemas.microsoft.com/office/drawing/2014/main" id="{6D74E2F3-CC89-4C5A-BEA0-BBF39F585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4518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2" name="object-124-s1-ux">
            <a:extLst xmlns:a="http://schemas.openxmlformats.org/drawingml/2006/main">
              <a:ext uri="{FF2B5EF4-FFF2-40B4-BE49-F238E27FC236}">
                <a16:creationId xmlns:a16="http://schemas.microsoft.com/office/drawing/2014/main" id="{D8DF89BC-8488-4CB0-80C0-C98519145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043" y="42870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3" name="object-125-s1-ux">
            <a:extLst xmlns:a="http://schemas.openxmlformats.org/drawingml/2006/main">
              <a:ext uri="{FF2B5EF4-FFF2-40B4-BE49-F238E27FC236}">
                <a16:creationId xmlns:a16="http://schemas.microsoft.com/office/drawing/2014/main" id="{382FAFFD-320F-4DD2-8E0F-66D2650E5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4868" y="42870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4" name="object-126-s1-ux">
            <a:extLst xmlns:a="http://schemas.openxmlformats.org/drawingml/2006/main">
              <a:ext uri="{FF2B5EF4-FFF2-40B4-BE49-F238E27FC236}">
                <a16:creationId xmlns:a16="http://schemas.microsoft.com/office/drawing/2014/main" id="{C30932A8-329C-414D-AA97-4717468D2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0500" y="4287018"/>
            <a:ext cx="178629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55" name="object-127-s1-ux">
            <a:extLst xmlns:a="http://schemas.openxmlformats.org/drawingml/2006/main">
              <a:ext uri="{FF2B5EF4-FFF2-40B4-BE49-F238E27FC236}">
                <a16:creationId xmlns:a16="http://schemas.microsoft.com/office/drawing/2014/main" id="{068F8D25-762F-4A42-ABCB-EF56A00C2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4667" y="4287018"/>
            <a:ext cx="23999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ir</a:t>
            </a:r>
          </a:p>
        </p:txBody>
      </p:sp>
      <p:sp>
        <p:nvSpPr>
          <p:cNvPr id="56" name="object-128-s1-ux">
            <a:extLst xmlns:a="http://schemas.openxmlformats.org/drawingml/2006/main">
              <a:ext uri="{FF2B5EF4-FFF2-40B4-BE49-F238E27FC236}">
                <a16:creationId xmlns:a16="http://schemas.microsoft.com/office/drawing/2014/main" id="{F5E955D2-9BDD-4936-80D0-096602C7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043" y="46299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7" name="object-129-s1-ux">
            <a:extLst xmlns:a="http://schemas.openxmlformats.org/drawingml/2006/main">
              <a:ext uri="{FF2B5EF4-FFF2-40B4-BE49-F238E27FC236}">
                <a16:creationId xmlns:a16="http://schemas.microsoft.com/office/drawing/2014/main" id="{F197F43B-6BB2-4B6F-B5D8-ECF3EBD98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4868" y="46299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8" name="object-130-s1-ux">
            <a:extLst xmlns:a="http://schemas.openxmlformats.org/drawingml/2006/main">
              <a:ext uri="{FF2B5EF4-FFF2-40B4-BE49-F238E27FC236}">
                <a16:creationId xmlns:a16="http://schemas.microsoft.com/office/drawing/2014/main" id="{A7CCFC25-DF7D-4D99-8ACF-E99AE7904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0500" y="4629918"/>
            <a:ext cx="178629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59" name="object-131-s1-ux">
            <a:extLst xmlns:a="http://schemas.openxmlformats.org/drawingml/2006/main">
              <a:ext uri="{FF2B5EF4-FFF2-40B4-BE49-F238E27FC236}">
                <a16:creationId xmlns:a16="http://schemas.microsoft.com/office/drawing/2014/main" id="{D2D2CE04-211E-4C7F-88A8-12CEDFB65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002" y="4629918"/>
            <a:ext cx="401309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−ir</a:t>
            </a:r>
          </a:p>
        </p:txBody>
      </p:sp>
      <p:sp>
        <p:nvSpPr>
          <p:cNvPr id="60" name="object-132-s1-ux">
            <a:extLst xmlns:a="http://schemas.openxmlformats.org/drawingml/2006/main">
              <a:ext uri="{FF2B5EF4-FFF2-40B4-BE49-F238E27FC236}">
                <a16:creationId xmlns:a16="http://schemas.microsoft.com/office/drawing/2014/main" id="{22C7B208-2119-4B20-85BD-2BDBA1297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09609"/>
            <a:ext cx="715268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α = Σθᵢ</a:t>
            </a:r>
          </a:p>
        </p:txBody>
      </p:sp>
      <p:sp>
        <p:nvSpPr>
          <p:cNvPr id="61" name="object-133-s1-ux">
            <a:extLst xmlns:a="http://schemas.openxmlformats.org/drawingml/2006/main">
              <a:ext uri="{FF2B5EF4-FFF2-40B4-BE49-F238E27FC236}">
                <a16:creationId xmlns:a16="http://schemas.microsoft.com/office/drawing/2014/main" id="{4A64DDD9-B764-431D-B83A-F904F90E4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5208875"/>
            <a:ext cx="1657052" cy="2807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p = e^(−iα/2) / √2</a:t>
            </a:r>
          </a:p>
        </p:txBody>
      </p:sp>
      <p:sp>
        <p:nvSpPr>
          <p:cNvPr id="62" name="object-134-s1-ux">
            <a:extLst xmlns:a="http://schemas.openxmlformats.org/drawingml/2006/main">
              <a:ext uri="{FF2B5EF4-FFF2-40B4-BE49-F238E27FC236}">
                <a16:creationId xmlns:a16="http://schemas.microsoft.com/office/drawing/2014/main" id="{9EECFA6D-76F1-42F4-8257-389DCD362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5208875"/>
            <a:ext cx="1487984" cy="2807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r = e^(iα/2) / √2</a:t>
            </a:r>
          </a:p>
        </p:txBody>
      </p:sp>
      <p:sp>
        <p:nvSpPr>
          <p:cNvPr id="63" name="object-135-s1-ux">
            <a:extLst xmlns:a="http://schemas.openxmlformats.org/drawingml/2006/main">
              <a:ext uri="{FF2B5EF4-FFF2-40B4-BE49-F238E27FC236}">
                <a16:creationId xmlns:a16="http://schemas.microsoft.com/office/drawing/2014/main" id="{3B3525CC-5DBB-4A0F-92DA-F1E827E4D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5209609"/>
            <a:ext cx="932408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SX⁵ = SX</a:t>
            </a:r>
          </a:p>
        </p:txBody>
      </p:sp>
      <p:sp>
        <p:nvSpPr>
          <p:cNvPr id="64" name="object-136-s2-ux">
            <a:extLst xmlns:a="http://schemas.openxmlformats.org/drawingml/2006/main">
              <a:ext uri="{FF2B5EF4-FFF2-40B4-BE49-F238E27FC236}">
                <a16:creationId xmlns:a16="http://schemas.microsoft.com/office/drawing/2014/main" id="{4F463FDE-168B-4254-B137-5758C6F93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316164"/>
            <a:ext cx="552450" cy="95"/>
          </a:xfrm>
          <a:custGeom xmlns:a="http://schemas.openxmlformats.org/drawingml/2006/main">
            <a:pathLst>
              <a:path w="552450" h="95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65" name="object-136-s2-ux-arrow">
            <a:extLst xmlns:a="http://schemas.openxmlformats.org/drawingml/2006/main">
              <a:ext uri="{FF2B5EF4-FFF2-40B4-BE49-F238E27FC236}">
                <a16:creationId xmlns:a16="http://schemas.microsoft.com/office/drawing/2014/main" id="{7BA257AB-D5B0-45AB-82CA-7C8A6B35D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259014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66" name="object-137-s2-ux">
            <a:extLst xmlns:a="http://schemas.openxmlformats.org/drawingml/2006/main">
              <a:ext uri="{FF2B5EF4-FFF2-40B4-BE49-F238E27FC236}">
                <a16:creationId xmlns:a16="http://schemas.microsoft.com/office/drawing/2014/main" id="{8C34C94A-D0C8-42BA-A992-E905B7AC4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7359" y="3858964"/>
            <a:ext cx="319683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fits</a:t>
            </a:r>
          </a:p>
        </p:txBody>
      </p:sp>
      <p:sp>
        <p:nvSpPr>
          <p:cNvPr id="67" name="object-138-s2-ux">
            <a:extLst xmlns:a="http://schemas.openxmlformats.org/drawingml/2006/main">
              <a:ext uri="{FF2B5EF4-FFF2-40B4-BE49-F238E27FC236}">
                <a16:creationId xmlns:a16="http://schemas.microsoft.com/office/drawing/2014/main" id="{8C754885-6049-4B95-A336-54D264704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234" y="3305562"/>
            <a:ext cx="1354931" cy="26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Synthesized S</a:t>
            </a:r>
          </a:p>
        </p:txBody>
      </p:sp>
      <p:sp>
        <p:nvSpPr>
          <p:cNvPr id="68" name="object-139-s2-ux">
            <a:extLst xmlns:a="http://schemas.openxmlformats.org/drawingml/2006/main">
              <a:ext uri="{FF2B5EF4-FFF2-40B4-BE49-F238E27FC236}">
                <a16:creationId xmlns:a16="http://schemas.microsoft.com/office/drawing/2014/main" id="{E96C56A3-991A-41B0-B51B-4A604E4AE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639889"/>
            <a:ext cx="2209800" cy="1371600"/>
          </a:xfrm>
          <a:custGeom xmlns:a="http://schemas.openxmlformats.org/drawingml/2006/main">
            <a:pathLst>
              <a:path w="2209800" h="1371600">
                <a:moveTo>
                  <a:pt x="76200" y="0"/>
                </a:moveTo>
                <a:lnTo>
                  <a:pt x="19755" y="0"/>
                </a:lnTo>
                <a:lnTo>
                  <a:pt x="0" y="8467"/>
                </a:lnTo>
                <a:lnTo>
                  <a:pt x="0" y="1363133"/>
                </a:lnTo>
                <a:lnTo>
                  <a:pt x="19756" y="1371600"/>
                </a:lnTo>
                <a:lnTo>
                  <a:pt x="76200" y="1371600"/>
                </a:lnTo>
              </a:path>
              <a:path w="2209800" h="1371600">
                <a:moveTo>
                  <a:pt x="2133600" y="0"/>
                </a:moveTo>
                <a:lnTo>
                  <a:pt x="2190044" y="0"/>
                </a:lnTo>
                <a:lnTo>
                  <a:pt x="2209800" y="8467"/>
                </a:lnTo>
                <a:lnTo>
                  <a:pt x="2209800" y="1363133"/>
                </a:lnTo>
                <a:lnTo>
                  <a:pt x="2190044" y="1371600"/>
                </a:lnTo>
                <a:lnTo>
                  <a:pt x="2133600" y="13716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23039"/>
            </a:solidFill>
            <a:prstDash val="solid"/>
          </a:ln>
        </p:spPr>
      </p:sp>
      <p:sp>
        <p:nvSpPr>
          <p:cNvPr id="69" name="object-140-s2-ux">
            <a:extLst xmlns:a="http://schemas.openxmlformats.org/drawingml/2006/main">
              <a:ext uri="{FF2B5EF4-FFF2-40B4-BE49-F238E27FC236}">
                <a16:creationId xmlns:a16="http://schemas.microsoft.com/office/drawing/2014/main" id="{EBE241BC-E8D2-4932-BE28-C7DF7EBFD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443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70" name="object-141-s2-ux">
            <a:extLst xmlns:a="http://schemas.openxmlformats.org/drawingml/2006/main">
              <a:ext uri="{FF2B5EF4-FFF2-40B4-BE49-F238E27FC236}">
                <a16:creationId xmlns:a16="http://schemas.microsoft.com/office/drawing/2014/main" id="{9A786B26-E978-4E7C-95B6-A93B57248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5268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71" name="object-142-s2-ux">
            <a:extLst xmlns:a="http://schemas.openxmlformats.org/drawingml/2006/main">
              <a:ext uri="{FF2B5EF4-FFF2-40B4-BE49-F238E27FC236}">
                <a16:creationId xmlns:a16="http://schemas.microsoft.com/office/drawing/2014/main" id="{116DD205-49FE-4D10-A29D-392A1F2DA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7906" y="3601218"/>
            <a:ext cx="220980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72" name="object-143-s2-ux">
            <a:extLst xmlns:a="http://schemas.openxmlformats.org/drawingml/2006/main">
              <a:ext uri="{FF2B5EF4-FFF2-40B4-BE49-F238E27FC236}">
                <a16:creationId xmlns:a16="http://schemas.microsoft.com/office/drawing/2014/main" id="{225F21E2-F7F2-4D46-A2E7-CE4A59866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918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73" name="object-144-s2-ux">
            <a:extLst xmlns:a="http://schemas.openxmlformats.org/drawingml/2006/main">
              <a:ext uri="{FF2B5EF4-FFF2-40B4-BE49-F238E27FC236}">
                <a16:creationId xmlns:a16="http://schemas.microsoft.com/office/drawing/2014/main" id="{DF2FD65E-97C8-4C2E-B695-CC363522A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443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74" name="object-145-s2-ux">
            <a:extLst xmlns:a="http://schemas.openxmlformats.org/drawingml/2006/main">
              <a:ext uri="{FF2B5EF4-FFF2-40B4-BE49-F238E27FC236}">
                <a16:creationId xmlns:a16="http://schemas.microsoft.com/office/drawing/2014/main" id="{F139DB61-A794-41A9-A33C-47E6E4F5C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5268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75" name="object-146-s2-ux">
            <a:extLst xmlns:a="http://schemas.openxmlformats.org/drawingml/2006/main">
              <a:ext uri="{FF2B5EF4-FFF2-40B4-BE49-F238E27FC236}">
                <a16:creationId xmlns:a16="http://schemas.microsoft.com/office/drawing/2014/main" id="{C1EA6376-1667-4C6D-A5E0-4069F05C0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8565" y="3944118"/>
            <a:ext cx="169188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76" name="object-147-s2-ux">
            <a:extLst xmlns:a="http://schemas.openxmlformats.org/drawingml/2006/main">
              <a:ext uri="{FF2B5EF4-FFF2-40B4-BE49-F238E27FC236}">
                <a16:creationId xmlns:a16="http://schemas.microsoft.com/office/drawing/2014/main" id="{FBBC1A6C-5FEE-495F-BC4A-CE09BB3DB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918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77" name="object-148-s2-ux">
            <a:extLst xmlns:a="http://schemas.openxmlformats.org/drawingml/2006/main">
              <a:ext uri="{FF2B5EF4-FFF2-40B4-BE49-F238E27FC236}">
                <a16:creationId xmlns:a16="http://schemas.microsoft.com/office/drawing/2014/main" id="{8784CAAD-F5E4-4FAD-A81A-D9D5DE455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443" y="4287018"/>
            <a:ext cx="236607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78" name="object-149-s2-ux">
            <a:extLst xmlns:a="http://schemas.openxmlformats.org/drawingml/2006/main">
              <a:ext uri="{FF2B5EF4-FFF2-40B4-BE49-F238E27FC236}">
                <a16:creationId xmlns:a16="http://schemas.microsoft.com/office/drawing/2014/main" id="{958C879A-9ACA-4139-8DEC-9A24FF17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5268" y="42870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79" name="object-150-s2-ux">
            <a:extLst xmlns:a="http://schemas.openxmlformats.org/drawingml/2006/main">
              <a:ext uri="{FF2B5EF4-FFF2-40B4-BE49-F238E27FC236}">
                <a16:creationId xmlns:a16="http://schemas.microsoft.com/office/drawing/2014/main" id="{FEC70229-D761-426F-BA55-A3E8450C3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3551" y="4287018"/>
            <a:ext cx="157012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80" name="object-151-s2-ux">
            <a:extLst xmlns:a="http://schemas.openxmlformats.org/drawingml/2006/main">
              <a:ext uri="{FF2B5EF4-FFF2-40B4-BE49-F238E27FC236}">
                <a16:creationId xmlns:a16="http://schemas.microsoft.com/office/drawing/2014/main" id="{4D8D7F97-AEFA-40E1-BC81-59DCB4415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2731" y="4287018"/>
            <a:ext cx="220980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k</a:t>
            </a:r>
          </a:p>
        </p:txBody>
      </p:sp>
      <p:sp>
        <p:nvSpPr>
          <p:cNvPr id="81" name="object-152-s2-ux">
            <a:extLst xmlns:a="http://schemas.openxmlformats.org/drawingml/2006/main">
              <a:ext uri="{FF2B5EF4-FFF2-40B4-BE49-F238E27FC236}">
                <a16:creationId xmlns:a16="http://schemas.microsoft.com/office/drawing/2014/main" id="{30291C15-8439-4EC8-BDB5-ACE21C589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443" y="4629918"/>
            <a:ext cx="236607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82" name="object-153-s2-ux">
            <a:extLst xmlns:a="http://schemas.openxmlformats.org/drawingml/2006/main">
              <a:ext uri="{FF2B5EF4-FFF2-40B4-BE49-F238E27FC236}">
                <a16:creationId xmlns:a16="http://schemas.microsoft.com/office/drawing/2014/main" id="{E829298E-0C0B-4F31-B225-E0378698A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5268" y="46299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83" name="object-154-s2-ux">
            <a:extLst xmlns:a="http://schemas.openxmlformats.org/drawingml/2006/main">
              <a:ext uri="{FF2B5EF4-FFF2-40B4-BE49-F238E27FC236}">
                <a16:creationId xmlns:a16="http://schemas.microsoft.com/office/drawing/2014/main" id="{05F18E30-B2E5-4E76-B22C-1B17E679D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3551" y="4629918"/>
            <a:ext cx="157012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84" name="object-155-s2-ux">
            <a:extLst xmlns:a="http://schemas.openxmlformats.org/drawingml/2006/main">
              <a:ext uri="{FF2B5EF4-FFF2-40B4-BE49-F238E27FC236}">
                <a16:creationId xmlns:a16="http://schemas.microsoft.com/office/drawing/2014/main" id="{50BE8602-0100-4C75-89AD-63BC95367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2066" y="4629918"/>
            <a:ext cx="382310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−k</a:t>
            </a:r>
          </a:p>
        </p:txBody>
      </p:sp>
      <p:sp>
        <p:nvSpPr>
          <p:cNvPr id="85" name="object-162-s0-ux">
            <a:extLst xmlns:a="http://schemas.openxmlformats.org/drawingml/2006/main">
              <a:ext uri="{FF2B5EF4-FFF2-40B4-BE49-F238E27FC236}">
                <a16:creationId xmlns:a16="http://schemas.microsoft.com/office/drawing/2014/main" id="{2E908401-FC8C-43BD-9505-696BE9068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5127724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§5.5 matching method; longer CZ → CX instance derived for this talk</a:t>
            </a:r>
          </a:p>
        </p:txBody>
      </p:sp>
      <p:sp>
        <p:nvSpPr>
          <p:cNvPr id="86" name="object-163-s0-ux">
            <a:extLst xmlns:a="http://schemas.openxmlformats.org/drawingml/2006/main">
              <a:ext uri="{FF2B5EF4-FFF2-40B4-BE49-F238E27FC236}">
                <a16:creationId xmlns:a16="http://schemas.microsoft.com/office/drawing/2014/main" id="{33987A91-072D-4B1C-A7A7-72A6C7599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10 / 14</a:t>
            </a:r>
          </a:p>
        </p:txBody>
      </p:sp>
      <p:sp>
        <p:nvSpPr>
          <p:cNvPr id="87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4F5189CF-EA70-429A-BDB0-5D512A886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3 / 6</a:t>
            </a:r>
          </a:p>
        </p:txBody>
      </p:sp>
    </p:spTree>
    <p:extLst>
      <p:ext uri="{BB962C8B-B14F-4D97-AF65-F5344CB8AC3E}">
        <p14:creationId xmlns:p14="http://schemas.microsoft.com/office/powerpoint/2010/main" val="232825191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3" name="top-accent">
            <a:extLst xmlns:a="http://schemas.openxmlformats.org/drawingml/2006/main">
              <a:ext uri="{FF2B5EF4-FFF2-40B4-BE49-F238E27FC236}">
                <a16:creationId xmlns:a16="http://schemas.microsoft.com/office/drawing/2014/main" id="{CB417A5C-8B57-4436-B0FB-3A6BD687F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FED036FA-CBF5-4226-9596-39511D922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7774067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Match a long S, turn CZ into CX, then cancel</a:t>
            </a:r>
          </a:p>
        </p:txBody>
      </p:sp>
      <p:sp>
        <p:nvSpPr>
          <p:cNvPr id="3" name="object-1-s0-u3">
            <a:extLst xmlns:a="http://schemas.openxmlformats.org/drawingml/2006/main">
              <a:ext uri="{FF2B5EF4-FFF2-40B4-BE49-F238E27FC236}">
                <a16:creationId xmlns:a16="http://schemas.microsoft.com/office/drawing/2014/main" id="{1803D4E0-DA80-4528-9BD5-3AAA50F3C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24349"/>
            <a:ext cx="3604320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INPUT: CZ AND CX SEPARATED BY A 12-GATE S</a:t>
            </a:r>
          </a:p>
        </p:txBody>
      </p:sp>
      <p:sp>
        <p:nvSpPr>
          <p:cNvPr id="4" name="object-2-s0-u3">
            <a:extLst xmlns:a="http://schemas.openxmlformats.org/drawingml/2006/main">
              <a:ext uri="{FF2B5EF4-FFF2-40B4-BE49-F238E27FC236}">
                <a16:creationId xmlns:a16="http://schemas.microsoft.com/office/drawing/2014/main" id="{D15D6E02-E034-4B59-8D0A-9FD0BFC66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601539"/>
            <a:ext cx="7105650" cy="1257300"/>
          </a:xfrm>
          <a:prstGeom xmlns:a="http://schemas.openxmlformats.org/drawingml/2006/main" prst="roundRect">
            <a:avLst>
              <a:gd name="adj" fmla="val 3788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9050">
            <a:solidFill>
              <a:srgbClr val="087E86"/>
            </a:solidFill>
            <a:prstDash val="solid"/>
          </a:ln>
        </p:spPr>
      </p:sp>
      <p:sp>
        <p:nvSpPr>
          <p:cNvPr id="5" name="object-3-s0-u3">
            <a:extLst xmlns:a="http://schemas.openxmlformats.org/drawingml/2006/main">
              <a:ext uri="{FF2B5EF4-FFF2-40B4-BE49-F238E27FC236}">
                <a16:creationId xmlns:a16="http://schemas.microsoft.com/office/drawing/2014/main" id="{D64BA6F5-F660-43FE-9462-96814E91F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248" y="1658689"/>
            <a:ext cx="4349204" cy="2764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S: H first, then 6 Rz gates on q₀ + 5 SX gates on q₁</a:t>
            </a:r>
          </a:p>
        </p:txBody>
      </p:sp>
      <p:sp>
        <p:nvSpPr>
          <p:cNvPr id="6" name="object-4-s0-u3">
            <a:extLst xmlns:a="http://schemas.openxmlformats.org/drawingml/2006/main">
              <a:ext uri="{FF2B5EF4-FFF2-40B4-BE49-F238E27FC236}">
                <a16:creationId xmlns:a16="http://schemas.microsoft.com/office/drawing/2014/main" id="{CE34162C-DCB1-492D-B03E-5D65C4C5A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21592"/>
            <a:ext cx="227261" cy="2616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q₀</a:t>
            </a:r>
          </a:p>
        </p:txBody>
      </p:sp>
      <p:sp>
        <p:nvSpPr>
          <p:cNvPr id="7" name="object-5-s0-u3">
            <a:extLst xmlns:a="http://schemas.openxmlformats.org/drawingml/2006/main">
              <a:ext uri="{FF2B5EF4-FFF2-40B4-BE49-F238E27FC236}">
                <a16:creationId xmlns:a16="http://schemas.microsoft.com/office/drawing/2014/main" id="{63505F79-E546-46E9-855A-DC5B01707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8792"/>
            <a:ext cx="227261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q₁</a:t>
            </a:r>
          </a:p>
        </p:txBody>
      </p:sp>
      <p:sp>
        <p:nvSpPr>
          <p:cNvPr id="8" name="object-6-s0-u3">
            <a:extLst xmlns:a="http://schemas.openxmlformats.org/drawingml/2006/main">
              <a:ext uri="{FF2B5EF4-FFF2-40B4-BE49-F238E27FC236}">
                <a16:creationId xmlns:a16="http://schemas.microsoft.com/office/drawing/2014/main" id="{C42CA2A7-4504-42B9-9AEF-497E4D1D0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144464"/>
            <a:ext cx="10001250" cy="95"/>
          </a:xfrm>
          <a:custGeom xmlns:a="http://schemas.openxmlformats.org/drawingml/2006/main">
            <a:pathLst>
              <a:path w="10001250" h="95">
                <a:moveTo>
                  <a:pt x="0" y="0"/>
                </a:moveTo>
                <a:lnTo>
                  <a:pt x="1000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9" name="object-7-s0-u3">
            <a:extLst xmlns:a="http://schemas.openxmlformats.org/drawingml/2006/main">
              <a:ext uri="{FF2B5EF4-FFF2-40B4-BE49-F238E27FC236}">
                <a16:creationId xmlns:a16="http://schemas.microsoft.com/office/drawing/2014/main" id="{50F83676-6593-4333-8288-5D45C6E8A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601664"/>
            <a:ext cx="10001250" cy="95"/>
          </a:xfrm>
          <a:custGeom xmlns:a="http://schemas.openxmlformats.org/drawingml/2006/main">
            <a:pathLst>
              <a:path w="10001250" h="95">
                <a:moveTo>
                  <a:pt x="0" y="0"/>
                </a:moveTo>
                <a:lnTo>
                  <a:pt x="1000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0" name="object-8-s0-u3">
            <a:extLst xmlns:a="http://schemas.openxmlformats.org/drawingml/2006/main">
              <a:ext uri="{FF2B5EF4-FFF2-40B4-BE49-F238E27FC236}">
                <a16:creationId xmlns:a16="http://schemas.microsoft.com/office/drawing/2014/main" id="{E07C3F45-B936-4BBC-B73E-D53CA0CE3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458789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1" name="object-9-s0-u3">
            <a:extLst xmlns:a="http://schemas.openxmlformats.org/drawingml/2006/main">
              <a:ext uri="{FF2B5EF4-FFF2-40B4-BE49-F238E27FC236}">
                <a16:creationId xmlns:a16="http://schemas.microsoft.com/office/drawing/2014/main" id="{43554A6B-71EA-49F0-91BD-B186C6740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8863" y="2489269"/>
            <a:ext cx="200025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2" name="object-10-s0-u3">
            <a:extLst xmlns:a="http://schemas.openxmlformats.org/drawingml/2006/main">
              <a:ext uri="{FF2B5EF4-FFF2-40B4-BE49-F238E27FC236}">
                <a16:creationId xmlns:a16="http://schemas.microsoft.com/office/drawing/2014/main" id="{FEC16E21-2EE0-41B2-88CF-002492458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3" name="object-11-s0-u3">
            <a:extLst xmlns:a="http://schemas.openxmlformats.org/drawingml/2006/main">
              <a:ext uri="{FF2B5EF4-FFF2-40B4-BE49-F238E27FC236}">
                <a16:creationId xmlns:a16="http://schemas.microsoft.com/office/drawing/2014/main" id="{DFE2CF54-11C1-41E3-9D20-EC5720AD5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5440" y="2021592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Rz(θ₁)</a:t>
            </a:r>
          </a:p>
        </p:txBody>
      </p:sp>
      <p:sp>
        <p:nvSpPr>
          <p:cNvPr id="14" name="object-12-s0-u3">
            <a:extLst xmlns:a="http://schemas.openxmlformats.org/drawingml/2006/main">
              <a:ext uri="{FF2B5EF4-FFF2-40B4-BE49-F238E27FC236}">
                <a16:creationId xmlns:a16="http://schemas.microsoft.com/office/drawing/2014/main" id="{2E0F497D-CB73-426E-B701-1496F1AFF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5" name="object-13-s0-u3">
            <a:extLst xmlns:a="http://schemas.openxmlformats.org/drawingml/2006/main">
              <a:ext uri="{FF2B5EF4-FFF2-40B4-BE49-F238E27FC236}">
                <a16:creationId xmlns:a16="http://schemas.microsoft.com/office/drawing/2014/main" id="{74E4788D-EAF6-4411-A5D9-69ACC6093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451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16" name="object-14-s0-u3">
            <a:extLst xmlns:a="http://schemas.openxmlformats.org/drawingml/2006/main">
              <a:ext uri="{FF2B5EF4-FFF2-40B4-BE49-F238E27FC236}">
                <a16:creationId xmlns:a16="http://schemas.microsoft.com/office/drawing/2014/main" id="{08AEDFDA-85AB-4ABC-893A-8BCC0743E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7" name="object-15-s0-u3">
            <a:extLst xmlns:a="http://schemas.openxmlformats.org/drawingml/2006/main">
              <a:ext uri="{FF2B5EF4-FFF2-40B4-BE49-F238E27FC236}">
                <a16:creationId xmlns:a16="http://schemas.microsoft.com/office/drawing/2014/main" id="{A3FD891B-D038-4273-9F3E-1E92E59E1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2715" y="2021592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Rz(θ₂)</a:t>
            </a:r>
          </a:p>
        </p:txBody>
      </p:sp>
      <p:sp>
        <p:nvSpPr>
          <p:cNvPr id="18" name="object-16-s0-u3">
            <a:extLst xmlns:a="http://schemas.openxmlformats.org/drawingml/2006/main">
              <a:ext uri="{FF2B5EF4-FFF2-40B4-BE49-F238E27FC236}">
                <a16:creationId xmlns:a16="http://schemas.microsoft.com/office/drawing/2014/main" id="{10FB5DD9-F3BA-4583-A414-A06BFE90C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9" name="object-17-s0-u3">
            <a:extLst xmlns:a="http://schemas.openxmlformats.org/drawingml/2006/main">
              <a:ext uri="{FF2B5EF4-FFF2-40B4-BE49-F238E27FC236}">
                <a16:creationId xmlns:a16="http://schemas.microsoft.com/office/drawing/2014/main" id="{DFDE5F56-93B4-4F59-9608-801C43A6B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726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0" name="object-18-s0-u3">
            <a:extLst xmlns:a="http://schemas.openxmlformats.org/drawingml/2006/main">
              <a:ext uri="{FF2B5EF4-FFF2-40B4-BE49-F238E27FC236}">
                <a16:creationId xmlns:a16="http://schemas.microsoft.com/office/drawing/2014/main" id="{C148F8CB-6BD9-4B33-A1B2-B93A83E7B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1" name="object-19-s0-u3">
            <a:extLst xmlns:a="http://schemas.openxmlformats.org/drawingml/2006/main">
              <a:ext uri="{FF2B5EF4-FFF2-40B4-BE49-F238E27FC236}">
                <a16:creationId xmlns:a16="http://schemas.microsoft.com/office/drawing/2014/main" id="{CBB5C6BB-61DD-466C-8638-3F60909CC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9990" y="2021592"/>
            <a:ext cx="568970" cy="261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Rz(θ₃)</a:t>
            </a:r>
          </a:p>
        </p:txBody>
      </p:sp>
      <p:sp>
        <p:nvSpPr>
          <p:cNvPr id="22" name="object-20-s0-u3">
            <a:extLst xmlns:a="http://schemas.openxmlformats.org/drawingml/2006/main">
              <a:ext uri="{FF2B5EF4-FFF2-40B4-BE49-F238E27FC236}">
                <a16:creationId xmlns:a16="http://schemas.microsoft.com/office/drawing/2014/main" id="{D3A0FEE5-BF15-4EA4-8D16-37833BFA0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3" name="object-21-s0-u3">
            <a:extLst xmlns:a="http://schemas.openxmlformats.org/drawingml/2006/main">
              <a:ext uri="{FF2B5EF4-FFF2-40B4-BE49-F238E27FC236}">
                <a16:creationId xmlns:a16="http://schemas.microsoft.com/office/drawing/2014/main" id="{EFAD70B9-35C2-488B-90AA-15214B8F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01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4" name="object-22-s0-u3">
            <a:extLst xmlns:a="http://schemas.openxmlformats.org/drawingml/2006/main">
              <a:ext uri="{FF2B5EF4-FFF2-40B4-BE49-F238E27FC236}">
                <a16:creationId xmlns:a16="http://schemas.microsoft.com/office/drawing/2014/main" id="{4B0FF5B5-FDF0-49E4-B316-8E769FF9B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5" name="object-23-s0-u3">
            <a:extLst xmlns:a="http://schemas.openxmlformats.org/drawingml/2006/main">
              <a:ext uri="{FF2B5EF4-FFF2-40B4-BE49-F238E27FC236}">
                <a16:creationId xmlns:a16="http://schemas.microsoft.com/office/drawing/2014/main" id="{9DE1E97A-2720-40FE-A70D-E30897390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7265" y="2021592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Rz(θ₄)</a:t>
            </a:r>
          </a:p>
        </p:txBody>
      </p:sp>
      <p:sp>
        <p:nvSpPr>
          <p:cNvPr id="26" name="object-24-s0-u3">
            <a:extLst xmlns:a="http://schemas.openxmlformats.org/drawingml/2006/main">
              <a:ext uri="{FF2B5EF4-FFF2-40B4-BE49-F238E27FC236}">
                <a16:creationId xmlns:a16="http://schemas.microsoft.com/office/drawing/2014/main" id="{44B3AF2B-5FD7-494C-921F-08827B19F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7" name="object-25-s0-u3">
            <a:extLst xmlns:a="http://schemas.openxmlformats.org/drawingml/2006/main">
              <a:ext uri="{FF2B5EF4-FFF2-40B4-BE49-F238E27FC236}">
                <a16:creationId xmlns:a16="http://schemas.microsoft.com/office/drawing/2014/main" id="{D0286ED3-6A13-4215-816B-155A7FEB0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276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8" name="object-26-s0-u3">
            <a:extLst xmlns:a="http://schemas.openxmlformats.org/drawingml/2006/main">
              <a:ext uri="{FF2B5EF4-FFF2-40B4-BE49-F238E27FC236}">
                <a16:creationId xmlns:a16="http://schemas.microsoft.com/office/drawing/2014/main" id="{C8BC476A-3A91-4B33-8E4B-CFBE60BA1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9" name="object-27-s0-u3">
            <a:extLst xmlns:a="http://schemas.openxmlformats.org/drawingml/2006/main">
              <a:ext uri="{FF2B5EF4-FFF2-40B4-BE49-F238E27FC236}">
                <a16:creationId xmlns:a16="http://schemas.microsoft.com/office/drawing/2014/main" id="{A108F595-1F6A-48B7-AEE0-DCF074605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4540" y="2021592"/>
            <a:ext cx="568970" cy="2615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Rz(θ₅)</a:t>
            </a:r>
          </a:p>
        </p:txBody>
      </p:sp>
      <p:sp>
        <p:nvSpPr>
          <p:cNvPr id="30" name="object-28-s0-u3">
            <a:extLst xmlns:a="http://schemas.openxmlformats.org/drawingml/2006/main">
              <a:ext uri="{FF2B5EF4-FFF2-40B4-BE49-F238E27FC236}">
                <a16:creationId xmlns:a16="http://schemas.microsoft.com/office/drawing/2014/main" id="{F4B78C8B-5F93-4B87-A9AA-0A3D4EB09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31" name="object-29-s0-u3">
            <a:extLst xmlns:a="http://schemas.openxmlformats.org/drawingml/2006/main">
              <a:ext uri="{FF2B5EF4-FFF2-40B4-BE49-F238E27FC236}">
                <a16:creationId xmlns:a16="http://schemas.microsoft.com/office/drawing/2014/main" id="{F4FE5A55-E441-4729-8640-1526A762C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551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32" name="object-30-s0-u3">
            <a:extLst xmlns:a="http://schemas.openxmlformats.org/drawingml/2006/main">
              <a:ext uri="{FF2B5EF4-FFF2-40B4-BE49-F238E27FC236}">
                <a16:creationId xmlns:a16="http://schemas.microsoft.com/office/drawing/2014/main" id="{0F21499B-25E0-439E-B3DB-AF84C4414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33" name="object-31-s0-u3">
            <a:extLst xmlns:a="http://schemas.openxmlformats.org/drawingml/2006/main">
              <a:ext uri="{FF2B5EF4-FFF2-40B4-BE49-F238E27FC236}">
                <a16:creationId xmlns:a16="http://schemas.microsoft.com/office/drawing/2014/main" id="{97C1056E-5535-4EE3-90E0-5A095ECA9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815" y="2021592"/>
            <a:ext cx="568970" cy="2615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Rz(θ₆)</a:t>
            </a:r>
          </a:p>
        </p:txBody>
      </p:sp>
      <p:sp>
        <p:nvSpPr>
          <p:cNvPr id="34" name="object-32-s0-u3">
            <a:extLst xmlns:a="http://schemas.openxmlformats.org/drawingml/2006/main">
              <a:ext uri="{FF2B5EF4-FFF2-40B4-BE49-F238E27FC236}">
                <a16:creationId xmlns:a16="http://schemas.microsoft.com/office/drawing/2014/main" id="{0E60D5CC-6A4C-4EE2-9AF7-6FCA1518F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44464"/>
            <a:ext cx="95" cy="457200"/>
          </a:xfrm>
          <a:custGeom xmlns:a="http://schemas.openxmlformats.org/drawingml/2006/main">
            <a:pathLst>
              <a:path w="95" h="457200">
                <a:moveTo>
                  <a:pt x="0" y="0"/>
                </a:moveTo>
                <a:lnTo>
                  <a:pt x="0" y="45720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35" name="object-33-s0-u3">
            <a:extLst xmlns:a="http://schemas.openxmlformats.org/drawingml/2006/main">
              <a:ext uri="{FF2B5EF4-FFF2-40B4-BE49-F238E27FC236}">
                <a16:creationId xmlns:a16="http://schemas.microsoft.com/office/drawing/2014/main" id="{95A553B5-CABB-48B2-8F59-F3CFC6119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09683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6" name="object-34-s0-u3">
            <a:extLst xmlns:a="http://schemas.openxmlformats.org/drawingml/2006/main">
              <a:ext uri="{FF2B5EF4-FFF2-40B4-BE49-F238E27FC236}">
                <a16:creationId xmlns:a16="http://schemas.microsoft.com/office/drawing/2014/main" id="{ADAEA95C-F06C-4902-8FDD-CF919C0B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55403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7" name="object-35-s0-u3">
            <a:extLst xmlns:a="http://schemas.openxmlformats.org/drawingml/2006/main">
              <a:ext uri="{FF2B5EF4-FFF2-40B4-BE49-F238E27FC236}">
                <a16:creationId xmlns:a16="http://schemas.microsoft.com/office/drawing/2014/main" id="{C0BCBCA6-E3EA-4F52-BE3E-231C86C52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144464"/>
            <a:ext cx="95" cy="457200"/>
          </a:xfrm>
          <a:custGeom xmlns:a="http://schemas.openxmlformats.org/drawingml/2006/main">
            <a:pathLst>
              <a:path w="95" h="457200">
                <a:moveTo>
                  <a:pt x="0" y="0"/>
                </a:moveTo>
                <a:lnTo>
                  <a:pt x="0" y="45720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38" name="object-36-s0-u3">
            <a:extLst xmlns:a="http://schemas.openxmlformats.org/drawingml/2006/main">
              <a:ext uri="{FF2B5EF4-FFF2-40B4-BE49-F238E27FC236}">
                <a16:creationId xmlns:a16="http://schemas.microsoft.com/office/drawing/2014/main" id="{4AC00F6D-CFD6-4504-BBB2-C063BEB4E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209683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9" name="object-37-s0-u3">
            <a:extLst xmlns:a="http://schemas.openxmlformats.org/drawingml/2006/main">
              <a:ext uri="{FF2B5EF4-FFF2-40B4-BE49-F238E27FC236}">
                <a16:creationId xmlns:a16="http://schemas.microsoft.com/office/drawing/2014/main" id="{B9FC4BBC-96AC-4B45-8255-F2B56A047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2496889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40" name="object-38-s0-u3">
            <a:extLst xmlns:a="http://schemas.openxmlformats.org/drawingml/2006/main">
              <a:ext uri="{FF2B5EF4-FFF2-40B4-BE49-F238E27FC236}">
                <a16:creationId xmlns:a16="http://schemas.microsoft.com/office/drawing/2014/main" id="{C1B4FFF1-6F04-4CCA-A3FD-AD22AA59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7025" y="253498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41" name="object-113-s1-ux">
            <a:extLst xmlns:a="http://schemas.openxmlformats.org/drawingml/2006/main">
              <a:ext uri="{FF2B5EF4-FFF2-40B4-BE49-F238E27FC236}">
                <a16:creationId xmlns:a16="http://schemas.microsoft.com/office/drawing/2014/main" id="{0E714268-F8C5-4FDA-8D03-FBDE8CD9F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85522"/>
            <a:ext cx="2316272" cy="3371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0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M = Rz(α) ⊗ (SX H)</a:t>
            </a:r>
          </a:p>
        </p:txBody>
      </p:sp>
      <p:sp>
        <p:nvSpPr>
          <p:cNvPr id="42" name="object-114-s1-ux">
            <a:extLst xmlns:a="http://schemas.openxmlformats.org/drawingml/2006/main">
              <a:ext uri="{FF2B5EF4-FFF2-40B4-BE49-F238E27FC236}">
                <a16:creationId xmlns:a16="http://schemas.microsoft.com/office/drawing/2014/main" id="{76341C30-91B2-496C-A68D-112EC13B0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110424"/>
            <a:ext cx="496044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M =</a:t>
            </a:r>
          </a:p>
        </p:txBody>
      </p:sp>
      <p:sp>
        <p:nvSpPr>
          <p:cNvPr id="43" name="object-115-s1-ux">
            <a:extLst xmlns:a="http://schemas.openxmlformats.org/drawingml/2006/main">
              <a:ext uri="{FF2B5EF4-FFF2-40B4-BE49-F238E27FC236}">
                <a16:creationId xmlns:a16="http://schemas.microsoft.com/office/drawing/2014/main" id="{ED4D9412-322A-461B-A245-E2375CA07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39889"/>
            <a:ext cx="2209800" cy="1371600"/>
          </a:xfrm>
          <a:custGeom xmlns:a="http://schemas.openxmlformats.org/drawingml/2006/main">
            <a:pathLst>
              <a:path w="2209800" h="1371600">
                <a:moveTo>
                  <a:pt x="76200" y="0"/>
                </a:moveTo>
                <a:lnTo>
                  <a:pt x="19756" y="0"/>
                </a:lnTo>
                <a:lnTo>
                  <a:pt x="0" y="8467"/>
                </a:lnTo>
                <a:lnTo>
                  <a:pt x="0" y="1363133"/>
                </a:lnTo>
                <a:lnTo>
                  <a:pt x="19756" y="1371600"/>
                </a:lnTo>
                <a:lnTo>
                  <a:pt x="76200" y="1371600"/>
                </a:lnTo>
              </a:path>
              <a:path w="2209800" h="1371600">
                <a:moveTo>
                  <a:pt x="2133600" y="0"/>
                </a:moveTo>
                <a:lnTo>
                  <a:pt x="2190045" y="0"/>
                </a:lnTo>
                <a:lnTo>
                  <a:pt x="2209800" y="8467"/>
                </a:lnTo>
                <a:lnTo>
                  <a:pt x="2209800" y="1363133"/>
                </a:lnTo>
                <a:lnTo>
                  <a:pt x="2190044" y="1371600"/>
                </a:lnTo>
                <a:lnTo>
                  <a:pt x="2133600" y="13716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23039"/>
            </a:solidFill>
            <a:prstDash val="solid"/>
          </a:ln>
        </p:spPr>
      </p:sp>
      <p:sp>
        <p:nvSpPr>
          <p:cNvPr id="44" name="object-116-s1-ux">
            <a:extLst xmlns:a="http://schemas.openxmlformats.org/drawingml/2006/main">
              <a:ext uri="{FF2B5EF4-FFF2-40B4-BE49-F238E27FC236}">
                <a16:creationId xmlns:a16="http://schemas.microsoft.com/office/drawing/2014/main" id="{30782D3E-37D1-44DC-B18D-0B82949AF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043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45" name="object-117-s1-ux">
            <a:extLst xmlns:a="http://schemas.openxmlformats.org/drawingml/2006/main">
              <a:ext uri="{FF2B5EF4-FFF2-40B4-BE49-F238E27FC236}">
                <a16:creationId xmlns:a16="http://schemas.microsoft.com/office/drawing/2014/main" id="{779404F8-5D61-49A5-B163-A306CF27D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209" y="3601218"/>
            <a:ext cx="297924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ip</a:t>
            </a:r>
          </a:p>
        </p:txBody>
      </p:sp>
      <p:sp>
        <p:nvSpPr>
          <p:cNvPr id="46" name="object-118-s1-ux">
            <a:extLst xmlns:a="http://schemas.openxmlformats.org/drawingml/2006/main">
              <a:ext uri="{FF2B5EF4-FFF2-40B4-BE49-F238E27FC236}">
                <a16:creationId xmlns:a16="http://schemas.microsoft.com/office/drawing/2014/main" id="{0E2D2051-2761-4C36-B03F-95CF9E6E9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9693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7" name="object-119-s1-ux">
            <a:extLst xmlns:a="http://schemas.openxmlformats.org/drawingml/2006/main">
              <a:ext uri="{FF2B5EF4-FFF2-40B4-BE49-F238E27FC236}">
                <a16:creationId xmlns:a16="http://schemas.microsoft.com/office/drawing/2014/main" id="{FD11B7F6-825B-4BA3-8C9B-A708A5FF2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4518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8" name="object-120-s1-ux">
            <a:extLst xmlns:a="http://schemas.openxmlformats.org/drawingml/2006/main">
              <a:ext uri="{FF2B5EF4-FFF2-40B4-BE49-F238E27FC236}">
                <a16:creationId xmlns:a16="http://schemas.microsoft.com/office/drawing/2014/main" id="{429285FB-82D3-48D4-9DF0-2DAE68E3E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043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49" name="object-121-s1-ux">
            <a:extLst xmlns:a="http://schemas.openxmlformats.org/drawingml/2006/main">
              <a:ext uri="{FF2B5EF4-FFF2-40B4-BE49-F238E27FC236}">
                <a16:creationId xmlns:a16="http://schemas.microsoft.com/office/drawing/2014/main" id="{541BAE48-D445-43F2-BDE2-E7ACD41AC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3544" y="3944118"/>
            <a:ext cx="459254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−ip</a:t>
            </a:r>
          </a:p>
        </p:txBody>
      </p:sp>
      <p:sp>
        <p:nvSpPr>
          <p:cNvPr id="50" name="object-122-s1-ux">
            <a:extLst xmlns:a="http://schemas.openxmlformats.org/drawingml/2006/main">
              <a:ext uri="{FF2B5EF4-FFF2-40B4-BE49-F238E27FC236}">
                <a16:creationId xmlns:a16="http://schemas.microsoft.com/office/drawing/2014/main" id="{BEC52A71-12D7-4C61-8479-3C0014087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9693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1" name="object-123-s1-ux">
            <a:extLst xmlns:a="http://schemas.openxmlformats.org/drawingml/2006/main">
              <a:ext uri="{FF2B5EF4-FFF2-40B4-BE49-F238E27FC236}">
                <a16:creationId xmlns:a16="http://schemas.microsoft.com/office/drawing/2014/main" id="{0331D9A2-30FD-4FBB-A399-DCC0B6A19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4518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2" name="object-124-s1-ux">
            <a:extLst xmlns:a="http://schemas.openxmlformats.org/drawingml/2006/main">
              <a:ext uri="{FF2B5EF4-FFF2-40B4-BE49-F238E27FC236}">
                <a16:creationId xmlns:a16="http://schemas.microsoft.com/office/drawing/2014/main" id="{1CCB81D1-D7BC-4362-ACEA-043CF8040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043" y="42870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3" name="object-125-s1-ux">
            <a:extLst xmlns:a="http://schemas.openxmlformats.org/drawingml/2006/main">
              <a:ext uri="{FF2B5EF4-FFF2-40B4-BE49-F238E27FC236}">
                <a16:creationId xmlns:a16="http://schemas.microsoft.com/office/drawing/2014/main" id="{083DBB3F-6BD4-454D-89A9-F95B6708D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4868" y="42870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4" name="object-126-s1-ux">
            <a:extLst xmlns:a="http://schemas.openxmlformats.org/drawingml/2006/main">
              <a:ext uri="{FF2B5EF4-FFF2-40B4-BE49-F238E27FC236}">
                <a16:creationId xmlns:a16="http://schemas.microsoft.com/office/drawing/2014/main" id="{86D7314C-4DB2-43A6-886B-C3FACD6D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0500" y="4287018"/>
            <a:ext cx="178629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55" name="object-127-s1-ux">
            <a:extLst xmlns:a="http://schemas.openxmlformats.org/drawingml/2006/main">
              <a:ext uri="{FF2B5EF4-FFF2-40B4-BE49-F238E27FC236}">
                <a16:creationId xmlns:a16="http://schemas.microsoft.com/office/drawing/2014/main" id="{622C54B3-3E0B-4DA1-B260-4F9CD22AA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4667" y="4287018"/>
            <a:ext cx="23999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ir</a:t>
            </a:r>
          </a:p>
        </p:txBody>
      </p:sp>
      <p:sp>
        <p:nvSpPr>
          <p:cNvPr id="56" name="object-128-s1-ux">
            <a:extLst xmlns:a="http://schemas.openxmlformats.org/drawingml/2006/main">
              <a:ext uri="{FF2B5EF4-FFF2-40B4-BE49-F238E27FC236}">
                <a16:creationId xmlns:a16="http://schemas.microsoft.com/office/drawing/2014/main" id="{C2DE1614-786B-458D-8960-62812E4CC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043" y="46299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7" name="object-129-s1-ux">
            <a:extLst xmlns:a="http://schemas.openxmlformats.org/drawingml/2006/main">
              <a:ext uri="{FF2B5EF4-FFF2-40B4-BE49-F238E27FC236}">
                <a16:creationId xmlns:a16="http://schemas.microsoft.com/office/drawing/2014/main" id="{38326E78-044C-4994-884C-67A20CC1B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4868" y="46299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8" name="object-130-s1-ux">
            <a:extLst xmlns:a="http://schemas.openxmlformats.org/drawingml/2006/main">
              <a:ext uri="{FF2B5EF4-FFF2-40B4-BE49-F238E27FC236}">
                <a16:creationId xmlns:a16="http://schemas.microsoft.com/office/drawing/2014/main" id="{BAF81712-D46E-4150-B616-AEF720F53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0500" y="4629918"/>
            <a:ext cx="178629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59" name="object-131-s1-ux">
            <a:extLst xmlns:a="http://schemas.openxmlformats.org/drawingml/2006/main">
              <a:ext uri="{FF2B5EF4-FFF2-40B4-BE49-F238E27FC236}">
                <a16:creationId xmlns:a16="http://schemas.microsoft.com/office/drawing/2014/main" id="{565C3B4D-B632-47CA-B79E-69DB69CF8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002" y="4629918"/>
            <a:ext cx="401309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−ir</a:t>
            </a:r>
          </a:p>
        </p:txBody>
      </p:sp>
      <p:sp>
        <p:nvSpPr>
          <p:cNvPr id="60" name="object-132-s1-ux">
            <a:extLst xmlns:a="http://schemas.openxmlformats.org/drawingml/2006/main">
              <a:ext uri="{FF2B5EF4-FFF2-40B4-BE49-F238E27FC236}">
                <a16:creationId xmlns:a16="http://schemas.microsoft.com/office/drawing/2014/main" id="{B80F4A93-C5F4-4372-AB47-17678626A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09609"/>
            <a:ext cx="715268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α = Σθᵢ</a:t>
            </a:r>
          </a:p>
        </p:txBody>
      </p:sp>
      <p:sp>
        <p:nvSpPr>
          <p:cNvPr id="61" name="object-133-s1-ux">
            <a:extLst xmlns:a="http://schemas.openxmlformats.org/drawingml/2006/main">
              <a:ext uri="{FF2B5EF4-FFF2-40B4-BE49-F238E27FC236}">
                <a16:creationId xmlns:a16="http://schemas.microsoft.com/office/drawing/2014/main" id="{A649A8EB-A578-4CC2-972A-FA47B4B4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5208875"/>
            <a:ext cx="1657052" cy="2807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p = e^(−iα/2) / √2</a:t>
            </a:r>
          </a:p>
        </p:txBody>
      </p:sp>
      <p:sp>
        <p:nvSpPr>
          <p:cNvPr id="62" name="object-134-s1-ux">
            <a:extLst xmlns:a="http://schemas.openxmlformats.org/drawingml/2006/main">
              <a:ext uri="{FF2B5EF4-FFF2-40B4-BE49-F238E27FC236}">
                <a16:creationId xmlns:a16="http://schemas.microsoft.com/office/drawing/2014/main" id="{EFC4A52A-B134-4734-A31D-A1CE8AE92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5208875"/>
            <a:ext cx="1487984" cy="2807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r = e^(iα/2) / √2</a:t>
            </a:r>
          </a:p>
        </p:txBody>
      </p:sp>
      <p:sp>
        <p:nvSpPr>
          <p:cNvPr id="63" name="object-135-s1-ux">
            <a:extLst xmlns:a="http://schemas.openxmlformats.org/drawingml/2006/main">
              <a:ext uri="{FF2B5EF4-FFF2-40B4-BE49-F238E27FC236}">
                <a16:creationId xmlns:a16="http://schemas.microsoft.com/office/drawing/2014/main" id="{399EC53C-545B-4315-9E9F-61434FD37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5209609"/>
            <a:ext cx="932408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SX⁵ = SX</a:t>
            </a:r>
          </a:p>
        </p:txBody>
      </p:sp>
      <p:sp>
        <p:nvSpPr>
          <p:cNvPr id="64" name="object-136-s2-ux">
            <a:extLst xmlns:a="http://schemas.openxmlformats.org/drawingml/2006/main">
              <a:ext uri="{FF2B5EF4-FFF2-40B4-BE49-F238E27FC236}">
                <a16:creationId xmlns:a16="http://schemas.microsoft.com/office/drawing/2014/main" id="{CCE2B72F-1964-4FF9-8E82-69DF1EB71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316164"/>
            <a:ext cx="552450" cy="95"/>
          </a:xfrm>
          <a:custGeom xmlns:a="http://schemas.openxmlformats.org/drawingml/2006/main">
            <a:pathLst>
              <a:path w="552450" h="95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65" name="object-136-s2-ux-arrow">
            <a:extLst xmlns:a="http://schemas.openxmlformats.org/drawingml/2006/main">
              <a:ext uri="{FF2B5EF4-FFF2-40B4-BE49-F238E27FC236}">
                <a16:creationId xmlns:a16="http://schemas.microsoft.com/office/drawing/2014/main" id="{D2481462-756B-4D2A-BFB7-97ACF7846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259014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66" name="object-137-s2-ux">
            <a:extLst xmlns:a="http://schemas.openxmlformats.org/drawingml/2006/main">
              <a:ext uri="{FF2B5EF4-FFF2-40B4-BE49-F238E27FC236}">
                <a16:creationId xmlns:a16="http://schemas.microsoft.com/office/drawing/2014/main" id="{6341BEEC-FAE8-4341-BD44-9356EC332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7359" y="3858964"/>
            <a:ext cx="319683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fits</a:t>
            </a:r>
          </a:p>
        </p:txBody>
      </p:sp>
      <p:sp>
        <p:nvSpPr>
          <p:cNvPr id="67" name="object-138-s2-ux">
            <a:extLst xmlns:a="http://schemas.openxmlformats.org/drawingml/2006/main">
              <a:ext uri="{FF2B5EF4-FFF2-40B4-BE49-F238E27FC236}">
                <a16:creationId xmlns:a16="http://schemas.microsoft.com/office/drawing/2014/main" id="{EB647CF8-F985-46C7-937C-BBCBF77A6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234" y="3305562"/>
            <a:ext cx="1354931" cy="26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Synthesized S</a:t>
            </a:r>
          </a:p>
        </p:txBody>
      </p:sp>
      <p:sp>
        <p:nvSpPr>
          <p:cNvPr id="68" name="object-139-s2-ux">
            <a:extLst xmlns:a="http://schemas.openxmlformats.org/drawingml/2006/main">
              <a:ext uri="{FF2B5EF4-FFF2-40B4-BE49-F238E27FC236}">
                <a16:creationId xmlns:a16="http://schemas.microsoft.com/office/drawing/2014/main" id="{337069D6-F245-476B-86F4-758FEACA2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639889"/>
            <a:ext cx="2209800" cy="1371600"/>
          </a:xfrm>
          <a:custGeom xmlns:a="http://schemas.openxmlformats.org/drawingml/2006/main">
            <a:pathLst>
              <a:path w="2209800" h="1371600">
                <a:moveTo>
                  <a:pt x="76200" y="0"/>
                </a:moveTo>
                <a:lnTo>
                  <a:pt x="19755" y="0"/>
                </a:lnTo>
                <a:lnTo>
                  <a:pt x="0" y="8467"/>
                </a:lnTo>
                <a:lnTo>
                  <a:pt x="0" y="1363133"/>
                </a:lnTo>
                <a:lnTo>
                  <a:pt x="19756" y="1371600"/>
                </a:lnTo>
                <a:lnTo>
                  <a:pt x="76200" y="1371600"/>
                </a:lnTo>
              </a:path>
              <a:path w="2209800" h="1371600">
                <a:moveTo>
                  <a:pt x="2133600" y="0"/>
                </a:moveTo>
                <a:lnTo>
                  <a:pt x="2190044" y="0"/>
                </a:lnTo>
                <a:lnTo>
                  <a:pt x="2209800" y="8467"/>
                </a:lnTo>
                <a:lnTo>
                  <a:pt x="2209800" y="1363133"/>
                </a:lnTo>
                <a:lnTo>
                  <a:pt x="2190044" y="1371600"/>
                </a:lnTo>
                <a:lnTo>
                  <a:pt x="2133600" y="13716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23039"/>
            </a:solidFill>
            <a:prstDash val="solid"/>
          </a:ln>
        </p:spPr>
      </p:sp>
      <p:sp>
        <p:nvSpPr>
          <p:cNvPr id="69" name="object-140-s2-ux">
            <a:extLst xmlns:a="http://schemas.openxmlformats.org/drawingml/2006/main">
              <a:ext uri="{FF2B5EF4-FFF2-40B4-BE49-F238E27FC236}">
                <a16:creationId xmlns:a16="http://schemas.microsoft.com/office/drawing/2014/main" id="{8863D3C2-22B3-48A2-B369-42D02890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443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70" name="object-141-s2-ux">
            <a:extLst xmlns:a="http://schemas.openxmlformats.org/drawingml/2006/main">
              <a:ext uri="{FF2B5EF4-FFF2-40B4-BE49-F238E27FC236}">
                <a16:creationId xmlns:a16="http://schemas.microsoft.com/office/drawing/2014/main" id="{6CE86334-BCBB-4E9D-A889-0A3E2E283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5268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71" name="object-142-s2-ux">
            <a:extLst xmlns:a="http://schemas.openxmlformats.org/drawingml/2006/main">
              <a:ext uri="{FF2B5EF4-FFF2-40B4-BE49-F238E27FC236}">
                <a16:creationId xmlns:a16="http://schemas.microsoft.com/office/drawing/2014/main" id="{8DCB3BF7-CD1D-4F4D-8844-F37AC951F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7906" y="3601218"/>
            <a:ext cx="220980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72" name="object-143-s2-ux">
            <a:extLst xmlns:a="http://schemas.openxmlformats.org/drawingml/2006/main">
              <a:ext uri="{FF2B5EF4-FFF2-40B4-BE49-F238E27FC236}">
                <a16:creationId xmlns:a16="http://schemas.microsoft.com/office/drawing/2014/main" id="{FC7C51F8-13F2-4B3B-9C57-B6BE1413B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918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73" name="object-144-s2-ux">
            <a:extLst xmlns:a="http://schemas.openxmlformats.org/drawingml/2006/main">
              <a:ext uri="{FF2B5EF4-FFF2-40B4-BE49-F238E27FC236}">
                <a16:creationId xmlns:a16="http://schemas.microsoft.com/office/drawing/2014/main" id="{BCCE38F5-B6B3-4A02-B462-7C599364A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443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74" name="object-145-s2-ux">
            <a:extLst xmlns:a="http://schemas.openxmlformats.org/drawingml/2006/main">
              <a:ext uri="{FF2B5EF4-FFF2-40B4-BE49-F238E27FC236}">
                <a16:creationId xmlns:a16="http://schemas.microsoft.com/office/drawing/2014/main" id="{6A7B96DE-72B7-4D3B-860F-3AC208E4C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5268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75" name="object-146-s2-ux">
            <a:extLst xmlns:a="http://schemas.openxmlformats.org/drawingml/2006/main">
              <a:ext uri="{FF2B5EF4-FFF2-40B4-BE49-F238E27FC236}">
                <a16:creationId xmlns:a16="http://schemas.microsoft.com/office/drawing/2014/main" id="{D5610FBE-3C9C-43A0-9052-06548DC89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8565" y="3944118"/>
            <a:ext cx="169188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76" name="object-147-s2-ux">
            <a:extLst xmlns:a="http://schemas.openxmlformats.org/drawingml/2006/main">
              <a:ext uri="{FF2B5EF4-FFF2-40B4-BE49-F238E27FC236}">
                <a16:creationId xmlns:a16="http://schemas.microsoft.com/office/drawing/2014/main" id="{72AC8317-753B-4A43-9BD0-33C5CE09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918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77" name="object-148-s2-ux">
            <a:extLst xmlns:a="http://schemas.openxmlformats.org/drawingml/2006/main">
              <a:ext uri="{FF2B5EF4-FFF2-40B4-BE49-F238E27FC236}">
                <a16:creationId xmlns:a16="http://schemas.microsoft.com/office/drawing/2014/main" id="{CE40AC14-3B93-4DEE-A3F1-1BC9E69CE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443" y="4287018"/>
            <a:ext cx="236607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78" name="object-149-s2-ux">
            <a:extLst xmlns:a="http://schemas.openxmlformats.org/drawingml/2006/main">
              <a:ext uri="{FF2B5EF4-FFF2-40B4-BE49-F238E27FC236}">
                <a16:creationId xmlns:a16="http://schemas.microsoft.com/office/drawing/2014/main" id="{79B0EEBB-9DF1-46E5-B926-64860F7CF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5268" y="42870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79" name="object-150-s2-ux">
            <a:extLst xmlns:a="http://schemas.openxmlformats.org/drawingml/2006/main">
              <a:ext uri="{FF2B5EF4-FFF2-40B4-BE49-F238E27FC236}">
                <a16:creationId xmlns:a16="http://schemas.microsoft.com/office/drawing/2014/main" id="{A4933DC9-9A51-4682-B968-75A15D75C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3551" y="4287018"/>
            <a:ext cx="157012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80" name="object-151-s2-ux">
            <a:extLst xmlns:a="http://schemas.openxmlformats.org/drawingml/2006/main">
              <a:ext uri="{FF2B5EF4-FFF2-40B4-BE49-F238E27FC236}">
                <a16:creationId xmlns:a16="http://schemas.microsoft.com/office/drawing/2014/main" id="{58AB3AC4-6E6D-4173-9962-637412AC7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2731" y="4287018"/>
            <a:ext cx="220980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k</a:t>
            </a:r>
          </a:p>
        </p:txBody>
      </p:sp>
      <p:sp>
        <p:nvSpPr>
          <p:cNvPr id="81" name="object-152-s2-ux">
            <a:extLst xmlns:a="http://schemas.openxmlformats.org/drawingml/2006/main">
              <a:ext uri="{FF2B5EF4-FFF2-40B4-BE49-F238E27FC236}">
                <a16:creationId xmlns:a16="http://schemas.microsoft.com/office/drawing/2014/main" id="{7C05D5AB-622D-45E8-AF8A-BAE95104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443" y="4629918"/>
            <a:ext cx="236607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82" name="object-153-s2-ux">
            <a:extLst xmlns:a="http://schemas.openxmlformats.org/drawingml/2006/main">
              <a:ext uri="{FF2B5EF4-FFF2-40B4-BE49-F238E27FC236}">
                <a16:creationId xmlns:a16="http://schemas.microsoft.com/office/drawing/2014/main" id="{F39E159A-3A39-4831-AC09-FB1B3DA5B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5268" y="46299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83" name="object-154-s2-ux">
            <a:extLst xmlns:a="http://schemas.openxmlformats.org/drawingml/2006/main">
              <a:ext uri="{FF2B5EF4-FFF2-40B4-BE49-F238E27FC236}">
                <a16:creationId xmlns:a16="http://schemas.microsoft.com/office/drawing/2014/main" id="{39675F6A-E587-4874-913D-607504168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3551" y="4629918"/>
            <a:ext cx="157012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84" name="object-155-s2-ux">
            <a:extLst xmlns:a="http://schemas.openxmlformats.org/drawingml/2006/main">
              <a:ext uri="{FF2B5EF4-FFF2-40B4-BE49-F238E27FC236}">
                <a16:creationId xmlns:a16="http://schemas.microsoft.com/office/drawing/2014/main" id="{E9CDD345-13EF-4795-9218-49D22CAF6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2066" y="4629918"/>
            <a:ext cx="382310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−k</a:t>
            </a:r>
          </a:p>
        </p:txBody>
      </p:sp>
      <p:sp>
        <p:nvSpPr>
          <p:cNvPr id="85" name="object-156-s3-ux">
            <a:extLst xmlns:a="http://schemas.openxmlformats.org/drawingml/2006/main">
              <a:ext uri="{FF2B5EF4-FFF2-40B4-BE49-F238E27FC236}">
                <a16:creationId xmlns:a16="http://schemas.microsoft.com/office/drawing/2014/main" id="{0E569724-A4F6-4737-AF6C-8E8B47D0C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921704"/>
            <a:ext cx="964823" cy="426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M ⊨ S</a:t>
            </a:r>
          </a:p>
        </p:txBody>
      </p:sp>
      <p:sp>
        <p:nvSpPr>
          <p:cNvPr id="86" name="object-157-s3-ux">
            <a:extLst xmlns:a="http://schemas.openxmlformats.org/drawingml/2006/main">
              <a:ext uri="{FF2B5EF4-FFF2-40B4-BE49-F238E27FC236}">
                <a16:creationId xmlns:a16="http://schemas.microsoft.com/office/drawing/2014/main" id="{3C75F154-6436-4D03-87E8-163BDCB14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97979"/>
            <a:ext cx="978694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a = d = p</a:t>
            </a:r>
          </a:p>
        </p:txBody>
      </p:sp>
      <p:sp>
        <p:nvSpPr>
          <p:cNvPr id="87" name="object-158-s3-ux">
            <a:extLst xmlns:a="http://schemas.openxmlformats.org/drawingml/2006/main">
              <a:ext uri="{FF2B5EF4-FFF2-40B4-BE49-F238E27FC236}">
                <a16:creationId xmlns:a16="http://schemas.microsoft.com/office/drawing/2014/main" id="{6DC5B756-F52D-4D9B-AC90-28B0BB67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940879"/>
            <a:ext cx="1467892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b = ip,  e = −ip</a:t>
            </a:r>
          </a:p>
        </p:txBody>
      </p:sp>
      <p:sp>
        <p:nvSpPr>
          <p:cNvPr id="88" name="object-159-s3-ux">
            <a:extLst xmlns:a="http://schemas.openxmlformats.org/drawingml/2006/main">
              <a:ext uri="{FF2B5EF4-FFF2-40B4-BE49-F238E27FC236}">
                <a16:creationId xmlns:a16="http://schemas.microsoft.com/office/drawing/2014/main" id="{1F93ED79-5C71-48ED-B6A4-D1C12EB2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2883" y="4283779"/>
            <a:ext cx="1093403" cy="3033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j = r,  k = ir</a:t>
            </a:r>
          </a:p>
        </p:txBody>
      </p:sp>
      <p:sp>
        <p:nvSpPr>
          <p:cNvPr id="89" name="object-160-s3-ux">
            <a:extLst xmlns:a="http://schemas.openxmlformats.org/drawingml/2006/main">
              <a:ext uri="{FF2B5EF4-FFF2-40B4-BE49-F238E27FC236}">
                <a16:creationId xmlns:a16="http://schemas.microsoft.com/office/drawing/2014/main" id="{78B87C72-2F72-4C21-AF64-0E3E891A8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637157"/>
            <a:ext cx="1610916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c = f = g = h = 0</a:t>
            </a:r>
          </a:p>
        </p:txBody>
      </p:sp>
      <p:sp>
        <p:nvSpPr>
          <p:cNvPr id="90" name="object-162-s0-ux">
            <a:extLst xmlns:a="http://schemas.openxmlformats.org/drawingml/2006/main">
              <a:ext uri="{FF2B5EF4-FFF2-40B4-BE49-F238E27FC236}">
                <a16:creationId xmlns:a16="http://schemas.microsoft.com/office/drawing/2014/main" id="{17A4249E-AE89-4043-BA09-446B4EC14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5127724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§5.5 matching method; longer CZ → CX instance derived for this talk</a:t>
            </a:r>
          </a:p>
        </p:txBody>
      </p:sp>
      <p:sp>
        <p:nvSpPr>
          <p:cNvPr id="91" name="object-163-s0-ux">
            <a:extLst xmlns:a="http://schemas.openxmlformats.org/drawingml/2006/main">
              <a:ext uri="{FF2B5EF4-FFF2-40B4-BE49-F238E27FC236}">
                <a16:creationId xmlns:a16="http://schemas.microsoft.com/office/drawing/2014/main" id="{F8FB82DB-F5C5-4520-894A-3058301D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10 / 14</a:t>
            </a:r>
          </a:p>
        </p:txBody>
      </p:sp>
      <p:sp>
        <p:nvSpPr>
          <p:cNvPr id="92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AB901BE4-3AFA-44C2-9CFC-9243771FF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4 / 6</a:t>
            </a:r>
          </a:p>
        </p:txBody>
      </p:sp>
    </p:spTree>
    <p:extLst>
      <p:ext uri="{BB962C8B-B14F-4D97-AF65-F5344CB8AC3E}">
        <p14:creationId xmlns:p14="http://schemas.microsoft.com/office/powerpoint/2010/main" val="714920956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top-accent">
            <a:extLst xmlns:a="http://schemas.openxmlformats.org/drawingml/2006/main">
              <a:ext uri="{FF2B5EF4-FFF2-40B4-BE49-F238E27FC236}">
                <a16:creationId xmlns:a16="http://schemas.microsoft.com/office/drawing/2014/main" id="{7698E5A5-1896-4471-B9DB-F626DBCA7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FBDE8C63-D959-4AE7-91EE-F4EA51279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7774067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Match a long S, turn CZ into CX, then cancel</a:t>
            </a:r>
          </a:p>
        </p:txBody>
      </p:sp>
      <p:sp>
        <p:nvSpPr>
          <p:cNvPr id="3" name="object-39-s4-u4">
            <a:extLst xmlns:a="http://schemas.openxmlformats.org/drawingml/2006/main">
              <a:ext uri="{FF2B5EF4-FFF2-40B4-BE49-F238E27FC236}">
                <a16:creationId xmlns:a16="http://schemas.microsoft.com/office/drawing/2014/main" id="{4B094F8F-BC7E-47C8-B7F0-EB8679AC0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24349"/>
            <a:ext cx="3736628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MATCH ACCEPTED: MOVE CZ THROUGH S AS CX</a:t>
            </a:r>
          </a:p>
        </p:txBody>
      </p:sp>
      <p:sp>
        <p:nvSpPr>
          <p:cNvPr id="4" name="object-40-s4-u4">
            <a:extLst xmlns:a="http://schemas.openxmlformats.org/drawingml/2006/main">
              <a:ext uri="{FF2B5EF4-FFF2-40B4-BE49-F238E27FC236}">
                <a16:creationId xmlns:a16="http://schemas.microsoft.com/office/drawing/2014/main" id="{9555980F-19B6-4C31-BBF6-03C68D179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601539"/>
            <a:ext cx="7105650" cy="1257300"/>
          </a:xfrm>
          <a:prstGeom xmlns:a="http://schemas.openxmlformats.org/drawingml/2006/main" prst="roundRect">
            <a:avLst>
              <a:gd name="adj" fmla="val 3788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9050">
            <a:solidFill>
              <a:srgbClr val="087E86"/>
            </a:solidFill>
            <a:prstDash val="solid"/>
          </a:ln>
        </p:spPr>
      </p:sp>
      <p:sp>
        <p:nvSpPr>
          <p:cNvPr id="5" name="object-41-s4-u4">
            <a:extLst xmlns:a="http://schemas.openxmlformats.org/drawingml/2006/main">
              <a:ext uri="{FF2B5EF4-FFF2-40B4-BE49-F238E27FC236}">
                <a16:creationId xmlns:a16="http://schemas.microsoft.com/office/drawing/2014/main" id="{B18BABB3-90AD-4EE0-9FA2-1698CC46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248" y="1658689"/>
            <a:ext cx="4349204" cy="2764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S: H first, then 6 Rz gates on q₀ + 5 SX gates on q₁</a:t>
            </a:r>
          </a:p>
        </p:txBody>
      </p:sp>
      <p:sp>
        <p:nvSpPr>
          <p:cNvPr id="6" name="object-42-s4-u4">
            <a:extLst xmlns:a="http://schemas.openxmlformats.org/drawingml/2006/main">
              <a:ext uri="{FF2B5EF4-FFF2-40B4-BE49-F238E27FC236}">
                <a16:creationId xmlns:a16="http://schemas.microsoft.com/office/drawing/2014/main" id="{855A5A04-A275-469E-BADB-9703E643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21592"/>
            <a:ext cx="227261" cy="2616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q₀</a:t>
            </a:r>
          </a:p>
        </p:txBody>
      </p:sp>
      <p:sp>
        <p:nvSpPr>
          <p:cNvPr id="7" name="object-43-s4-u4">
            <a:extLst xmlns:a="http://schemas.openxmlformats.org/drawingml/2006/main">
              <a:ext uri="{FF2B5EF4-FFF2-40B4-BE49-F238E27FC236}">
                <a16:creationId xmlns:a16="http://schemas.microsoft.com/office/drawing/2014/main" id="{EB864932-B9FC-43EF-AF43-9FDC23225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8792"/>
            <a:ext cx="227261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q₁</a:t>
            </a:r>
          </a:p>
        </p:txBody>
      </p:sp>
      <p:sp>
        <p:nvSpPr>
          <p:cNvPr id="8" name="object-44-s4-u4">
            <a:extLst xmlns:a="http://schemas.openxmlformats.org/drawingml/2006/main">
              <a:ext uri="{FF2B5EF4-FFF2-40B4-BE49-F238E27FC236}">
                <a16:creationId xmlns:a16="http://schemas.microsoft.com/office/drawing/2014/main" id="{158A2F62-1E4F-4DDB-A3D1-3DA73B171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144464"/>
            <a:ext cx="10001250" cy="95"/>
          </a:xfrm>
          <a:custGeom xmlns:a="http://schemas.openxmlformats.org/drawingml/2006/main">
            <a:pathLst>
              <a:path w="10001250" h="95">
                <a:moveTo>
                  <a:pt x="0" y="0"/>
                </a:moveTo>
                <a:lnTo>
                  <a:pt x="1000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9" name="object-45-s4-u4">
            <a:extLst xmlns:a="http://schemas.openxmlformats.org/drawingml/2006/main">
              <a:ext uri="{FF2B5EF4-FFF2-40B4-BE49-F238E27FC236}">
                <a16:creationId xmlns:a16="http://schemas.microsoft.com/office/drawing/2014/main" id="{4C1102C2-8076-4A87-9688-26C9968C6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601664"/>
            <a:ext cx="10001250" cy="95"/>
          </a:xfrm>
          <a:custGeom xmlns:a="http://schemas.openxmlformats.org/drawingml/2006/main">
            <a:pathLst>
              <a:path w="10001250" h="95">
                <a:moveTo>
                  <a:pt x="0" y="0"/>
                </a:moveTo>
                <a:lnTo>
                  <a:pt x="1000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0" name="object-46-s4-u4">
            <a:extLst xmlns:a="http://schemas.openxmlformats.org/drawingml/2006/main">
              <a:ext uri="{FF2B5EF4-FFF2-40B4-BE49-F238E27FC236}">
                <a16:creationId xmlns:a16="http://schemas.microsoft.com/office/drawing/2014/main" id="{FF808836-AF4C-4781-9040-2CD15DAA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458789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1" name="object-47-s4-u4">
            <a:extLst xmlns:a="http://schemas.openxmlformats.org/drawingml/2006/main">
              <a:ext uri="{FF2B5EF4-FFF2-40B4-BE49-F238E27FC236}">
                <a16:creationId xmlns:a16="http://schemas.microsoft.com/office/drawing/2014/main" id="{DA617226-B936-4089-90D5-5A264FBBA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8863" y="2489269"/>
            <a:ext cx="200025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2" name="object-48-s4-u4">
            <a:extLst xmlns:a="http://schemas.openxmlformats.org/drawingml/2006/main">
              <a:ext uri="{FF2B5EF4-FFF2-40B4-BE49-F238E27FC236}">
                <a16:creationId xmlns:a16="http://schemas.microsoft.com/office/drawing/2014/main" id="{AB1F7079-3A6B-45DA-9D8E-AAE3C4465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3" name="object-49-s4-u4">
            <a:extLst xmlns:a="http://schemas.openxmlformats.org/drawingml/2006/main">
              <a:ext uri="{FF2B5EF4-FFF2-40B4-BE49-F238E27FC236}">
                <a16:creationId xmlns:a16="http://schemas.microsoft.com/office/drawing/2014/main" id="{F21C3969-1CB5-4E49-910A-44D841CF1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5440" y="2021592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Rz(θ₁)</a:t>
            </a:r>
          </a:p>
        </p:txBody>
      </p:sp>
      <p:sp>
        <p:nvSpPr>
          <p:cNvPr id="14" name="object-50-s4-u4">
            <a:extLst xmlns:a="http://schemas.openxmlformats.org/drawingml/2006/main">
              <a:ext uri="{FF2B5EF4-FFF2-40B4-BE49-F238E27FC236}">
                <a16:creationId xmlns:a16="http://schemas.microsoft.com/office/drawing/2014/main" id="{58C03544-3BC2-4258-B6F1-23FDDA94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5" name="object-51-s4-u4">
            <a:extLst xmlns:a="http://schemas.openxmlformats.org/drawingml/2006/main">
              <a:ext uri="{FF2B5EF4-FFF2-40B4-BE49-F238E27FC236}">
                <a16:creationId xmlns:a16="http://schemas.microsoft.com/office/drawing/2014/main" id="{5D2E6CFF-8605-4407-B261-0C1096413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451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16" name="object-52-s4-u4">
            <a:extLst xmlns:a="http://schemas.openxmlformats.org/drawingml/2006/main">
              <a:ext uri="{FF2B5EF4-FFF2-40B4-BE49-F238E27FC236}">
                <a16:creationId xmlns:a16="http://schemas.microsoft.com/office/drawing/2014/main" id="{6309768A-099C-4A53-AE31-CD33EDF5D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7" name="object-53-s4-u4">
            <a:extLst xmlns:a="http://schemas.openxmlformats.org/drawingml/2006/main">
              <a:ext uri="{FF2B5EF4-FFF2-40B4-BE49-F238E27FC236}">
                <a16:creationId xmlns:a16="http://schemas.microsoft.com/office/drawing/2014/main" id="{3D3C97E1-9E8E-4E3A-A623-F73664C95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2715" y="2021592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Rz(θ₂)</a:t>
            </a:r>
          </a:p>
        </p:txBody>
      </p:sp>
      <p:sp>
        <p:nvSpPr>
          <p:cNvPr id="18" name="object-54-s4-u4">
            <a:extLst xmlns:a="http://schemas.openxmlformats.org/drawingml/2006/main">
              <a:ext uri="{FF2B5EF4-FFF2-40B4-BE49-F238E27FC236}">
                <a16:creationId xmlns:a16="http://schemas.microsoft.com/office/drawing/2014/main" id="{3BFF0962-C8B8-42D9-81B8-51359BCF4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9" name="object-55-s4-u4">
            <a:extLst xmlns:a="http://schemas.openxmlformats.org/drawingml/2006/main">
              <a:ext uri="{FF2B5EF4-FFF2-40B4-BE49-F238E27FC236}">
                <a16:creationId xmlns:a16="http://schemas.microsoft.com/office/drawing/2014/main" id="{BBFEF275-12AC-4DDE-8764-F3284FF4B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726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0" name="object-56-s4-u4">
            <a:extLst xmlns:a="http://schemas.openxmlformats.org/drawingml/2006/main">
              <a:ext uri="{FF2B5EF4-FFF2-40B4-BE49-F238E27FC236}">
                <a16:creationId xmlns:a16="http://schemas.microsoft.com/office/drawing/2014/main" id="{09B30A12-6240-4DE4-B1AD-15CD34ED9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1" name="object-57-s4-u4">
            <a:extLst xmlns:a="http://schemas.openxmlformats.org/drawingml/2006/main">
              <a:ext uri="{FF2B5EF4-FFF2-40B4-BE49-F238E27FC236}">
                <a16:creationId xmlns:a16="http://schemas.microsoft.com/office/drawing/2014/main" id="{CCCC3A9F-8AAF-4E75-8B7E-450E5C89D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9990" y="2021592"/>
            <a:ext cx="568970" cy="261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Rz(θ₃)</a:t>
            </a:r>
          </a:p>
        </p:txBody>
      </p:sp>
      <p:sp>
        <p:nvSpPr>
          <p:cNvPr id="22" name="object-58-s4-u4">
            <a:extLst xmlns:a="http://schemas.openxmlformats.org/drawingml/2006/main">
              <a:ext uri="{FF2B5EF4-FFF2-40B4-BE49-F238E27FC236}">
                <a16:creationId xmlns:a16="http://schemas.microsoft.com/office/drawing/2014/main" id="{0063CB68-5059-4F37-A1D6-587FCC259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3" name="object-59-s4-u4">
            <a:extLst xmlns:a="http://schemas.openxmlformats.org/drawingml/2006/main">
              <a:ext uri="{FF2B5EF4-FFF2-40B4-BE49-F238E27FC236}">
                <a16:creationId xmlns:a16="http://schemas.microsoft.com/office/drawing/2014/main" id="{D55210DE-BA2D-484B-A0F6-FE383F885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01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4" name="object-60-s4-u4">
            <a:extLst xmlns:a="http://schemas.openxmlformats.org/drawingml/2006/main">
              <a:ext uri="{FF2B5EF4-FFF2-40B4-BE49-F238E27FC236}">
                <a16:creationId xmlns:a16="http://schemas.microsoft.com/office/drawing/2014/main" id="{4C9A5814-52C9-4438-9066-263DCEE73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5" name="object-61-s4-u4">
            <a:extLst xmlns:a="http://schemas.openxmlformats.org/drawingml/2006/main">
              <a:ext uri="{FF2B5EF4-FFF2-40B4-BE49-F238E27FC236}">
                <a16:creationId xmlns:a16="http://schemas.microsoft.com/office/drawing/2014/main" id="{783C38BE-3DD2-4562-9EAE-98778EDF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7265" y="2021592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Rz(θ₄)</a:t>
            </a:r>
          </a:p>
        </p:txBody>
      </p:sp>
      <p:sp>
        <p:nvSpPr>
          <p:cNvPr id="26" name="object-62-s4-u4">
            <a:extLst xmlns:a="http://schemas.openxmlformats.org/drawingml/2006/main">
              <a:ext uri="{FF2B5EF4-FFF2-40B4-BE49-F238E27FC236}">
                <a16:creationId xmlns:a16="http://schemas.microsoft.com/office/drawing/2014/main" id="{7D60BFEB-B70B-4F43-9A77-E853EDE5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7" name="object-63-s4-u4">
            <a:extLst xmlns:a="http://schemas.openxmlformats.org/drawingml/2006/main">
              <a:ext uri="{FF2B5EF4-FFF2-40B4-BE49-F238E27FC236}">
                <a16:creationId xmlns:a16="http://schemas.microsoft.com/office/drawing/2014/main" id="{8581F5DD-EA91-4E15-8304-7BB97F2FF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276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8" name="object-64-s4-u4">
            <a:extLst xmlns:a="http://schemas.openxmlformats.org/drawingml/2006/main">
              <a:ext uri="{FF2B5EF4-FFF2-40B4-BE49-F238E27FC236}">
                <a16:creationId xmlns:a16="http://schemas.microsoft.com/office/drawing/2014/main" id="{9188BCD5-D5FE-4DB9-B609-A70019B2C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9" name="object-65-s4-u4">
            <a:extLst xmlns:a="http://schemas.openxmlformats.org/drawingml/2006/main">
              <a:ext uri="{FF2B5EF4-FFF2-40B4-BE49-F238E27FC236}">
                <a16:creationId xmlns:a16="http://schemas.microsoft.com/office/drawing/2014/main" id="{CB3FFCA8-BEB6-4926-9FA9-E3841595D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4540" y="2021592"/>
            <a:ext cx="568970" cy="2615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Rz(θ₅)</a:t>
            </a:r>
          </a:p>
        </p:txBody>
      </p:sp>
      <p:sp>
        <p:nvSpPr>
          <p:cNvPr id="30" name="object-66-s4-u4">
            <a:extLst xmlns:a="http://schemas.openxmlformats.org/drawingml/2006/main">
              <a:ext uri="{FF2B5EF4-FFF2-40B4-BE49-F238E27FC236}">
                <a16:creationId xmlns:a16="http://schemas.microsoft.com/office/drawing/2014/main" id="{46A01C66-A9E1-4EE0-B25F-0F5873686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31" name="object-67-s4-u4">
            <a:extLst xmlns:a="http://schemas.openxmlformats.org/drawingml/2006/main">
              <a:ext uri="{FF2B5EF4-FFF2-40B4-BE49-F238E27FC236}">
                <a16:creationId xmlns:a16="http://schemas.microsoft.com/office/drawing/2014/main" id="{1DC686FC-0425-4048-BCFE-E9BB93705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551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32" name="object-68-s4-u4">
            <a:extLst xmlns:a="http://schemas.openxmlformats.org/drawingml/2006/main">
              <a:ext uri="{FF2B5EF4-FFF2-40B4-BE49-F238E27FC236}">
                <a16:creationId xmlns:a16="http://schemas.microsoft.com/office/drawing/2014/main" id="{C0FB5B40-109B-45D8-95A3-616B794A4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33" name="object-69-s4-u4">
            <a:extLst xmlns:a="http://schemas.openxmlformats.org/drawingml/2006/main">
              <a:ext uri="{FF2B5EF4-FFF2-40B4-BE49-F238E27FC236}">
                <a16:creationId xmlns:a16="http://schemas.microsoft.com/office/drawing/2014/main" id="{71C39528-A8DC-4781-BFE7-95610C640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815" y="2021592"/>
            <a:ext cx="568970" cy="2615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Rz(θ₆)</a:t>
            </a:r>
          </a:p>
        </p:txBody>
      </p:sp>
      <p:sp>
        <p:nvSpPr>
          <p:cNvPr id="34" name="object-70-s4-u4">
            <a:extLst xmlns:a="http://schemas.openxmlformats.org/drawingml/2006/main">
              <a:ext uri="{FF2B5EF4-FFF2-40B4-BE49-F238E27FC236}">
                <a16:creationId xmlns:a16="http://schemas.microsoft.com/office/drawing/2014/main" id="{94D57C4C-C1FB-4B0B-9DB7-2B7205AA8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144464"/>
            <a:ext cx="95" cy="457200"/>
          </a:xfrm>
          <a:custGeom xmlns:a="http://schemas.openxmlformats.org/drawingml/2006/main">
            <a:pathLst>
              <a:path w="95" h="457200">
                <a:moveTo>
                  <a:pt x="0" y="0"/>
                </a:moveTo>
                <a:lnTo>
                  <a:pt x="0" y="45720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35" name="object-71-s4-u4">
            <a:extLst xmlns:a="http://schemas.openxmlformats.org/drawingml/2006/main">
              <a:ext uri="{FF2B5EF4-FFF2-40B4-BE49-F238E27FC236}">
                <a16:creationId xmlns:a16="http://schemas.microsoft.com/office/drawing/2014/main" id="{641B9674-3F11-4AF5-9CF9-E136278D0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09683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6" name="object-72-s4-u4">
            <a:extLst xmlns:a="http://schemas.openxmlformats.org/drawingml/2006/main">
              <a:ext uri="{FF2B5EF4-FFF2-40B4-BE49-F238E27FC236}">
                <a16:creationId xmlns:a16="http://schemas.microsoft.com/office/drawing/2014/main" id="{E1872F98-0E70-4ABF-B641-AFF0AAD4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496889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37" name="object-73-s4-u4">
            <a:extLst xmlns:a="http://schemas.openxmlformats.org/drawingml/2006/main">
              <a:ext uri="{FF2B5EF4-FFF2-40B4-BE49-F238E27FC236}">
                <a16:creationId xmlns:a16="http://schemas.microsoft.com/office/drawing/2014/main" id="{E867AE49-F5B4-42E1-8E08-242D308D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53498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38" name="object-74-s4-u4">
            <a:extLst xmlns:a="http://schemas.openxmlformats.org/drawingml/2006/main">
              <a:ext uri="{FF2B5EF4-FFF2-40B4-BE49-F238E27FC236}">
                <a16:creationId xmlns:a16="http://schemas.microsoft.com/office/drawing/2014/main" id="{F08B3421-AE34-47B9-AE06-425C2B227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144464"/>
            <a:ext cx="95" cy="457200"/>
          </a:xfrm>
          <a:custGeom xmlns:a="http://schemas.openxmlformats.org/drawingml/2006/main">
            <a:pathLst>
              <a:path w="95" h="457200">
                <a:moveTo>
                  <a:pt x="0" y="0"/>
                </a:moveTo>
                <a:lnTo>
                  <a:pt x="0" y="45720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39" name="object-75-s4-u4">
            <a:extLst xmlns:a="http://schemas.openxmlformats.org/drawingml/2006/main">
              <a:ext uri="{FF2B5EF4-FFF2-40B4-BE49-F238E27FC236}">
                <a16:creationId xmlns:a16="http://schemas.microsoft.com/office/drawing/2014/main" id="{595DF79D-B797-4D8A-ADA8-FC2898DAE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209683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0" name="object-76-s4-u4">
            <a:extLst xmlns:a="http://schemas.openxmlformats.org/drawingml/2006/main">
              <a:ext uri="{FF2B5EF4-FFF2-40B4-BE49-F238E27FC236}">
                <a16:creationId xmlns:a16="http://schemas.microsoft.com/office/drawing/2014/main" id="{2EB0B941-0EE9-44F3-9989-F3FA2E0B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2496889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41" name="object-77-s4-u4">
            <a:extLst xmlns:a="http://schemas.openxmlformats.org/drawingml/2006/main">
              <a:ext uri="{FF2B5EF4-FFF2-40B4-BE49-F238E27FC236}">
                <a16:creationId xmlns:a16="http://schemas.microsoft.com/office/drawing/2014/main" id="{9CCEEFFC-788F-4CD2-8364-0E8F9C677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7025" y="253498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42" name="object-78-s4-u4">
            <a:extLst xmlns:a="http://schemas.openxmlformats.org/drawingml/2006/main">
              <a:ext uri="{FF2B5EF4-FFF2-40B4-BE49-F238E27FC236}">
                <a16:creationId xmlns:a16="http://schemas.microsoft.com/office/drawing/2014/main" id="{1D55905E-830F-4351-B961-80FC52F5F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973014"/>
            <a:ext cx="1038225" cy="800100"/>
          </a:xfrm>
          <a:prstGeom xmlns:a="http://schemas.openxmlformats.org/drawingml/2006/main" prst="roundRect">
            <a:avLst>
              <a:gd name="adj" fmla="val 4762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66A3E"/>
            </a:solidFill>
            <a:prstDash val="dash"/>
          </a:ln>
        </p:spPr>
      </p:sp>
      <p:sp>
        <p:nvSpPr>
          <p:cNvPr id="43" name="object-79-s4-u4">
            <a:extLst xmlns:a="http://schemas.openxmlformats.org/drawingml/2006/main">
              <a:ext uri="{FF2B5EF4-FFF2-40B4-BE49-F238E27FC236}">
                <a16:creationId xmlns:a16="http://schemas.microsoft.com/office/drawing/2014/main" id="{5D7D21AE-1A18-4BE6-817A-7CF7C19A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005" y="1631067"/>
            <a:ext cx="991791" cy="2362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cancel next</a:t>
            </a:r>
          </a:p>
        </p:txBody>
      </p:sp>
      <p:sp>
        <p:nvSpPr>
          <p:cNvPr id="44" name="object-113-s1-ux">
            <a:extLst xmlns:a="http://schemas.openxmlformats.org/drawingml/2006/main">
              <a:ext uri="{FF2B5EF4-FFF2-40B4-BE49-F238E27FC236}">
                <a16:creationId xmlns:a16="http://schemas.microsoft.com/office/drawing/2014/main" id="{B9E21152-F16C-4AA2-91E9-A80201D00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85522"/>
            <a:ext cx="2316272" cy="3371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0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M = Rz(α) ⊗ (SX H)</a:t>
            </a:r>
          </a:p>
        </p:txBody>
      </p:sp>
      <p:sp>
        <p:nvSpPr>
          <p:cNvPr id="45" name="object-114-s1-ux">
            <a:extLst xmlns:a="http://schemas.openxmlformats.org/drawingml/2006/main">
              <a:ext uri="{FF2B5EF4-FFF2-40B4-BE49-F238E27FC236}">
                <a16:creationId xmlns:a16="http://schemas.microsoft.com/office/drawing/2014/main" id="{2A804C2D-BA5E-43C4-8B70-B2628BD91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110424"/>
            <a:ext cx="496044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M =</a:t>
            </a:r>
          </a:p>
        </p:txBody>
      </p:sp>
      <p:sp>
        <p:nvSpPr>
          <p:cNvPr id="46" name="object-115-s1-ux">
            <a:extLst xmlns:a="http://schemas.openxmlformats.org/drawingml/2006/main">
              <a:ext uri="{FF2B5EF4-FFF2-40B4-BE49-F238E27FC236}">
                <a16:creationId xmlns:a16="http://schemas.microsoft.com/office/drawing/2014/main" id="{69356B84-5AC6-4411-87DF-FCA056AE9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39889"/>
            <a:ext cx="2209800" cy="1371600"/>
          </a:xfrm>
          <a:custGeom xmlns:a="http://schemas.openxmlformats.org/drawingml/2006/main">
            <a:pathLst>
              <a:path w="2209800" h="1371600">
                <a:moveTo>
                  <a:pt x="76200" y="0"/>
                </a:moveTo>
                <a:lnTo>
                  <a:pt x="19756" y="0"/>
                </a:lnTo>
                <a:lnTo>
                  <a:pt x="0" y="8467"/>
                </a:lnTo>
                <a:lnTo>
                  <a:pt x="0" y="1363133"/>
                </a:lnTo>
                <a:lnTo>
                  <a:pt x="19756" y="1371600"/>
                </a:lnTo>
                <a:lnTo>
                  <a:pt x="76200" y="1371600"/>
                </a:lnTo>
              </a:path>
              <a:path w="2209800" h="1371600">
                <a:moveTo>
                  <a:pt x="2133600" y="0"/>
                </a:moveTo>
                <a:lnTo>
                  <a:pt x="2190045" y="0"/>
                </a:lnTo>
                <a:lnTo>
                  <a:pt x="2209800" y="8467"/>
                </a:lnTo>
                <a:lnTo>
                  <a:pt x="2209800" y="1363133"/>
                </a:lnTo>
                <a:lnTo>
                  <a:pt x="2190044" y="1371600"/>
                </a:lnTo>
                <a:lnTo>
                  <a:pt x="2133600" y="13716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23039"/>
            </a:solidFill>
            <a:prstDash val="solid"/>
          </a:ln>
        </p:spPr>
      </p:sp>
      <p:sp>
        <p:nvSpPr>
          <p:cNvPr id="47" name="object-116-s1-ux">
            <a:extLst xmlns:a="http://schemas.openxmlformats.org/drawingml/2006/main">
              <a:ext uri="{FF2B5EF4-FFF2-40B4-BE49-F238E27FC236}">
                <a16:creationId xmlns:a16="http://schemas.microsoft.com/office/drawing/2014/main" id="{67D4ADA5-A587-4A41-9CAF-637A95E15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043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48" name="object-117-s1-ux">
            <a:extLst xmlns:a="http://schemas.openxmlformats.org/drawingml/2006/main">
              <a:ext uri="{FF2B5EF4-FFF2-40B4-BE49-F238E27FC236}">
                <a16:creationId xmlns:a16="http://schemas.microsoft.com/office/drawing/2014/main" id="{13D74E20-0CDD-4A0D-9119-AC5EBD0C7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209" y="3601218"/>
            <a:ext cx="297924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ip</a:t>
            </a:r>
          </a:p>
        </p:txBody>
      </p:sp>
      <p:sp>
        <p:nvSpPr>
          <p:cNvPr id="49" name="object-118-s1-ux">
            <a:extLst xmlns:a="http://schemas.openxmlformats.org/drawingml/2006/main">
              <a:ext uri="{FF2B5EF4-FFF2-40B4-BE49-F238E27FC236}">
                <a16:creationId xmlns:a16="http://schemas.microsoft.com/office/drawing/2014/main" id="{1F985C3D-7E72-4B06-93A6-D58B1657C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9693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0" name="object-119-s1-ux">
            <a:extLst xmlns:a="http://schemas.openxmlformats.org/drawingml/2006/main">
              <a:ext uri="{FF2B5EF4-FFF2-40B4-BE49-F238E27FC236}">
                <a16:creationId xmlns:a16="http://schemas.microsoft.com/office/drawing/2014/main" id="{0D2A42AC-3C93-454D-B354-DDEABB1F1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4518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1" name="object-120-s1-ux">
            <a:extLst xmlns:a="http://schemas.openxmlformats.org/drawingml/2006/main">
              <a:ext uri="{FF2B5EF4-FFF2-40B4-BE49-F238E27FC236}">
                <a16:creationId xmlns:a16="http://schemas.microsoft.com/office/drawing/2014/main" id="{47D7103C-A565-47DB-AFA2-910BD3DA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043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52" name="object-121-s1-ux">
            <a:extLst xmlns:a="http://schemas.openxmlformats.org/drawingml/2006/main">
              <a:ext uri="{FF2B5EF4-FFF2-40B4-BE49-F238E27FC236}">
                <a16:creationId xmlns:a16="http://schemas.microsoft.com/office/drawing/2014/main" id="{B49D1595-AD08-4A54-B4BB-407E429C3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3544" y="3944118"/>
            <a:ext cx="459254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−ip</a:t>
            </a:r>
          </a:p>
        </p:txBody>
      </p:sp>
      <p:sp>
        <p:nvSpPr>
          <p:cNvPr id="53" name="object-122-s1-ux">
            <a:extLst xmlns:a="http://schemas.openxmlformats.org/drawingml/2006/main">
              <a:ext uri="{FF2B5EF4-FFF2-40B4-BE49-F238E27FC236}">
                <a16:creationId xmlns:a16="http://schemas.microsoft.com/office/drawing/2014/main" id="{706E46C5-8952-4FD8-BC83-6BE3C6940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9693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4" name="object-123-s1-ux">
            <a:extLst xmlns:a="http://schemas.openxmlformats.org/drawingml/2006/main">
              <a:ext uri="{FF2B5EF4-FFF2-40B4-BE49-F238E27FC236}">
                <a16:creationId xmlns:a16="http://schemas.microsoft.com/office/drawing/2014/main" id="{EDBD1532-D4A8-4846-9BA3-8029F89B1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4518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5" name="object-124-s1-ux">
            <a:extLst xmlns:a="http://schemas.openxmlformats.org/drawingml/2006/main">
              <a:ext uri="{FF2B5EF4-FFF2-40B4-BE49-F238E27FC236}">
                <a16:creationId xmlns:a16="http://schemas.microsoft.com/office/drawing/2014/main" id="{6747C8E7-2683-4B3A-89B6-C14C273C7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043" y="42870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6" name="object-125-s1-ux">
            <a:extLst xmlns:a="http://schemas.openxmlformats.org/drawingml/2006/main">
              <a:ext uri="{FF2B5EF4-FFF2-40B4-BE49-F238E27FC236}">
                <a16:creationId xmlns:a16="http://schemas.microsoft.com/office/drawing/2014/main" id="{F720F311-7F61-4632-8E06-7047ADBF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4868" y="42870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7" name="object-126-s1-ux">
            <a:extLst xmlns:a="http://schemas.openxmlformats.org/drawingml/2006/main">
              <a:ext uri="{FF2B5EF4-FFF2-40B4-BE49-F238E27FC236}">
                <a16:creationId xmlns:a16="http://schemas.microsoft.com/office/drawing/2014/main" id="{F59FF8A3-2C51-499F-AA78-DA6047146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0500" y="4287018"/>
            <a:ext cx="178629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58" name="object-127-s1-ux">
            <a:extLst xmlns:a="http://schemas.openxmlformats.org/drawingml/2006/main">
              <a:ext uri="{FF2B5EF4-FFF2-40B4-BE49-F238E27FC236}">
                <a16:creationId xmlns:a16="http://schemas.microsoft.com/office/drawing/2014/main" id="{75E3E165-4AC4-49B3-807F-5C1909F29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4667" y="4287018"/>
            <a:ext cx="23999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ir</a:t>
            </a:r>
          </a:p>
        </p:txBody>
      </p:sp>
      <p:sp>
        <p:nvSpPr>
          <p:cNvPr id="59" name="object-128-s1-ux">
            <a:extLst xmlns:a="http://schemas.openxmlformats.org/drawingml/2006/main">
              <a:ext uri="{FF2B5EF4-FFF2-40B4-BE49-F238E27FC236}">
                <a16:creationId xmlns:a16="http://schemas.microsoft.com/office/drawing/2014/main" id="{C8284AE3-DFEE-4B49-B319-58DA207A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043" y="46299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0" name="object-129-s1-ux">
            <a:extLst xmlns:a="http://schemas.openxmlformats.org/drawingml/2006/main">
              <a:ext uri="{FF2B5EF4-FFF2-40B4-BE49-F238E27FC236}">
                <a16:creationId xmlns:a16="http://schemas.microsoft.com/office/drawing/2014/main" id="{171B6F8F-4C63-4A6A-8135-D9E317506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4868" y="46299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1" name="object-130-s1-ux">
            <a:extLst xmlns:a="http://schemas.openxmlformats.org/drawingml/2006/main">
              <a:ext uri="{FF2B5EF4-FFF2-40B4-BE49-F238E27FC236}">
                <a16:creationId xmlns:a16="http://schemas.microsoft.com/office/drawing/2014/main" id="{2969DEAA-4DEB-458E-9781-BF942BC3B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0500" y="4629918"/>
            <a:ext cx="178629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62" name="object-131-s1-ux">
            <a:extLst xmlns:a="http://schemas.openxmlformats.org/drawingml/2006/main">
              <a:ext uri="{FF2B5EF4-FFF2-40B4-BE49-F238E27FC236}">
                <a16:creationId xmlns:a16="http://schemas.microsoft.com/office/drawing/2014/main" id="{BE5A4446-ABB1-440C-AADD-C5CB3B8DC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002" y="4629918"/>
            <a:ext cx="401309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−ir</a:t>
            </a:r>
          </a:p>
        </p:txBody>
      </p:sp>
      <p:sp>
        <p:nvSpPr>
          <p:cNvPr id="63" name="object-132-s1-ux">
            <a:extLst xmlns:a="http://schemas.openxmlformats.org/drawingml/2006/main">
              <a:ext uri="{FF2B5EF4-FFF2-40B4-BE49-F238E27FC236}">
                <a16:creationId xmlns:a16="http://schemas.microsoft.com/office/drawing/2014/main" id="{26919BE1-23A2-426A-B6AB-1B4CB7681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09609"/>
            <a:ext cx="715268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α = Σθᵢ</a:t>
            </a:r>
          </a:p>
        </p:txBody>
      </p:sp>
      <p:sp>
        <p:nvSpPr>
          <p:cNvPr id="64" name="object-133-s1-ux">
            <a:extLst xmlns:a="http://schemas.openxmlformats.org/drawingml/2006/main">
              <a:ext uri="{FF2B5EF4-FFF2-40B4-BE49-F238E27FC236}">
                <a16:creationId xmlns:a16="http://schemas.microsoft.com/office/drawing/2014/main" id="{CBB81AA7-A770-4621-8F00-C62624065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5208875"/>
            <a:ext cx="1657052" cy="2807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p = e^(−iα/2) / √2</a:t>
            </a:r>
          </a:p>
        </p:txBody>
      </p:sp>
      <p:sp>
        <p:nvSpPr>
          <p:cNvPr id="65" name="object-134-s1-ux">
            <a:extLst xmlns:a="http://schemas.openxmlformats.org/drawingml/2006/main">
              <a:ext uri="{FF2B5EF4-FFF2-40B4-BE49-F238E27FC236}">
                <a16:creationId xmlns:a16="http://schemas.microsoft.com/office/drawing/2014/main" id="{4295700B-06A2-4096-ADC6-5EF15F04D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5208875"/>
            <a:ext cx="1487984" cy="2807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r = e^(iα/2) / √2</a:t>
            </a:r>
          </a:p>
        </p:txBody>
      </p:sp>
      <p:sp>
        <p:nvSpPr>
          <p:cNvPr id="66" name="object-135-s1-ux">
            <a:extLst xmlns:a="http://schemas.openxmlformats.org/drawingml/2006/main">
              <a:ext uri="{FF2B5EF4-FFF2-40B4-BE49-F238E27FC236}">
                <a16:creationId xmlns:a16="http://schemas.microsoft.com/office/drawing/2014/main" id="{8B3A1670-A848-46B4-84B4-F7F6006FC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5209609"/>
            <a:ext cx="932408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SX⁵ = SX</a:t>
            </a:r>
          </a:p>
        </p:txBody>
      </p:sp>
      <p:sp>
        <p:nvSpPr>
          <p:cNvPr id="67" name="object-136-s2-ux">
            <a:extLst xmlns:a="http://schemas.openxmlformats.org/drawingml/2006/main">
              <a:ext uri="{FF2B5EF4-FFF2-40B4-BE49-F238E27FC236}">
                <a16:creationId xmlns:a16="http://schemas.microsoft.com/office/drawing/2014/main" id="{9B3904D7-13AB-40E9-8374-D7AF12C7C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316164"/>
            <a:ext cx="552450" cy="95"/>
          </a:xfrm>
          <a:custGeom xmlns:a="http://schemas.openxmlformats.org/drawingml/2006/main">
            <a:pathLst>
              <a:path w="552450" h="95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68" name="object-136-s2-ux-arrow">
            <a:extLst xmlns:a="http://schemas.openxmlformats.org/drawingml/2006/main">
              <a:ext uri="{FF2B5EF4-FFF2-40B4-BE49-F238E27FC236}">
                <a16:creationId xmlns:a16="http://schemas.microsoft.com/office/drawing/2014/main" id="{ACC8E975-8652-47E8-971F-53C0516DC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259014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69" name="object-137-s2-ux">
            <a:extLst xmlns:a="http://schemas.openxmlformats.org/drawingml/2006/main">
              <a:ext uri="{FF2B5EF4-FFF2-40B4-BE49-F238E27FC236}">
                <a16:creationId xmlns:a16="http://schemas.microsoft.com/office/drawing/2014/main" id="{E30783BE-5FCD-49C4-BF8C-E167C4456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7359" y="3858964"/>
            <a:ext cx="319683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fits</a:t>
            </a:r>
          </a:p>
        </p:txBody>
      </p:sp>
      <p:sp>
        <p:nvSpPr>
          <p:cNvPr id="70" name="object-138-s2-ux">
            <a:extLst xmlns:a="http://schemas.openxmlformats.org/drawingml/2006/main">
              <a:ext uri="{FF2B5EF4-FFF2-40B4-BE49-F238E27FC236}">
                <a16:creationId xmlns:a16="http://schemas.microsoft.com/office/drawing/2014/main" id="{2ED7E9CA-2047-4031-A2C7-514D35B71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234" y="3305562"/>
            <a:ext cx="1354931" cy="26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Synthesized S</a:t>
            </a:r>
          </a:p>
        </p:txBody>
      </p:sp>
      <p:sp>
        <p:nvSpPr>
          <p:cNvPr id="71" name="object-139-s2-ux">
            <a:extLst xmlns:a="http://schemas.openxmlformats.org/drawingml/2006/main">
              <a:ext uri="{FF2B5EF4-FFF2-40B4-BE49-F238E27FC236}">
                <a16:creationId xmlns:a16="http://schemas.microsoft.com/office/drawing/2014/main" id="{CDCD6468-5F5B-44D8-B0C0-47C61F896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639889"/>
            <a:ext cx="2209800" cy="1371600"/>
          </a:xfrm>
          <a:custGeom xmlns:a="http://schemas.openxmlformats.org/drawingml/2006/main">
            <a:pathLst>
              <a:path w="2209800" h="1371600">
                <a:moveTo>
                  <a:pt x="76200" y="0"/>
                </a:moveTo>
                <a:lnTo>
                  <a:pt x="19755" y="0"/>
                </a:lnTo>
                <a:lnTo>
                  <a:pt x="0" y="8467"/>
                </a:lnTo>
                <a:lnTo>
                  <a:pt x="0" y="1363133"/>
                </a:lnTo>
                <a:lnTo>
                  <a:pt x="19756" y="1371600"/>
                </a:lnTo>
                <a:lnTo>
                  <a:pt x="76200" y="1371600"/>
                </a:lnTo>
              </a:path>
              <a:path w="2209800" h="1371600">
                <a:moveTo>
                  <a:pt x="2133600" y="0"/>
                </a:moveTo>
                <a:lnTo>
                  <a:pt x="2190044" y="0"/>
                </a:lnTo>
                <a:lnTo>
                  <a:pt x="2209800" y="8467"/>
                </a:lnTo>
                <a:lnTo>
                  <a:pt x="2209800" y="1363133"/>
                </a:lnTo>
                <a:lnTo>
                  <a:pt x="2190044" y="1371600"/>
                </a:lnTo>
                <a:lnTo>
                  <a:pt x="2133600" y="13716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23039"/>
            </a:solidFill>
            <a:prstDash val="solid"/>
          </a:ln>
        </p:spPr>
      </p:sp>
      <p:sp>
        <p:nvSpPr>
          <p:cNvPr id="72" name="object-140-s2-ux">
            <a:extLst xmlns:a="http://schemas.openxmlformats.org/drawingml/2006/main">
              <a:ext uri="{FF2B5EF4-FFF2-40B4-BE49-F238E27FC236}">
                <a16:creationId xmlns:a16="http://schemas.microsoft.com/office/drawing/2014/main" id="{A670CEE9-4BE2-4F3B-AEDC-DD61A6332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443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73" name="object-141-s2-ux">
            <a:extLst xmlns:a="http://schemas.openxmlformats.org/drawingml/2006/main">
              <a:ext uri="{FF2B5EF4-FFF2-40B4-BE49-F238E27FC236}">
                <a16:creationId xmlns:a16="http://schemas.microsoft.com/office/drawing/2014/main" id="{F025DCC3-370A-4D73-AA2E-DF23BBD2D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5268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74" name="object-142-s2-ux">
            <a:extLst xmlns:a="http://schemas.openxmlformats.org/drawingml/2006/main">
              <a:ext uri="{FF2B5EF4-FFF2-40B4-BE49-F238E27FC236}">
                <a16:creationId xmlns:a16="http://schemas.microsoft.com/office/drawing/2014/main" id="{00B56692-DEE5-47C9-8F99-42670377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7906" y="3601218"/>
            <a:ext cx="220980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75" name="object-143-s2-ux">
            <a:extLst xmlns:a="http://schemas.openxmlformats.org/drawingml/2006/main">
              <a:ext uri="{FF2B5EF4-FFF2-40B4-BE49-F238E27FC236}">
                <a16:creationId xmlns:a16="http://schemas.microsoft.com/office/drawing/2014/main" id="{70881FF9-3367-49A5-AA2C-FBA55B19C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918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76" name="object-144-s2-ux">
            <a:extLst xmlns:a="http://schemas.openxmlformats.org/drawingml/2006/main">
              <a:ext uri="{FF2B5EF4-FFF2-40B4-BE49-F238E27FC236}">
                <a16:creationId xmlns:a16="http://schemas.microsoft.com/office/drawing/2014/main" id="{9D444EE8-702C-4F70-8354-57DE43428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443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77" name="object-145-s2-ux">
            <a:extLst xmlns:a="http://schemas.openxmlformats.org/drawingml/2006/main">
              <a:ext uri="{FF2B5EF4-FFF2-40B4-BE49-F238E27FC236}">
                <a16:creationId xmlns:a16="http://schemas.microsoft.com/office/drawing/2014/main" id="{FB35CB2B-E3E6-4BDD-AED5-03CB6FF53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5268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78" name="object-146-s2-ux">
            <a:extLst xmlns:a="http://schemas.openxmlformats.org/drawingml/2006/main">
              <a:ext uri="{FF2B5EF4-FFF2-40B4-BE49-F238E27FC236}">
                <a16:creationId xmlns:a16="http://schemas.microsoft.com/office/drawing/2014/main" id="{565AED91-6370-428E-B7DD-A9236C779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8565" y="3944118"/>
            <a:ext cx="169188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79" name="object-147-s2-ux">
            <a:extLst xmlns:a="http://schemas.openxmlformats.org/drawingml/2006/main">
              <a:ext uri="{FF2B5EF4-FFF2-40B4-BE49-F238E27FC236}">
                <a16:creationId xmlns:a16="http://schemas.microsoft.com/office/drawing/2014/main" id="{7EF0F925-C362-4F13-B7B3-C6E1FD679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918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80" name="object-148-s2-ux">
            <a:extLst xmlns:a="http://schemas.openxmlformats.org/drawingml/2006/main">
              <a:ext uri="{FF2B5EF4-FFF2-40B4-BE49-F238E27FC236}">
                <a16:creationId xmlns:a16="http://schemas.microsoft.com/office/drawing/2014/main" id="{C7CD5784-0361-421D-ADB0-9FB96AB04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443" y="4287018"/>
            <a:ext cx="236607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81" name="object-149-s2-ux">
            <a:extLst xmlns:a="http://schemas.openxmlformats.org/drawingml/2006/main">
              <a:ext uri="{FF2B5EF4-FFF2-40B4-BE49-F238E27FC236}">
                <a16:creationId xmlns:a16="http://schemas.microsoft.com/office/drawing/2014/main" id="{F910F894-995E-4B4A-891D-01F3AF676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5268" y="42870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82" name="object-150-s2-ux">
            <a:extLst xmlns:a="http://schemas.openxmlformats.org/drawingml/2006/main">
              <a:ext uri="{FF2B5EF4-FFF2-40B4-BE49-F238E27FC236}">
                <a16:creationId xmlns:a16="http://schemas.microsoft.com/office/drawing/2014/main" id="{104A1A76-ACC3-458A-BB49-A32191D6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3551" y="4287018"/>
            <a:ext cx="157012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83" name="object-151-s2-ux">
            <a:extLst xmlns:a="http://schemas.openxmlformats.org/drawingml/2006/main">
              <a:ext uri="{FF2B5EF4-FFF2-40B4-BE49-F238E27FC236}">
                <a16:creationId xmlns:a16="http://schemas.microsoft.com/office/drawing/2014/main" id="{2000D65F-690E-424A-BE04-AB392B39D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2731" y="4287018"/>
            <a:ext cx="220980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k</a:t>
            </a:r>
          </a:p>
        </p:txBody>
      </p:sp>
      <p:sp>
        <p:nvSpPr>
          <p:cNvPr id="84" name="object-152-s2-ux">
            <a:extLst xmlns:a="http://schemas.openxmlformats.org/drawingml/2006/main">
              <a:ext uri="{FF2B5EF4-FFF2-40B4-BE49-F238E27FC236}">
                <a16:creationId xmlns:a16="http://schemas.microsoft.com/office/drawing/2014/main" id="{9A8033A4-8542-4D60-BFB1-1525DBE4B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443" y="4629918"/>
            <a:ext cx="236607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85" name="object-153-s2-ux">
            <a:extLst xmlns:a="http://schemas.openxmlformats.org/drawingml/2006/main">
              <a:ext uri="{FF2B5EF4-FFF2-40B4-BE49-F238E27FC236}">
                <a16:creationId xmlns:a16="http://schemas.microsoft.com/office/drawing/2014/main" id="{4D02B497-A9FE-4B12-9A79-F9B4ED63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5268" y="46299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86" name="object-154-s2-ux">
            <a:extLst xmlns:a="http://schemas.openxmlformats.org/drawingml/2006/main">
              <a:ext uri="{FF2B5EF4-FFF2-40B4-BE49-F238E27FC236}">
                <a16:creationId xmlns:a16="http://schemas.microsoft.com/office/drawing/2014/main" id="{FE3953E0-3B48-422B-8607-EC98CCDA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3551" y="4629918"/>
            <a:ext cx="157012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87" name="object-155-s2-ux">
            <a:extLst xmlns:a="http://schemas.openxmlformats.org/drawingml/2006/main">
              <a:ext uri="{FF2B5EF4-FFF2-40B4-BE49-F238E27FC236}">
                <a16:creationId xmlns:a16="http://schemas.microsoft.com/office/drawing/2014/main" id="{9ACED9F2-BFB5-426C-86C2-67E4F382E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2066" y="4629918"/>
            <a:ext cx="382310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−k</a:t>
            </a:r>
          </a:p>
        </p:txBody>
      </p:sp>
      <p:sp>
        <p:nvSpPr>
          <p:cNvPr id="88" name="object-156-s3-ux">
            <a:extLst xmlns:a="http://schemas.openxmlformats.org/drawingml/2006/main">
              <a:ext uri="{FF2B5EF4-FFF2-40B4-BE49-F238E27FC236}">
                <a16:creationId xmlns:a16="http://schemas.microsoft.com/office/drawing/2014/main" id="{ECBA0D37-45C3-44AC-960F-E8C7AE1ED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921704"/>
            <a:ext cx="964823" cy="426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M ⊨ S</a:t>
            </a:r>
          </a:p>
        </p:txBody>
      </p:sp>
      <p:sp>
        <p:nvSpPr>
          <p:cNvPr id="89" name="object-157-s3-ux">
            <a:extLst xmlns:a="http://schemas.openxmlformats.org/drawingml/2006/main">
              <a:ext uri="{FF2B5EF4-FFF2-40B4-BE49-F238E27FC236}">
                <a16:creationId xmlns:a16="http://schemas.microsoft.com/office/drawing/2014/main" id="{739A5998-E237-412C-8E21-884E9B5CD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97979"/>
            <a:ext cx="978694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a = d = p</a:t>
            </a:r>
          </a:p>
        </p:txBody>
      </p:sp>
      <p:sp>
        <p:nvSpPr>
          <p:cNvPr id="90" name="object-158-s3-ux">
            <a:extLst xmlns:a="http://schemas.openxmlformats.org/drawingml/2006/main">
              <a:ext uri="{FF2B5EF4-FFF2-40B4-BE49-F238E27FC236}">
                <a16:creationId xmlns:a16="http://schemas.microsoft.com/office/drawing/2014/main" id="{4D04015B-C175-42D3-93AA-0518699DB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940879"/>
            <a:ext cx="1467892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b = ip,  e = −ip</a:t>
            </a:r>
          </a:p>
        </p:txBody>
      </p:sp>
      <p:sp>
        <p:nvSpPr>
          <p:cNvPr id="91" name="object-159-s3-ux">
            <a:extLst xmlns:a="http://schemas.openxmlformats.org/drawingml/2006/main">
              <a:ext uri="{FF2B5EF4-FFF2-40B4-BE49-F238E27FC236}">
                <a16:creationId xmlns:a16="http://schemas.microsoft.com/office/drawing/2014/main" id="{A4E5B2C2-88BB-446F-88D9-0D743F2CB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2883" y="4283779"/>
            <a:ext cx="1093403" cy="3033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j = r,  k = ir</a:t>
            </a:r>
          </a:p>
        </p:txBody>
      </p:sp>
      <p:sp>
        <p:nvSpPr>
          <p:cNvPr id="92" name="object-160-s3-ux">
            <a:extLst xmlns:a="http://schemas.openxmlformats.org/drawingml/2006/main">
              <a:ext uri="{FF2B5EF4-FFF2-40B4-BE49-F238E27FC236}">
                <a16:creationId xmlns:a16="http://schemas.microsoft.com/office/drawing/2014/main" id="{5E781287-6986-4F7C-99A7-73C6E1E4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637157"/>
            <a:ext cx="1610916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c = f = g = h = 0</a:t>
            </a:r>
          </a:p>
        </p:txBody>
      </p:sp>
      <p:sp>
        <p:nvSpPr>
          <p:cNvPr id="93" name="object-162-s0-ux">
            <a:extLst xmlns:a="http://schemas.openxmlformats.org/drawingml/2006/main">
              <a:ext uri="{FF2B5EF4-FFF2-40B4-BE49-F238E27FC236}">
                <a16:creationId xmlns:a16="http://schemas.microsoft.com/office/drawing/2014/main" id="{820D7B5D-B6EE-4A2E-B0BF-F4026EB6A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5127724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§5.5 matching method; longer CZ → CX instance derived for this talk</a:t>
            </a:r>
          </a:p>
        </p:txBody>
      </p:sp>
      <p:sp>
        <p:nvSpPr>
          <p:cNvPr id="94" name="object-163-s0-ux">
            <a:extLst xmlns:a="http://schemas.openxmlformats.org/drawingml/2006/main">
              <a:ext uri="{FF2B5EF4-FFF2-40B4-BE49-F238E27FC236}">
                <a16:creationId xmlns:a16="http://schemas.microsoft.com/office/drawing/2014/main" id="{CF0C92AB-262A-41BE-ABC6-F34B28D9F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10 / 14</a:t>
            </a:r>
          </a:p>
        </p:txBody>
      </p:sp>
      <p:sp>
        <p:nvSpPr>
          <p:cNvPr id="95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ACD038B7-8335-480A-B3D7-56E3D18A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5 / 6</a:t>
            </a:r>
          </a:p>
        </p:txBody>
      </p:sp>
    </p:spTree>
    <p:extLst>
      <p:ext uri="{BB962C8B-B14F-4D97-AF65-F5344CB8AC3E}">
        <p14:creationId xmlns:p14="http://schemas.microsoft.com/office/powerpoint/2010/main" val="522643312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9" name="top-accent">
            <a:extLst xmlns:a="http://schemas.openxmlformats.org/drawingml/2006/main">
              <a:ext uri="{FF2B5EF4-FFF2-40B4-BE49-F238E27FC236}">
                <a16:creationId xmlns:a16="http://schemas.microsoft.com/office/drawing/2014/main" id="{179370C9-0DF1-4F84-8EF0-D36D33B46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67CF551A-B2D6-49E0-A6AC-10A461366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7774067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Match a long S, turn CZ into CX, then cancel</a:t>
            </a:r>
          </a:p>
        </p:txBody>
      </p:sp>
      <p:sp>
        <p:nvSpPr>
          <p:cNvPr id="3" name="object-80-s5-ux">
            <a:extLst xmlns:a="http://schemas.openxmlformats.org/drawingml/2006/main">
              <a:ext uri="{FF2B5EF4-FFF2-40B4-BE49-F238E27FC236}">
                <a16:creationId xmlns:a16="http://schemas.microsoft.com/office/drawing/2014/main" id="{9159D1F3-5E94-4037-A05D-F80CFDB1E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24349"/>
            <a:ext cx="2571304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CANCEL THE ADJACENT CX PAIR</a:t>
            </a:r>
          </a:p>
        </p:txBody>
      </p:sp>
      <p:sp>
        <p:nvSpPr>
          <p:cNvPr id="4" name="object-81-s5-ux">
            <a:extLst xmlns:a="http://schemas.openxmlformats.org/drawingml/2006/main">
              <a:ext uri="{FF2B5EF4-FFF2-40B4-BE49-F238E27FC236}">
                <a16:creationId xmlns:a16="http://schemas.microsoft.com/office/drawing/2014/main" id="{0DB14008-37D3-465D-ACF0-42AC4D560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601539"/>
            <a:ext cx="7105650" cy="1257300"/>
          </a:xfrm>
          <a:prstGeom xmlns:a="http://schemas.openxmlformats.org/drawingml/2006/main" prst="roundRect">
            <a:avLst>
              <a:gd name="adj" fmla="val 3788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9050">
            <a:solidFill>
              <a:srgbClr val="087E86"/>
            </a:solidFill>
            <a:prstDash val="solid"/>
          </a:ln>
        </p:spPr>
      </p:sp>
      <p:sp>
        <p:nvSpPr>
          <p:cNvPr id="5" name="object-82-s5-ux">
            <a:extLst xmlns:a="http://schemas.openxmlformats.org/drawingml/2006/main">
              <a:ext uri="{FF2B5EF4-FFF2-40B4-BE49-F238E27FC236}">
                <a16:creationId xmlns:a16="http://schemas.microsoft.com/office/drawing/2014/main" id="{457D2559-597B-408C-AC80-634FFECDC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248" y="1658689"/>
            <a:ext cx="4349204" cy="2764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S: H first, then 6 Rz gates on q₀ + 5 SX gates on q₁</a:t>
            </a:r>
          </a:p>
        </p:txBody>
      </p:sp>
      <p:sp>
        <p:nvSpPr>
          <p:cNvPr id="6" name="object-83-s5-ux">
            <a:extLst xmlns:a="http://schemas.openxmlformats.org/drawingml/2006/main">
              <a:ext uri="{FF2B5EF4-FFF2-40B4-BE49-F238E27FC236}">
                <a16:creationId xmlns:a16="http://schemas.microsoft.com/office/drawing/2014/main" id="{82E63443-B07B-465F-8797-AE552CFB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21592"/>
            <a:ext cx="227261" cy="2616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q₀</a:t>
            </a:r>
          </a:p>
        </p:txBody>
      </p:sp>
      <p:sp>
        <p:nvSpPr>
          <p:cNvPr id="7" name="object-84-s5-ux">
            <a:extLst xmlns:a="http://schemas.openxmlformats.org/drawingml/2006/main">
              <a:ext uri="{FF2B5EF4-FFF2-40B4-BE49-F238E27FC236}">
                <a16:creationId xmlns:a16="http://schemas.microsoft.com/office/drawing/2014/main" id="{4AEA5DBE-5391-46C3-95E6-A5665B7BE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8792"/>
            <a:ext cx="227261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q₁</a:t>
            </a:r>
          </a:p>
        </p:txBody>
      </p:sp>
      <p:sp>
        <p:nvSpPr>
          <p:cNvPr id="8" name="object-85-s5-ux">
            <a:extLst xmlns:a="http://schemas.openxmlformats.org/drawingml/2006/main">
              <a:ext uri="{FF2B5EF4-FFF2-40B4-BE49-F238E27FC236}">
                <a16:creationId xmlns:a16="http://schemas.microsoft.com/office/drawing/2014/main" id="{2A994045-2142-4341-AF98-E15A177D8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144464"/>
            <a:ext cx="8305800" cy="95"/>
          </a:xfrm>
          <a:custGeom xmlns:a="http://schemas.openxmlformats.org/drawingml/2006/main">
            <a:pathLst>
              <a:path w="8305800" h="95">
                <a:moveTo>
                  <a:pt x="0" y="0"/>
                </a:moveTo>
                <a:lnTo>
                  <a:pt x="8305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9" name="object-86-s5-ux">
            <a:extLst xmlns:a="http://schemas.openxmlformats.org/drawingml/2006/main">
              <a:ext uri="{FF2B5EF4-FFF2-40B4-BE49-F238E27FC236}">
                <a16:creationId xmlns:a16="http://schemas.microsoft.com/office/drawing/2014/main" id="{34EA0A46-D1C9-46EF-8760-4F5F502A6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601664"/>
            <a:ext cx="8305800" cy="95"/>
          </a:xfrm>
          <a:custGeom xmlns:a="http://schemas.openxmlformats.org/drawingml/2006/main">
            <a:pathLst>
              <a:path w="8305800" h="95">
                <a:moveTo>
                  <a:pt x="0" y="0"/>
                </a:moveTo>
                <a:lnTo>
                  <a:pt x="8305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0" name="object-87-s5-ux">
            <a:extLst xmlns:a="http://schemas.openxmlformats.org/drawingml/2006/main">
              <a:ext uri="{FF2B5EF4-FFF2-40B4-BE49-F238E27FC236}">
                <a16:creationId xmlns:a16="http://schemas.microsoft.com/office/drawing/2014/main" id="{F3643A7C-6567-410D-810B-EDB4E652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458789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1" name="object-88-s5-ux">
            <a:extLst xmlns:a="http://schemas.openxmlformats.org/drawingml/2006/main">
              <a:ext uri="{FF2B5EF4-FFF2-40B4-BE49-F238E27FC236}">
                <a16:creationId xmlns:a16="http://schemas.microsoft.com/office/drawing/2014/main" id="{47C794E1-122F-48C1-BE20-3A47FAF0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8863" y="2489269"/>
            <a:ext cx="200025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2" name="object-89-s5-ux">
            <a:extLst xmlns:a="http://schemas.openxmlformats.org/drawingml/2006/main">
              <a:ext uri="{FF2B5EF4-FFF2-40B4-BE49-F238E27FC236}">
                <a16:creationId xmlns:a16="http://schemas.microsoft.com/office/drawing/2014/main" id="{8B5B129F-E8FC-4292-A188-2A3266B0B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3" name="object-90-s5-ux">
            <a:extLst xmlns:a="http://schemas.openxmlformats.org/drawingml/2006/main">
              <a:ext uri="{FF2B5EF4-FFF2-40B4-BE49-F238E27FC236}">
                <a16:creationId xmlns:a16="http://schemas.microsoft.com/office/drawing/2014/main" id="{85C426FC-8178-4E6A-8612-3A61693B4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5440" y="2021592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Rz(θ₁)</a:t>
            </a:r>
          </a:p>
        </p:txBody>
      </p:sp>
      <p:sp>
        <p:nvSpPr>
          <p:cNvPr id="14" name="object-91-s5-ux">
            <a:extLst xmlns:a="http://schemas.openxmlformats.org/drawingml/2006/main">
              <a:ext uri="{FF2B5EF4-FFF2-40B4-BE49-F238E27FC236}">
                <a16:creationId xmlns:a16="http://schemas.microsoft.com/office/drawing/2014/main" id="{AE56EF8F-9387-4A5C-9CB6-EEC696F04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5" name="object-92-s5-ux">
            <a:extLst xmlns:a="http://schemas.openxmlformats.org/drawingml/2006/main">
              <a:ext uri="{FF2B5EF4-FFF2-40B4-BE49-F238E27FC236}">
                <a16:creationId xmlns:a16="http://schemas.microsoft.com/office/drawing/2014/main" id="{CF693DA8-5FF9-4CAD-86B6-D4DC4824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451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16" name="object-93-s5-ux">
            <a:extLst xmlns:a="http://schemas.openxmlformats.org/drawingml/2006/main">
              <a:ext uri="{FF2B5EF4-FFF2-40B4-BE49-F238E27FC236}">
                <a16:creationId xmlns:a16="http://schemas.microsoft.com/office/drawing/2014/main" id="{1F643E2F-D187-4AC1-9F6D-4EF6DB3B3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7" name="object-94-s5-ux">
            <a:extLst xmlns:a="http://schemas.openxmlformats.org/drawingml/2006/main">
              <a:ext uri="{FF2B5EF4-FFF2-40B4-BE49-F238E27FC236}">
                <a16:creationId xmlns:a16="http://schemas.microsoft.com/office/drawing/2014/main" id="{9E424226-EBC0-49E1-BDA6-32148B11C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2715" y="2021592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Rz(θ₂)</a:t>
            </a:r>
          </a:p>
        </p:txBody>
      </p:sp>
      <p:sp>
        <p:nvSpPr>
          <p:cNvPr id="18" name="object-95-s5-ux">
            <a:extLst xmlns:a="http://schemas.openxmlformats.org/drawingml/2006/main">
              <a:ext uri="{FF2B5EF4-FFF2-40B4-BE49-F238E27FC236}">
                <a16:creationId xmlns:a16="http://schemas.microsoft.com/office/drawing/2014/main" id="{3FCBF518-B28D-4E85-8829-4EC697345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9" name="object-96-s5-ux">
            <a:extLst xmlns:a="http://schemas.openxmlformats.org/drawingml/2006/main">
              <a:ext uri="{FF2B5EF4-FFF2-40B4-BE49-F238E27FC236}">
                <a16:creationId xmlns:a16="http://schemas.microsoft.com/office/drawing/2014/main" id="{C0835975-61F4-4E47-90FA-DE6517920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726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0" name="object-97-s5-ux">
            <a:extLst xmlns:a="http://schemas.openxmlformats.org/drawingml/2006/main">
              <a:ext uri="{FF2B5EF4-FFF2-40B4-BE49-F238E27FC236}">
                <a16:creationId xmlns:a16="http://schemas.microsoft.com/office/drawing/2014/main" id="{062FF41E-F803-431F-9A92-CC571363E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1" name="object-98-s5-ux">
            <a:extLst xmlns:a="http://schemas.openxmlformats.org/drawingml/2006/main">
              <a:ext uri="{FF2B5EF4-FFF2-40B4-BE49-F238E27FC236}">
                <a16:creationId xmlns:a16="http://schemas.microsoft.com/office/drawing/2014/main" id="{62F1C2AD-C16A-4FE8-9BE7-52BA9C675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9990" y="2021592"/>
            <a:ext cx="568970" cy="261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Rz(θ₃)</a:t>
            </a:r>
          </a:p>
        </p:txBody>
      </p:sp>
      <p:sp>
        <p:nvSpPr>
          <p:cNvPr id="22" name="object-99-s5-ux">
            <a:extLst xmlns:a="http://schemas.openxmlformats.org/drawingml/2006/main">
              <a:ext uri="{FF2B5EF4-FFF2-40B4-BE49-F238E27FC236}">
                <a16:creationId xmlns:a16="http://schemas.microsoft.com/office/drawing/2014/main" id="{B8AD8988-5C38-4F18-84C3-DFB453E64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3" name="object-100-s5-ux">
            <a:extLst xmlns:a="http://schemas.openxmlformats.org/drawingml/2006/main">
              <a:ext uri="{FF2B5EF4-FFF2-40B4-BE49-F238E27FC236}">
                <a16:creationId xmlns:a16="http://schemas.microsoft.com/office/drawing/2014/main" id="{0CC21BC6-80D5-4202-A805-6394FFA55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01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4" name="object-101-s5-ux">
            <a:extLst xmlns:a="http://schemas.openxmlformats.org/drawingml/2006/main">
              <a:ext uri="{FF2B5EF4-FFF2-40B4-BE49-F238E27FC236}">
                <a16:creationId xmlns:a16="http://schemas.microsoft.com/office/drawing/2014/main" id="{4FEA5695-2874-442C-8D2D-2AD572706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5" name="object-102-s5-ux">
            <a:extLst xmlns:a="http://schemas.openxmlformats.org/drawingml/2006/main">
              <a:ext uri="{FF2B5EF4-FFF2-40B4-BE49-F238E27FC236}">
                <a16:creationId xmlns:a16="http://schemas.microsoft.com/office/drawing/2014/main" id="{8F1F270F-2BF9-4AC3-B784-DD96AAC0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7265" y="2021592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Rz(θ₄)</a:t>
            </a:r>
          </a:p>
        </p:txBody>
      </p:sp>
      <p:sp>
        <p:nvSpPr>
          <p:cNvPr id="26" name="object-103-s5-ux">
            <a:extLst xmlns:a="http://schemas.openxmlformats.org/drawingml/2006/main">
              <a:ext uri="{FF2B5EF4-FFF2-40B4-BE49-F238E27FC236}">
                <a16:creationId xmlns:a16="http://schemas.microsoft.com/office/drawing/2014/main" id="{F5669274-3B04-49D0-AFE3-0A1B038C7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7" name="object-104-s5-ux">
            <a:extLst xmlns:a="http://schemas.openxmlformats.org/drawingml/2006/main">
              <a:ext uri="{FF2B5EF4-FFF2-40B4-BE49-F238E27FC236}">
                <a16:creationId xmlns:a16="http://schemas.microsoft.com/office/drawing/2014/main" id="{4F6CAEE1-D143-4673-A3C4-6F4311B71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276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8" name="object-105-s5-ux">
            <a:extLst xmlns:a="http://schemas.openxmlformats.org/drawingml/2006/main">
              <a:ext uri="{FF2B5EF4-FFF2-40B4-BE49-F238E27FC236}">
                <a16:creationId xmlns:a16="http://schemas.microsoft.com/office/drawing/2014/main" id="{59F0A886-DA0F-4C71-A759-024382449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9" name="object-106-s5-ux">
            <a:extLst xmlns:a="http://schemas.openxmlformats.org/drawingml/2006/main">
              <a:ext uri="{FF2B5EF4-FFF2-40B4-BE49-F238E27FC236}">
                <a16:creationId xmlns:a16="http://schemas.microsoft.com/office/drawing/2014/main" id="{9A0863C2-4741-43B6-BC72-C0604BB3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4540" y="2021592"/>
            <a:ext cx="568970" cy="2615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Rz(θ₅)</a:t>
            </a:r>
          </a:p>
        </p:txBody>
      </p:sp>
      <p:sp>
        <p:nvSpPr>
          <p:cNvPr id="30" name="object-107-s5-ux">
            <a:extLst xmlns:a="http://schemas.openxmlformats.org/drawingml/2006/main">
              <a:ext uri="{FF2B5EF4-FFF2-40B4-BE49-F238E27FC236}">
                <a16:creationId xmlns:a16="http://schemas.microsoft.com/office/drawing/2014/main" id="{9B912DA9-C190-4E68-8F20-80CABC7D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31" name="object-108-s5-ux">
            <a:extLst xmlns:a="http://schemas.openxmlformats.org/drawingml/2006/main">
              <a:ext uri="{FF2B5EF4-FFF2-40B4-BE49-F238E27FC236}">
                <a16:creationId xmlns:a16="http://schemas.microsoft.com/office/drawing/2014/main" id="{3759FCE4-F9B9-454B-A038-F68F1FE60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551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32" name="object-109-s5-ux">
            <a:extLst xmlns:a="http://schemas.openxmlformats.org/drawingml/2006/main">
              <a:ext uri="{FF2B5EF4-FFF2-40B4-BE49-F238E27FC236}">
                <a16:creationId xmlns:a16="http://schemas.microsoft.com/office/drawing/2014/main" id="{84FAF72F-7D6C-4FBA-9476-4450CADBF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33" name="object-110-s5-ux">
            <a:extLst xmlns:a="http://schemas.openxmlformats.org/drawingml/2006/main">
              <a:ext uri="{FF2B5EF4-FFF2-40B4-BE49-F238E27FC236}">
                <a16:creationId xmlns:a16="http://schemas.microsoft.com/office/drawing/2014/main" id="{8121E851-22DB-4905-A3DF-115E4B881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815" y="2021592"/>
            <a:ext cx="568970" cy="2615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Rz(θ₆)</a:t>
            </a:r>
          </a:p>
        </p:txBody>
      </p:sp>
      <p:sp>
        <p:nvSpPr>
          <p:cNvPr id="34" name="object-111-s5-ux">
            <a:extLst xmlns:a="http://schemas.openxmlformats.org/drawingml/2006/main">
              <a:ext uri="{FF2B5EF4-FFF2-40B4-BE49-F238E27FC236}">
                <a16:creationId xmlns:a16="http://schemas.microsoft.com/office/drawing/2014/main" id="{D076A0CB-6BCA-4312-9F75-FA208249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5604" y="2158752"/>
            <a:ext cx="731341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−1 CZ</a:t>
            </a:r>
          </a:p>
        </p:txBody>
      </p:sp>
      <p:sp>
        <p:nvSpPr>
          <p:cNvPr id="35" name="object-112-s5-ux">
            <a:extLst xmlns:a="http://schemas.openxmlformats.org/drawingml/2006/main">
              <a:ext uri="{FF2B5EF4-FFF2-40B4-BE49-F238E27FC236}">
                <a16:creationId xmlns:a16="http://schemas.microsoft.com/office/drawing/2014/main" id="{A6D7B03C-5CFC-4CED-900E-84C5DD38B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8907" y="2454027"/>
            <a:ext cx="744736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−1 CX</a:t>
            </a:r>
          </a:p>
        </p:txBody>
      </p:sp>
      <p:sp>
        <p:nvSpPr>
          <p:cNvPr id="36" name="object-113-s1-ux">
            <a:extLst xmlns:a="http://schemas.openxmlformats.org/drawingml/2006/main">
              <a:ext uri="{FF2B5EF4-FFF2-40B4-BE49-F238E27FC236}">
                <a16:creationId xmlns:a16="http://schemas.microsoft.com/office/drawing/2014/main" id="{D6DC5BA0-09C5-408A-8308-E5850049C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85522"/>
            <a:ext cx="2316272" cy="3371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0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M = Rz(α) ⊗ (SX H)</a:t>
            </a:r>
          </a:p>
        </p:txBody>
      </p:sp>
      <p:sp>
        <p:nvSpPr>
          <p:cNvPr id="37" name="object-114-s1-ux">
            <a:extLst xmlns:a="http://schemas.openxmlformats.org/drawingml/2006/main">
              <a:ext uri="{FF2B5EF4-FFF2-40B4-BE49-F238E27FC236}">
                <a16:creationId xmlns:a16="http://schemas.microsoft.com/office/drawing/2014/main" id="{B6F00657-47CB-48D4-8A1E-28D401BB4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110424"/>
            <a:ext cx="496044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M =</a:t>
            </a:r>
          </a:p>
        </p:txBody>
      </p:sp>
      <p:sp>
        <p:nvSpPr>
          <p:cNvPr id="38" name="object-115-s1-ux">
            <a:extLst xmlns:a="http://schemas.openxmlformats.org/drawingml/2006/main">
              <a:ext uri="{FF2B5EF4-FFF2-40B4-BE49-F238E27FC236}">
                <a16:creationId xmlns:a16="http://schemas.microsoft.com/office/drawing/2014/main" id="{9922671B-40C9-4968-9E93-E5593E50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39889"/>
            <a:ext cx="2209800" cy="1371600"/>
          </a:xfrm>
          <a:custGeom xmlns:a="http://schemas.openxmlformats.org/drawingml/2006/main">
            <a:pathLst>
              <a:path w="2209800" h="1371600">
                <a:moveTo>
                  <a:pt x="76200" y="0"/>
                </a:moveTo>
                <a:lnTo>
                  <a:pt x="19756" y="0"/>
                </a:lnTo>
                <a:lnTo>
                  <a:pt x="0" y="8467"/>
                </a:lnTo>
                <a:lnTo>
                  <a:pt x="0" y="1363133"/>
                </a:lnTo>
                <a:lnTo>
                  <a:pt x="19756" y="1371600"/>
                </a:lnTo>
                <a:lnTo>
                  <a:pt x="76200" y="1371600"/>
                </a:lnTo>
              </a:path>
              <a:path w="2209800" h="1371600">
                <a:moveTo>
                  <a:pt x="2133600" y="0"/>
                </a:moveTo>
                <a:lnTo>
                  <a:pt x="2190045" y="0"/>
                </a:lnTo>
                <a:lnTo>
                  <a:pt x="2209800" y="8467"/>
                </a:lnTo>
                <a:lnTo>
                  <a:pt x="2209800" y="1363133"/>
                </a:lnTo>
                <a:lnTo>
                  <a:pt x="2190044" y="1371600"/>
                </a:lnTo>
                <a:lnTo>
                  <a:pt x="2133600" y="13716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23039"/>
            </a:solidFill>
            <a:prstDash val="solid"/>
          </a:ln>
        </p:spPr>
      </p:sp>
      <p:sp>
        <p:nvSpPr>
          <p:cNvPr id="39" name="object-116-s1-ux">
            <a:extLst xmlns:a="http://schemas.openxmlformats.org/drawingml/2006/main">
              <a:ext uri="{FF2B5EF4-FFF2-40B4-BE49-F238E27FC236}">
                <a16:creationId xmlns:a16="http://schemas.microsoft.com/office/drawing/2014/main" id="{6F1403A3-CEF1-4BAE-87AC-D5611F5E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043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40" name="object-117-s1-ux">
            <a:extLst xmlns:a="http://schemas.openxmlformats.org/drawingml/2006/main">
              <a:ext uri="{FF2B5EF4-FFF2-40B4-BE49-F238E27FC236}">
                <a16:creationId xmlns:a16="http://schemas.microsoft.com/office/drawing/2014/main" id="{A1D98B46-5F6B-41A7-8700-298A71898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209" y="3601218"/>
            <a:ext cx="297924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ip</a:t>
            </a:r>
          </a:p>
        </p:txBody>
      </p:sp>
      <p:sp>
        <p:nvSpPr>
          <p:cNvPr id="41" name="object-118-s1-ux">
            <a:extLst xmlns:a="http://schemas.openxmlformats.org/drawingml/2006/main">
              <a:ext uri="{FF2B5EF4-FFF2-40B4-BE49-F238E27FC236}">
                <a16:creationId xmlns:a16="http://schemas.microsoft.com/office/drawing/2014/main" id="{8653DCAF-221D-437D-9990-99AC9F42F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9693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2" name="object-119-s1-ux">
            <a:extLst xmlns:a="http://schemas.openxmlformats.org/drawingml/2006/main">
              <a:ext uri="{FF2B5EF4-FFF2-40B4-BE49-F238E27FC236}">
                <a16:creationId xmlns:a16="http://schemas.microsoft.com/office/drawing/2014/main" id="{EAF0E580-E674-4C97-BB61-33744AAE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4518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3" name="object-120-s1-ux">
            <a:extLst xmlns:a="http://schemas.openxmlformats.org/drawingml/2006/main">
              <a:ext uri="{FF2B5EF4-FFF2-40B4-BE49-F238E27FC236}">
                <a16:creationId xmlns:a16="http://schemas.microsoft.com/office/drawing/2014/main" id="{5E86841F-903D-4B9A-8C83-4AE9B3526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043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44" name="object-121-s1-ux">
            <a:extLst xmlns:a="http://schemas.openxmlformats.org/drawingml/2006/main">
              <a:ext uri="{FF2B5EF4-FFF2-40B4-BE49-F238E27FC236}">
                <a16:creationId xmlns:a16="http://schemas.microsoft.com/office/drawing/2014/main" id="{43E589E1-F3A9-4993-879C-D812D722A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3544" y="3944118"/>
            <a:ext cx="459254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−ip</a:t>
            </a:r>
          </a:p>
        </p:txBody>
      </p:sp>
      <p:sp>
        <p:nvSpPr>
          <p:cNvPr id="45" name="object-122-s1-ux">
            <a:extLst xmlns:a="http://schemas.openxmlformats.org/drawingml/2006/main">
              <a:ext uri="{FF2B5EF4-FFF2-40B4-BE49-F238E27FC236}">
                <a16:creationId xmlns:a16="http://schemas.microsoft.com/office/drawing/2014/main" id="{71CBC354-FAC1-4650-97A4-641C4631E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9693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6" name="object-123-s1-ux">
            <a:extLst xmlns:a="http://schemas.openxmlformats.org/drawingml/2006/main">
              <a:ext uri="{FF2B5EF4-FFF2-40B4-BE49-F238E27FC236}">
                <a16:creationId xmlns:a16="http://schemas.microsoft.com/office/drawing/2014/main" id="{F361CDC1-1048-416E-A9B2-045A7AA42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4518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7" name="object-124-s1-ux">
            <a:extLst xmlns:a="http://schemas.openxmlformats.org/drawingml/2006/main">
              <a:ext uri="{FF2B5EF4-FFF2-40B4-BE49-F238E27FC236}">
                <a16:creationId xmlns:a16="http://schemas.microsoft.com/office/drawing/2014/main" id="{FD093C6D-7F62-43D6-B39B-080C8B952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043" y="42870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8" name="object-125-s1-ux">
            <a:extLst xmlns:a="http://schemas.openxmlformats.org/drawingml/2006/main">
              <a:ext uri="{FF2B5EF4-FFF2-40B4-BE49-F238E27FC236}">
                <a16:creationId xmlns:a16="http://schemas.microsoft.com/office/drawing/2014/main" id="{7AB97CE1-BBC7-4D1B-AE6A-8F5C862B1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4868" y="42870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9" name="object-126-s1-ux">
            <a:extLst xmlns:a="http://schemas.openxmlformats.org/drawingml/2006/main">
              <a:ext uri="{FF2B5EF4-FFF2-40B4-BE49-F238E27FC236}">
                <a16:creationId xmlns:a16="http://schemas.microsoft.com/office/drawing/2014/main" id="{C3B010A4-829E-414D-BAEB-3865ED2C9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0500" y="4287018"/>
            <a:ext cx="178629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50" name="object-127-s1-ux">
            <a:extLst xmlns:a="http://schemas.openxmlformats.org/drawingml/2006/main">
              <a:ext uri="{FF2B5EF4-FFF2-40B4-BE49-F238E27FC236}">
                <a16:creationId xmlns:a16="http://schemas.microsoft.com/office/drawing/2014/main" id="{063930C5-1BB3-433C-B501-594D8689F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4667" y="4287018"/>
            <a:ext cx="23999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ir</a:t>
            </a:r>
          </a:p>
        </p:txBody>
      </p:sp>
      <p:sp>
        <p:nvSpPr>
          <p:cNvPr id="51" name="object-128-s1-ux">
            <a:extLst xmlns:a="http://schemas.openxmlformats.org/drawingml/2006/main">
              <a:ext uri="{FF2B5EF4-FFF2-40B4-BE49-F238E27FC236}">
                <a16:creationId xmlns:a16="http://schemas.microsoft.com/office/drawing/2014/main" id="{057F7BC2-8139-4138-BF2B-7E420D056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043" y="46299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2" name="object-129-s1-ux">
            <a:extLst xmlns:a="http://schemas.openxmlformats.org/drawingml/2006/main">
              <a:ext uri="{FF2B5EF4-FFF2-40B4-BE49-F238E27FC236}">
                <a16:creationId xmlns:a16="http://schemas.microsoft.com/office/drawing/2014/main" id="{1794345B-CF7F-46BA-9604-CFCA706DF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4868" y="46299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3" name="object-130-s1-ux">
            <a:extLst xmlns:a="http://schemas.openxmlformats.org/drawingml/2006/main">
              <a:ext uri="{FF2B5EF4-FFF2-40B4-BE49-F238E27FC236}">
                <a16:creationId xmlns:a16="http://schemas.microsoft.com/office/drawing/2014/main" id="{0A9C88E1-94C3-4ABD-ACF8-26C9FAC3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0500" y="4629918"/>
            <a:ext cx="178629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54" name="object-131-s1-ux">
            <a:extLst xmlns:a="http://schemas.openxmlformats.org/drawingml/2006/main">
              <a:ext uri="{FF2B5EF4-FFF2-40B4-BE49-F238E27FC236}">
                <a16:creationId xmlns:a16="http://schemas.microsoft.com/office/drawing/2014/main" id="{F9611D2F-DE65-47C8-A09E-35824FE64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002" y="4629918"/>
            <a:ext cx="401309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−ir</a:t>
            </a:r>
          </a:p>
        </p:txBody>
      </p:sp>
      <p:sp>
        <p:nvSpPr>
          <p:cNvPr id="55" name="object-132-s1-ux">
            <a:extLst xmlns:a="http://schemas.openxmlformats.org/drawingml/2006/main">
              <a:ext uri="{FF2B5EF4-FFF2-40B4-BE49-F238E27FC236}">
                <a16:creationId xmlns:a16="http://schemas.microsoft.com/office/drawing/2014/main" id="{A3FC2470-2B2B-4270-AF7A-277843DFD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09609"/>
            <a:ext cx="715268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α = Σθᵢ</a:t>
            </a:r>
          </a:p>
        </p:txBody>
      </p:sp>
      <p:sp>
        <p:nvSpPr>
          <p:cNvPr id="56" name="object-133-s1-ux">
            <a:extLst xmlns:a="http://schemas.openxmlformats.org/drawingml/2006/main">
              <a:ext uri="{FF2B5EF4-FFF2-40B4-BE49-F238E27FC236}">
                <a16:creationId xmlns:a16="http://schemas.microsoft.com/office/drawing/2014/main" id="{6445D606-DBF6-477A-8CA4-BF45C17D0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5208875"/>
            <a:ext cx="1657052" cy="2807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p = e^(−iα/2) / √2</a:t>
            </a:r>
          </a:p>
        </p:txBody>
      </p:sp>
      <p:sp>
        <p:nvSpPr>
          <p:cNvPr id="57" name="object-134-s1-ux">
            <a:extLst xmlns:a="http://schemas.openxmlformats.org/drawingml/2006/main">
              <a:ext uri="{FF2B5EF4-FFF2-40B4-BE49-F238E27FC236}">
                <a16:creationId xmlns:a16="http://schemas.microsoft.com/office/drawing/2014/main" id="{551A5852-D750-4B77-AC9F-D00FBD782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5208875"/>
            <a:ext cx="1487984" cy="2807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r = e^(iα/2) / √2</a:t>
            </a:r>
          </a:p>
        </p:txBody>
      </p:sp>
      <p:sp>
        <p:nvSpPr>
          <p:cNvPr id="58" name="object-135-s1-ux">
            <a:extLst xmlns:a="http://schemas.openxmlformats.org/drawingml/2006/main">
              <a:ext uri="{FF2B5EF4-FFF2-40B4-BE49-F238E27FC236}">
                <a16:creationId xmlns:a16="http://schemas.microsoft.com/office/drawing/2014/main" id="{CD63AAAE-8669-462E-B58E-8CA9CBB17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5209609"/>
            <a:ext cx="932408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SX⁵ = SX</a:t>
            </a:r>
          </a:p>
        </p:txBody>
      </p:sp>
      <p:sp>
        <p:nvSpPr>
          <p:cNvPr id="59" name="object-136-s2-ux">
            <a:extLst xmlns:a="http://schemas.openxmlformats.org/drawingml/2006/main">
              <a:ext uri="{FF2B5EF4-FFF2-40B4-BE49-F238E27FC236}">
                <a16:creationId xmlns:a16="http://schemas.microsoft.com/office/drawing/2014/main" id="{069D60EB-884B-455F-A174-3D92D7F29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316164"/>
            <a:ext cx="552450" cy="95"/>
          </a:xfrm>
          <a:custGeom xmlns:a="http://schemas.openxmlformats.org/drawingml/2006/main">
            <a:pathLst>
              <a:path w="552450" h="95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60" name="object-136-s2-ux-arrow">
            <a:extLst xmlns:a="http://schemas.openxmlformats.org/drawingml/2006/main">
              <a:ext uri="{FF2B5EF4-FFF2-40B4-BE49-F238E27FC236}">
                <a16:creationId xmlns:a16="http://schemas.microsoft.com/office/drawing/2014/main" id="{9AB950A5-0F68-4207-96B5-DA4EEBA0B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259014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61" name="object-137-s2-ux">
            <a:extLst xmlns:a="http://schemas.openxmlformats.org/drawingml/2006/main">
              <a:ext uri="{FF2B5EF4-FFF2-40B4-BE49-F238E27FC236}">
                <a16:creationId xmlns:a16="http://schemas.microsoft.com/office/drawing/2014/main" id="{BE615FC6-6F6E-4BB3-A3EB-D7F49D95F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7359" y="3858964"/>
            <a:ext cx="319683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fits</a:t>
            </a:r>
          </a:p>
        </p:txBody>
      </p:sp>
      <p:sp>
        <p:nvSpPr>
          <p:cNvPr id="62" name="object-138-s2-ux">
            <a:extLst xmlns:a="http://schemas.openxmlformats.org/drawingml/2006/main">
              <a:ext uri="{FF2B5EF4-FFF2-40B4-BE49-F238E27FC236}">
                <a16:creationId xmlns:a16="http://schemas.microsoft.com/office/drawing/2014/main" id="{1C320E87-0F20-4673-916A-09F89C7D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234" y="3305562"/>
            <a:ext cx="1354931" cy="26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Synthesized S</a:t>
            </a:r>
          </a:p>
        </p:txBody>
      </p:sp>
      <p:sp>
        <p:nvSpPr>
          <p:cNvPr id="63" name="object-139-s2-ux">
            <a:extLst xmlns:a="http://schemas.openxmlformats.org/drawingml/2006/main">
              <a:ext uri="{FF2B5EF4-FFF2-40B4-BE49-F238E27FC236}">
                <a16:creationId xmlns:a16="http://schemas.microsoft.com/office/drawing/2014/main" id="{3216E738-103D-4D9F-99DE-4FD6C3DF3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639889"/>
            <a:ext cx="2209800" cy="1371600"/>
          </a:xfrm>
          <a:custGeom xmlns:a="http://schemas.openxmlformats.org/drawingml/2006/main">
            <a:pathLst>
              <a:path w="2209800" h="1371600">
                <a:moveTo>
                  <a:pt x="76200" y="0"/>
                </a:moveTo>
                <a:lnTo>
                  <a:pt x="19755" y="0"/>
                </a:lnTo>
                <a:lnTo>
                  <a:pt x="0" y="8467"/>
                </a:lnTo>
                <a:lnTo>
                  <a:pt x="0" y="1363133"/>
                </a:lnTo>
                <a:lnTo>
                  <a:pt x="19756" y="1371600"/>
                </a:lnTo>
                <a:lnTo>
                  <a:pt x="76200" y="1371600"/>
                </a:lnTo>
              </a:path>
              <a:path w="2209800" h="1371600">
                <a:moveTo>
                  <a:pt x="2133600" y="0"/>
                </a:moveTo>
                <a:lnTo>
                  <a:pt x="2190044" y="0"/>
                </a:lnTo>
                <a:lnTo>
                  <a:pt x="2209800" y="8467"/>
                </a:lnTo>
                <a:lnTo>
                  <a:pt x="2209800" y="1363133"/>
                </a:lnTo>
                <a:lnTo>
                  <a:pt x="2190044" y="1371600"/>
                </a:lnTo>
                <a:lnTo>
                  <a:pt x="2133600" y="13716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23039"/>
            </a:solidFill>
            <a:prstDash val="solid"/>
          </a:ln>
        </p:spPr>
      </p:sp>
      <p:sp>
        <p:nvSpPr>
          <p:cNvPr id="64" name="object-140-s2-ux">
            <a:extLst xmlns:a="http://schemas.openxmlformats.org/drawingml/2006/main">
              <a:ext uri="{FF2B5EF4-FFF2-40B4-BE49-F238E27FC236}">
                <a16:creationId xmlns:a16="http://schemas.microsoft.com/office/drawing/2014/main" id="{84D672C8-B0C1-484D-A6F6-7D9D05FF3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443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65" name="object-141-s2-ux">
            <a:extLst xmlns:a="http://schemas.openxmlformats.org/drawingml/2006/main">
              <a:ext uri="{FF2B5EF4-FFF2-40B4-BE49-F238E27FC236}">
                <a16:creationId xmlns:a16="http://schemas.microsoft.com/office/drawing/2014/main" id="{ECEA3039-D980-449F-834C-FABD09D25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5268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66" name="object-142-s2-ux">
            <a:extLst xmlns:a="http://schemas.openxmlformats.org/drawingml/2006/main">
              <a:ext uri="{FF2B5EF4-FFF2-40B4-BE49-F238E27FC236}">
                <a16:creationId xmlns:a16="http://schemas.microsoft.com/office/drawing/2014/main" id="{0819BBAC-0DCD-4798-A4CC-597F35657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7906" y="3601218"/>
            <a:ext cx="220980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67" name="object-143-s2-ux">
            <a:extLst xmlns:a="http://schemas.openxmlformats.org/drawingml/2006/main">
              <a:ext uri="{FF2B5EF4-FFF2-40B4-BE49-F238E27FC236}">
                <a16:creationId xmlns:a16="http://schemas.microsoft.com/office/drawing/2014/main" id="{56036F8F-A2F7-403F-B5FB-0DB83C4F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918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8" name="object-144-s2-ux">
            <a:extLst xmlns:a="http://schemas.openxmlformats.org/drawingml/2006/main">
              <a:ext uri="{FF2B5EF4-FFF2-40B4-BE49-F238E27FC236}">
                <a16:creationId xmlns:a16="http://schemas.microsoft.com/office/drawing/2014/main" id="{4E8B021B-FAE5-417A-849B-9324581A6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443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69" name="object-145-s2-ux">
            <a:extLst xmlns:a="http://schemas.openxmlformats.org/drawingml/2006/main">
              <a:ext uri="{FF2B5EF4-FFF2-40B4-BE49-F238E27FC236}">
                <a16:creationId xmlns:a16="http://schemas.microsoft.com/office/drawing/2014/main" id="{5FD365A5-2D6F-44E1-B1B9-233942649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5268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70" name="object-146-s2-ux">
            <a:extLst xmlns:a="http://schemas.openxmlformats.org/drawingml/2006/main">
              <a:ext uri="{FF2B5EF4-FFF2-40B4-BE49-F238E27FC236}">
                <a16:creationId xmlns:a16="http://schemas.microsoft.com/office/drawing/2014/main" id="{9E15CDC1-6F22-4F78-8FC4-DC1265035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8565" y="3944118"/>
            <a:ext cx="169188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71" name="object-147-s2-ux">
            <a:extLst xmlns:a="http://schemas.openxmlformats.org/drawingml/2006/main">
              <a:ext uri="{FF2B5EF4-FFF2-40B4-BE49-F238E27FC236}">
                <a16:creationId xmlns:a16="http://schemas.microsoft.com/office/drawing/2014/main" id="{E27FE768-8DCE-4F5F-A869-DED045BA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918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72" name="object-148-s2-ux">
            <a:extLst xmlns:a="http://schemas.openxmlformats.org/drawingml/2006/main">
              <a:ext uri="{FF2B5EF4-FFF2-40B4-BE49-F238E27FC236}">
                <a16:creationId xmlns:a16="http://schemas.microsoft.com/office/drawing/2014/main" id="{9DE87C14-CF21-4A58-992D-DDBB3737D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443" y="4287018"/>
            <a:ext cx="236607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73" name="object-149-s2-ux">
            <a:extLst xmlns:a="http://schemas.openxmlformats.org/drawingml/2006/main">
              <a:ext uri="{FF2B5EF4-FFF2-40B4-BE49-F238E27FC236}">
                <a16:creationId xmlns:a16="http://schemas.microsoft.com/office/drawing/2014/main" id="{17E3494F-07F1-4A32-BD28-FE700AF09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5268" y="42870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74" name="object-150-s2-ux">
            <a:extLst xmlns:a="http://schemas.openxmlformats.org/drawingml/2006/main">
              <a:ext uri="{FF2B5EF4-FFF2-40B4-BE49-F238E27FC236}">
                <a16:creationId xmlns:a16="http://schemas.microsoft.com/office/drawing/2014/main" id="{562E2540-28FF-4E85-9288-B6F55C875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3551" y="4287018"/>
            <a:ext cx="157012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75" name="object-151-s2-ux">
            <a:extLst xmlns:a="http://schemas.openxmlformats.org/drawingml/2006/main">
              <a:ext uri="{FF2B5EF4-FFF2-40B4-BE49-F238E27FC236}">
                <a16:creationId xmlns:a16="http://schemas.microsoft.com/office/drawing/2014/main" id="{D5FD4E9A-A810-49C4-B93B-4AD00D1D8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2731" y="4287018"/>
            <a:ext cx="220980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k</a:t>
            </a:r>
          </a:p>
        </p:txBody>
      </p:sp>
      <p:sp>
        <p:nvSpPr>
          <p:cNvPr id="76" name="object-152-s2-ux">
            <a:extLst xmlns:a="http://schemas.openxmlformats.org/drawingml/2006/main">
              <a:ext uri="{FF2B5EF4-FFF2-40B4-BE49-F238E27FC236}">
                <a16:creationId xmlns:a16="http://schemas.microsoft.com/office/drawing/2014/main" id="{6E0F90E5-B671-432D-B416-1BAEAA73F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443" y="4629918"/>
            <a:ext cx="236607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77" name="object-153-s2-ux">
            <a:extLst xmlns:a="http://schemas.openxmlformats.org/drawingml/2006/main">
              <a:ext uri="{FF2B5EF4-FFF2-40B4-BE49-F238E27FC236}">
                <a16:creationId xmlns:a16="http://schemas.microsoft.com/office/drawing/2014/main" id="{97D35AF6-335D-4E17-91A9-0BF1BB68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5268" y="46299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78" name="object-154-s2-ux">
            <a:extLst xmlns:a="http://schemas.openxmlformats.org/drawingml/2006/main">
              <a:ext uri="{FF2B5EF4-FFF2-40B4-BE49-F238E27FC236}">
                <a16:creationId xmlns:a16="http://schemas.microsoft.com/office/drawing/2014/main" id="{050542BD-32C5-4DDD-B6EF-6FDFB121F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3551" y="4629918"/>
            <a:ext cx="157012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79" name="object-155-s2-ux">
            <a:extLst xmlns:a="http://schemas.openxmlformats.org/drawingml/2006/main">
              <a:ext uri="{FF2B5EF4-FFF2-40B4-BE49-F238E27FC236}">
                <a16:creationId xmlns:a16="http://schemas.microsoft.com/office/drawing/2014/main" id="{26D490E0-EBB7-4783-B6B0-0A1B6670E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2066" y="4629918"/>
            <a:ext cx="382310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−k</a:t>
            </a:r>
          </a:p>
        </p:txBody>
      </p:sp>
      <p:sp>
        <p:nvSpPr>
          <p:cNvPr id="80" name="object-156-s3-ux">
            <a:extLst xmlns:a="http://schemas.openxmlformats.org/drawingml/2006/main">
              <a:ext uri="{FF2B5EF4-FFF2-40B4-BE49-F238E27FC236}">
                <a16:creationId xmlns:a16="http://schemas.microsoft.com/office/drawing/2014/main" id="{FFD27B8C-235D-4F22-B4F3-FEF2402B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921704"/>
            <a:ext cx="964823" cy="426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M ⊨ S</a:t>
            </a:r>
          </a:p>
        </p:txBody>
      </p:sp>
      <p:sp>
        <p:nvSpPr>
          <p:cNvPr id="81" name="object-157-s3-ux">
            <a:extLst xmlns:a="http://schemas.openxmlformats.org/drawingml/2006/main">
              <a:ext uri="{FF2B5EF4-FFF2-40B4-BE49-F238E27FC236}">
                <a16:creationId xmlns:a16="http://schemas.microsoft.com/office/drawing/2014/main" id="{2898AB87-BAAF-4A79-92F6-B35C07633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97979"/>
            <a:ext cx="978694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a = d = p</a:t>
            </a:r>
          </a:p>
        </p:txBody>
      </p:sp>
      <p:sp>
        <p:nvSpPr>
          <p:cNvPr id="82" name="object-158-s3-ux">
            <a:extLst xmlns:a="http://schemas.openxmlformats.org/drawingml/2006/main">
              <a:ext uri="{FF2B5EF4-FFF2-40B4-BE49-F238E27FC236}">
                <a16:creationId xmlns:a16="http://schemas.microsoft.com/office/drawing/2014/main" id="{123A8575-6ECB-42CE-A8CC-B2FB73F05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940879"/>
            <a:ext cx="1467892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b = ip,  e = −ip</a:t>
            </a:r>
          </a:p>
        </p:txBody>
      </p:sp>
      <p:sp>
        <p:nvSpPr>
          <p:cNvPr id="83" name="object-159-s3-ux">
            <a:extLst xmlns:a="http://schemas.openxmlformats.org/drawingml/2006/main">
              <a:ext uri="{FF2B5EF4-FFF2-40B4-BE49-F238E27FC236}">
                <a16:creationId xmlns:a16="http://schemas.microsoft.com/office/drawing/2014/main" id="{CBCAF1B7-22C7-4990-87F8-5476D4541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2883" y="4283779"/>
            <a:ext cx="1093403" cy="3033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j = r,  k = ir</a:t>
            </a:r>
          </a:p>
        </p:txBody>
      </p:sp>
      <p:sp>
        <p:nvSpPr>
          <p:cNvPr id="84" name="object-160-s3-ux">
            <a:extLst xmlns:a="http://schemas.openxmlformats.org/drawingml/2006/main">
              <a:ext uri="{FF2B5EF4-FFF2-40B4-BE49-F238E27FC236}">
                <a16:creationId xmlns:a16="http://schemas.microsoft.com/office/drawing/2014/main" id="{DBD3DD71-E42B-46D3-BCCE-CB6FF8DC3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637157"/>
            <a:ext cx="1610916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c = f = g = h = 0</a:t>
            </a:r>
          </a:p>
        </p:txBody>
      </p:sp>
      <p:sp>
        <p:nvSpPr>
          <p:cNvPr id="85" name="object-161-s5-ux">
            <a:extLst xmlns:a="http://schemas.openxmlformats.org/drawingml/2006/main">
              <a:ext uri="{FF2B5EF4-FFF2-40B4-BE49-F238E27FC236}">
                <a16:creationId xmlns:a16="http://schemas.microsoft.com/office/drawing/2014/main" id="{829FF25B-844B-4089-A5B3-E4FE2366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4867870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All 12 gates inside S remain. The rewrite removes one CZ and one CX.</a:t>
            </a:r>
          </a:p>
        </p:txBody>
      </p:sp>
      <p:sp>
        <p:nvSpPr>
          <p:cNvPr id="86" name="object-162-s0-ux">
            <a:extLst xmlns:a="http://schemas.openxmlformats.org/drawingml/2006/main">
              <a:ext uri="{FF2B5EF4-FFF2-40B4-BE49-F238E27FC236}">
                <a16:creationId xmlns:a16="http://schemas.microsoft.com/office/drawing/2014/main" id="{D5EAD4AE-5663-4BD8-A8D7-76CECC92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5127724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§5.5 matching method; longer CZ → CX instance derived for this talk</a:t>
            </a:r>
          </a:p>
        </p:txBody>
      </p:sp>
      <p:sp>
        <p:nvSpPr>
          <p:cNvPr id="87" name="object-163-s0-ux">
            <a:extLst xmlns:a="http://schemas.openxmlformats.org/drawingml/2006/main">
              <a:ext uri="{FF2B5EF4-FFF2-40B4-BE49-F238E27FC236}">
                <a16:creationId xmlns:a16="http://schemas.microsoft.com/office/drawing/2014/main" id="{98DB279D-C160-4533-8FC7-6157E6020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10 / 14</a:t>
            </a:r>
          </a:p>
        </p:txBody>
      </p:sp>
      <p:sp>
        <p:nvSpPr>
          <p:cNvPr id="88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62162A3B-47E5-42F3-B160-261D2576E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6 / 6</a:t>
            </a:r>
          </a:p>
        </p:txBody>
      </p:sp>
    </p:spTree>
    <p:extLst>
      <p:ext uri="{BB962C8B-B14F-4D97-AF65-F5344CB8AC3E}">
        <p14:creationId xmlns:p14="http://schemas.microsoft.com/office/powerpoint/2010/main" val="1746808506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op-accent">
            <a:extLst xmlns:a="http://schemas.openxmlformats.org/drawingml/2006/main">
              <a:ext uri="{FF2B5EF4-FFF2-40B4-BE49-F238E27FC236}">
                <a16:creationId xmlns:a16="http://schemas.microsoft.com/office/drawing/2014/main" id="{E42B759E-C5EE-4045-A740-4747DAE6A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2117ACC4-CAB5-4744-8562-C485AF4AC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7133659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Anchoring exposes the adjacent CX pair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9423DD73-5208-4725-BB85-310E31DD0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01502"/>
            <a:ext cx="171703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Canonical rule</a:t>
            </a:r>
          </a:p>
        </p:txBody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9A6C3FA5-8D9E-4D46-B0DE-D94BAD91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430089"/>
            <a:ext cx="1520190" cy="95"/>
          </a:xfrm>
          <a:custGeom xmlns:a="http://schemas.openxmlformats.org/drawingml/2006/main">
            <a:pathLst>
              <a:path w="1520190" h="95">
                <a:moveTo>
                  <a:pt x="0" y="0"/>
                </a:moveTo>
                <a:lnTo>
                  <a:pt x="15201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5" name="object-3-s0-ux">
            <a:extLst xmlns:a="http://schemas.openxmlformats.org/drawingml/2006/main">
              <a:ext uri="{FF2B5EF4-FFF2-40B4-BE49-F238E27FC236}">
                <a16:creationId xmlns:a16="http://schemas.microsoft.com/office/drawing/2014/main" id="{7DBEB44A-0B49-4FDE-A7FB-ADA680C72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842712"/>
            <a:ext cx="1520190" cy="95"/>
          </a:xfrm>
          <a:custGeom xmlns:a="http://schemas.openxmlformats.org/drawingml/2006/main">
            <a:pathLst>
              <a:path w="1520190" h="95">
                <a:moveTo>
                  <a:pt x="0" y="0"/>
                </a:moveTo>
                <a:lnTo>
                  <a:pt x="15201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6" name="object-4-s0-ux">
            <a:extLst xmlns:a="http://schemas.openxmlformats.org/drawingml/2006/main">
              <a:ext uri="{FF2B5EF4-FFF2-40B4-BE49-F238E27FC236}">
                <a16:creationId xmlns:a16="http://schemas.microsoft.com/office/drawing/2014/main" id="{9AA515B7-AEA2-4824-96D5-23327E8EB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5648" y="1430089"/>
            <a:ext cx="95" cy="412623"/>
          </a:xfrm>
          <a:custGeom xmlns:a="http://schemas.openxmlformats.org/drawingml/2006/main">
            <a:pathLst>
              <a:path w="95" h="412623">
                <a:moveTo>
                  <a:pt x="0" y="0"/>
                </a:moveTo>
                <a:lnTo>
                  <a:pt x="0" y="412623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7" name="object-5-s0-ux">
            <a:extLst xmlns:a="http://schemas.openxmlformats.org/drawingml/2006/main">
              <a:ext uri="{FF2B5EF4-FFF2-40B4-BE49-F238E27FC236}">
                <a16:creationId xmlns:a16="http://schemas.microsoft.com/office/drawing/2014/main" id="{E62A6E92-7759-4D0B-8BAF-EE02C3B0C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785" y="1381226"/>
            <a:ext cx="97727" cy="977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8" name="object-6-s0-ux">
            <a:extLst xmlns:a="http://schemas.openxmlformats.org/drawingml/2006/main">
              <a:ext uri="{FF2B5EF4-FFF2-40B4-BE49-F238E27FC236}">
                <a16:creationId xmlns:a16="http://schemas.microsoft.com/office/drawing/2014/main" id="{93E324DD-EA6C-4E83-B747-CA62FDBEE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785" y="1793849"/>
            <a:ext cx="97727" cy="977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9" name="object-7-s0-ux">
            <a:extLst xmlns:a="http://schemas.openxmlformats.org/drawingml/2006/main">
              <a:ext uri="{FF2B5EF4-FFF2-40B4-BE49-F238E27FC236}">
                <a16:creationId xmlns:a16="http://schemas.microsoft.com/office/drawing/2014/main" id="{5D0BB901-7CCC-4B11-B4F4-D14138458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54" y="1299788"/>
            <a:ext cx="477774" cy="673227"/>
          </a:xfrm>
          <a:prstGeom xmlns:a="http://schemas.openxmlformats.org/drawingml/2006/main" prst="roundRect">
            <a:avLst>
              <a:gd name="adj" fmla="val 5981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1717">
            <a:solidFill>
              <a:srgbClr val="087E86"/>
            </a:solidFill>
            <a:prstDash val="solid"/>
          </a:ln>
        </p:spPr>
      </p:sp>
      <p:sp>
        <p:nvSpPr>
          <p:cNvPr id="10" name="object-8-s0-ux">
            <a:extLst xmlns:a="http://schemas.openxmlformats.org/drawingml/2006/main">
              <a:ext uri="{FF2B5EF4-FFF2-40B4-BE49-F238E27FC236}">
                <a16:creationId xmlns:a16="http://schemas.microsoft.com/office/drawing/2014/main" id="{F6060CC6-EDB9-4313-8E93-DBCD66D14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4879" y="1459331"/>
            <a:ext cx="262563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37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37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11" name="object-9-s0-ux">
            <a:extLst xmlns:a="http://schemas.openxmlformats.org/drawingml/2006/main">
              <a:ext uri="{FF2B5EF4-FFF2-40B4-BE49-F238E27FC236}">
                <a16:creationId xmlns:a16="http://schemas.microsoft.com/office/drawing/2014/main" id="{91AE0C69-1DB7-4637-ACDC-125CC5A7F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8953" y="1395666"/>
            <a:ext cx="297586" cy="4387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65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65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2" name="object-10-s0-ux">
            <a:extLst xmlns:a="http://schemas.openxmlformats.org/drawingml/2006/main">
              <a:ext uri="{FF2B5EF4-FFF2-40B4-BE49-F238E27FC236}">
                <a16:creationId xmlns:a16="http://schemas.microsoft.com/office/drawing/2014/main" id="{0BAF9091-33B8-4DCC-999C-53DAC2354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5584" y="1430089"/>
            <a:ext cx="1520190" cy="95"/>
          </a:xfrm>
          <a:custGeom xmlns:a="http://schemas.openxmlformats.org/drawingml/2006/main">
            <a:pathLst>
              <a:path w="1520190" h="95">
                <a:moveTo>
                  <a:pt x="0" y="0"/>
                </a:moveTo>
                <a:lnTo>
                  <a:pt x="15201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13" name="object-11-s0-ux">
            <a:extLst xmlns:a="http://schemas.openxmlformats.org/drawingml/2006/main">
              <a:ext uri="{FF2B5EF4-FFF2-40B4-BE49-F238E27FC236}">
                <a16:creationId xmlns:a16="http://schemas.microsoft.com/office/drawing/2014/main" id="{0EA124BD-75CC-48EE-9D50-232BACB16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5584" y="1842712"/>
            <a:ext cx="1520190" cy="95"/>
          </a:xfrm>
          <a:custGeom xmlns:a="http://schemas.openxmlformats.org/drawingml/2006/main">
            <a:pathLst>
              <a:path w="1520190" h="95">
                <a:moveTo>
                  <a:pt x="0" y="0"/>
                </a:moveTo>
                <a:lnTo>
                  <a:pt x="15201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14" name="object-12-s0-ux">
            <a:extLst xmlns:a="http://schemas.openxmlformats.org/drawingml/2006/main">
              <a:ext uri="{FF2B5EF4-FFF2-40B4-BE49-F238E27FC236}">
                <a16:creationId xmlns:a16="http://schemas.microsoft.com/office/drawing/2014/main" id="{18AC66B3-96FA-4C71-AD03-8C6051579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1895" y="1299788"/>
            <a:ext cx="477774" cy="673227"/>
          </a:xfrm>
          <a:prstGeom xmlns:a="http://schemas.openxmlformats.org/drawingml/2006/main" prst="roundRect">
            <a:avLst>
              <a:gd name="adj" fmla="val 5981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1717">
            <a:solidFill>
              <a:srgbClr val="087E86"/>
            </a:solidFill>
            <a:prstDash val="solid"/>
          </a:ln>
        </p:spPr>
      </p:sp>
      <p:sp>
        <p:nvSpPr>
          <p:cNvPr id="15" name="object-13-s0-ux">
            <a:extLst xmlns:a="http://schemas.openxmlformats.org/drawingml/2006/main">
              <a:ext uri="{FF2B5EF4-FFF2-40B4-BE49-F238E27FC236}">
                <a16:creationId xmlns:a16="http://schemas.microsoft.com/office/drawing/2014/main" id="{E7C3B995-1EBA-4D53-86FE-F815A6B43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0220" y="1459331"/>
            <a:ext cx="262563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37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37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16" name="object-14-s0-ux">
            <a:extLst xmlns:a="http://schemas.openxmlformats.org/drawingml/2006/main">
              <a:ext uri="{FF2B5EF4-FFF2-40B4-BE49-F238E27FC236}">
                <a16:creationId xmlns:a16="http://schemas.microsoft.com/office/drawing/2014/main" id="{43CD6984-3777-41F4-89F5-195B07626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0575" y="1430089"/>
            <a:ext cx="95" cy="412623"/>
          </a:xfrm>
          <a:custGeom xmlns:a="http://schemas.openxmlformats.org/drawingml/2006/main">
            <a:pathLst>
              <a:path w="95" h="412623">
                <a:moveTo>
                  <a:pt x="0" y="0"/>
                </a:moveTo>
                <a:lnTo>
                  <a:pt x="0" y="412623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17" name="object-15-s0-ux">
            <a:extLst xmlns:a="http://schemas.openxmlformats.org/drawingml/2006/main">
              <a:ext uri="{FF2B5EF4-FFF2-40B4-BE49-F238E27FC236}">
                <a16:creationId xmlns:a16="http://schemas.microsoft.com/office/drawing/2014/main" id="{9A219FFA-26B9-461D-A27F-2A15DAA16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1712" y="1381226"/>
            <a:ext cx="97727" cy="977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18" name="object-16-s0-ux">
            <a:extLst xmlns:a="http://schemas.openxmlformats.org/drawingml/2006/main">
              <a:ext uri="{FF2B5EF4-FFF2-40B4-BE49-F238E27FC236}">
                <a16:creationId xmlns:a16="http://schemas.microsoft.com/office/drawing/2014/main" id="{3F0EACF2-7F40-40FA-A3B5-091E6518B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6561" y="1728698"/>
            <a:ext cx="228029" cy="22802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19" name="object-17-s0-ux">
            <a:extLst xmlns:a="http://schemas.openxmlformats.org/drawingml/2006/main">
              <a:ext uri="{FF2B5EF4-FFF2-40B4-BE49-F238E27FC236}">
                <a16:creationId xmlns:a16="http://schemas.microsoft.com/office/drawing/2014/main" id="{7AD6EACC-DFF8-4A90-BCD7-5EE85FE5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4566" y="1766703"/>
            <a:ext cx="152019" cy="152019"/>
          </a:xfrm>
          <a:custGeom xmlns:a="http://schemas.openxmlformats.org/drawingml/2006/main">
            <a:pathLst>
              <a:path w="152019" h="152019">
                <a:moveTo>
                  <a:pt x="0" y="76009"/>
                </a:moveTo>
                <a:lnTo>
                  <a:pt x="152019" y="76009"/>
                </a:lnTo>
              </a:path>
              <a:path w="152019" h="152019">
                <a:moveTo>
                  <a:pt x="76009" y="0"/>
                </a:moveTo>
                <a:lnTo>
                  <a:pt x="76009" y="152019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20" name="object-18-s0-ux">
            <a:extLst xmlns:a="http://schemas.openxmlformats.org/drawingml/2006/main">
              <a:ext uri="{FF2B5EF4-FFF2-40B4-BE49-F238E27FC236}">
                <a16:creationId xmlns:a16="http://schemas.microsoft.com/office/drawing/2014/main" id="{F04EEF6A-6E98-4D1E-82BA-1C426FCF7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492954"/>
            <a:ext cx="1391096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 CZ = CX S</a:t>
            </a:r>
          </a:p>
        </p:txBody>
      </p:sp>
      <p:sp>
        <p:nvSpPr>
          <p:cNvPr id="21" name="object-82-s0-ux">
            <a:extLst xmlns:a="http://schemas.openxmlformats.org/drawingml/2006/main">
              <a:ext uri="{FF2B5EF4-FFF2-40B4-BE49-F238E27FC236}">
                <a16:creationId xmlns:a16="http://schemas.microsoft.com/office/drawing/2014/main" id="{B4303B5D-34CF-409F-94A6-E10601BBF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5740003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QSymb synthesis / anchoring methods; CZ → CX illustration derived for this talk</a:t>
            </a:r>
          </a:p>
        </p:txBody>
      </p:sp>
      <p:sp>
        <p:nvSpPr>
          <p:cNvPr id="22" name="object-83-s0-ux">
            <a:extLst xmlns:a="http://schemas.openxmlformats.org/drawingml/2006/main">
              <a:ext uri="{FF2B5EF4-FFF2-40B4-BE49-F238E27FC236}">
                <a16:creationId xmlns:a16="http://schemas.microsoft.com/office/drawing/2014/main" id="{C7DFCC5E-5C21-4D12-BEC0-15762A92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710" y="6445568"/>
            <a:ext cx="445740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11 / 14</a:t>
            </a:r>
          </a:p>
        </p:txBody>
      </p:sp>
      <p:sp>
        <p:nvSpPr>
          <p:cNvPr id="23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52EDBE77-C909-49B7-86A5-8F28B2F1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1 / 4</a:t>
            </a:r>
          </a:p>
        </p:txBody>
      </p:sp>
    </p:spTree>
    <p:extLst>
      <p:ext uri="{BB962C8B-B14F-4D97-AF65-F5344CB8AC3E}">
        <p14:creationId xmlns:p14="http://schemas.microsoft.com/office/powerpoint/2010/main" val="1811940632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top-accent">
            <a:extLst xmlns:a="http://schemas.openxmlformats.org/drawingml/2006/main">
              <a:ext uri="{FF2B5EF4-FFF2-40B4-BE49-F238E27FC236}">
                <a16:creationId xmlns:a16="http://schemas.microsoft.com/office/drawing/2014/main" id="{4CEA3088-C9A8-4619-AFB4-A34C6B3D1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59E2745D-F33C-4E89-A85F-4BA211191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7133659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Anchoring exposes the adjacent CX pair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D5457B5F-4C2E-4B09-96E4-CCC84093B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01502"/>
            <a:ext cx="171703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Canonical rule</a:t>
            </a:r>
          </a:p>
        </p:txBody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88C84C07-6476-4B8F-81A7-7DF3D06F9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430089"/>
            <a:ext cx="1520190" cy="95"/>
          </a:xfrm>
          <a:custGeom xmlns:a="http://schemas.openxmlformats.org/drawingml/2006/main">
            <a:pathLst>
              <a:path w="1520190" h="95">
                <a:moveTo>
                  <a:pt x="0" y="0"/>
                </a:moveTo>
                <a:lnTo>
                  <a:pt x="15201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5" name="object-3-s0-ux">
            <a:extLst xmlns:a="http://schemas.openxmlformats.org/drawingml/2006/main">
              <a:ext uri="{FF2B5EF4-FFF2-40B4-BE49-F238E27FC236}">
                <a16:creationId xmlns:a16="http://schemas.microsoft.com/office/drawing/2014/main" id="{1D5A20E9-EC79-48D7-A727-DA76F630E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842712"/>
            <a:ext cx="1520190" cy="95"/>
          </a:xfrm>
          <a:custGeom xmlns:a="http://schemas.openxmlformats.org/drawingml/2006/main">
            <a:pathLst>
              <a:path w="1520190" h="95">
                <a:moveTo>
                  <a:pt x="0" y="0"/>
                </a:moveTo>
                <a:lnTo>
                  <a:pt x="15201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6" name="object-4-s0-ux">
            <a:extLst xmlns:a="http://schemas.openxmlformats.org/drawingml/2006/main">
              <a:ext uri="{FF2B5EF4-FFF2-40B4-BE49-F238E27FC236}">
                <a16:creationId xmlns:a16="http://schemas.microsoft.com/office/drawing/2014/main" id="{499CF96D-1956-4B33-8BCF-8E35B08C9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5648" y="1430089"/>
            <a:ext cx="95" cy="412623"/>
          </a:xfrm>
          <a:custGeom xmlns:a="http://schemas.openxmlformats.org/drawingml/2006/main">
            <a:pathLst>
              <a:path w="95" h="412623">
                <a:moveTo>
                  <a:pt x="0" y="0"/>
                </a:moveTo>
                <a:lnTo>
                  <a:pt x="0" y="412623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7" name="object-5-s0-ux">
            <a:extLst xmlns:a="http://schemas.openxmlformats.org/drawingml/2006/main">
              <a:ext uri="{FF2B5EF4-FFF2-40B4-BE49-F238E27FC236}">
                <a16:creationId xmlns:a16="http://schemas.microsoft.com/office/drawing/2014/main" id="{123919CB-B4E8-478E-8381-3E8B3C1FF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785" y="1381226"/>
            <a:ext cx="97727" cy="977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8" name="object-6-s0-ux">
            <a:extLst xmlns:a="http://schemas.openxmlformats.org/drawingml/2006/main">
              <a:ext uri="{FF2B5EF4-FFF2-40B4-BE49-F238E27FC236}">
                <a16:creationId xmlns:a16="http://schemas.microsoft.com/office/drawing/2014/main" id="{9777F159-19D5-4581-A540-99FB4DC65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785" y="1793849"/>
            <a:ext cx="97727" cy="977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9" name="object-7-s0-ux">
            <a:extLst xmlns:a="http://schemas.openxmlformats.org/drawingml/2006/main">
              <a:ext uri="{FF2B5EF4-FFF2-40B4-BE49-F238E27FC236}">
                <a16:creationId xmlns:a16="http://schemas.microsoft.com/office/drawing/2014/main" id="{E5EBC6BC-CED4-461A-9152-3DEE9144E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54" y="1299788"/>
            <a:ext cx="477774" cy="673227"/>
          </a:xfrm>
          <a:prstGeom xmlns:a="http://schemas.openxmlformats.org/drawingml/2006/main" prst="roundRect">
            <a:avLst>
              <a:gd name="adj" fmla="val 5981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1717">
            <a:solidFill>
              <a:srgbClr val="087E86"/>
            </a:solidFill>
            <a:prstDash val="solid"/>
          </a:ln>
        </p:spPr>
      </p:sp>
      <p:sp>
        <p:nvSpPr>
          <p:cNvPr id="10" name="object-8-s0-ux">
            <a:extLst xmlns:a="http://schemas.openxmlformats.org/drawingml/2006/main">
              <a:ext uri="{FF2B5EF4-FFF2-40B4-BE49-F238E27FC236}">
                <a16:creationId xmlns:a16="http://schemas.microsoft.com/office/drawing/2014/main" id="{7531165B-62EA-4C74-B8DC-850766265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4879" y="1459331"/>
            <a:ext cx="262563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37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37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11" name="object-9-s0-ux">
            <a:extLst xmlns:a="http://schemas.openxmlformats.org/drawingml/2006/main">
              <a:ext uri="{FF2B5EF4-FFF2-40B4-BE49-F238E27FC236}">
                <a16:creationId xmlns:a16="http://schemas.microsoft.com/office/drawing/2014/main" id="{C8D2E7BD-5FD9-4CE1-A3D1-1B8C086D0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8953" y="1395666"/>
            <a:ext cx="297586" cy="4387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65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65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2" name="object-10-s0-ux">
            <a:extLst xmlns:a="http://schemas.openxmlformats.org/drawingml/2006/main">
              <a:ext uri="{FF2B5EF4-FFF2-40B4-BE49-F238E27FC236}">
                <a16:creationId xmlns:a16="http://schemas.microsoft.com/office/drawing/2014/main" id="{0D4741F6-67D4-4247-9998-E7A4F6E8F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5584" y="1430089"/>
            <a:ext cx="1520190" cy="95"/>
          </a:xfrm>
          <a:custGeom xmlns:a="http://schemas.openxmlformats.org/drawingml/2006/main">
            <a:pathLst>
              <a:path w="1520190" h="95">
                <a:moveTo>
                  <a:pt x="0" y="0"/>
                </a:moveTo>
                <a:lnTo>
                  <a:pt x="15201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13" name="object-11-s0-ux">
            <a:extLst xmlns:a="http://schemas.openxmlformats.org/drawingml/2006/main">
              <a:ext uri="{FF2B5EF4-FFF2-40B4-BE49-F238E27FC236}">
                <a16:creationId xmlns:a16="http://schemas.microsoft.com/office/drawing/2014/main" id="{653FEA2E-FF3B-4879-9D72-D2EEEE16E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5584" y="1842712"/>
            <a:ext cx="1520190" cy="95"/>
          </a:xfrm>
          <a:custGeom xmlns:a="http://schemas.openxmlformats.org/drawingml/2006/main">
            <a:pathLst>
              <a:path w="1520190" h="95">
                <a:moveTo>
                  <a:pt x="0" y="0"/>
                </a:moveTo>
                <a:lnTo>
                  <a:pt x="15201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14" name="object-12-s0-ux">
            <a:extLst xmlns:a="http://schemas.openxmlformats.org/drawingml/2006/main">
              <a:ext uri="{FF2B5EF4-FFF2-40B4-BE49-F238E27FC236}">
                <a16:creationId xmlns:a16="http://schemas.microsoft.com/office/drawing/2014/main" id="{2295F0E0-87D3-4B9F-B503-A0ECF6BE6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1895" y="1299788"/>
            <a:ext cx="477774" cy="673227"/>
          </a:xfrm>
          <a:prstGeom xmlns:a="http://schemas.openxmlformats.org/drawingml/2006/main" prst="roundRect">
            <a:avLst>
              <a:gd name="adj" fmla="val 5981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1717">
            <a:solidFill>
              <a:srgbClr val="087E86"/>
            </a:solidFill>
            <a:prstDash val="solid"/>
          </a:ln>
        </p:spPr>
      </p:sp>
      <p:sp>
        <p:nvSpPr>
          <p:cNvPr id="15" name="object-13-s0-ux">
            <a:extLst xmlns:a="http://schemas.openxmlformats.org/drawingml/2006/main">
              <a:ext uri="{FF2B5EF4-FFF2-40B4-BE49-F238E27FC236}">
                <a16:creationId xmlns:a16="http://schemas.microsoft.com/office/drawing/2014/main" id="{F2AE66BC-D61D-4161-9513-CFABE8A70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0220" y="1459331"/>
            <a:ext cx="262563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37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37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16" name="object-14-s0-ux">
            <a:extLst xmlns:a="http://schemas.openxmlformats.org/drawingml/2006/main">
              <a:ext uri="{FF2B5EF4-FFF2-40B4-BE49-F238E27FC236}">
                <a16:creationId xmlns:a16="http://schemas.microsoft.com/office/drawing/2014/main" id="{6A9236F9-4CF3-4C8C-9229-767FBBC44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0575" y="1430089"/>
            <a:ext cx="95" cy="412623"/>
          </a:xfrm>
          <a:custGeom xmlns:a="http://schemas.openxmlformats.org/drawingml/2006/main">
            <a:pathLst>
              <a:path w="95" h="412623">
                <a:moveTo>
                  <a:pt x="0" y="0"/>
                </a:moveTo>
                <a:lnTo>
                  <a:pt x="0" y="412623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17" name="object-15-s0-ux">
            <a:extLst xmlns:a="http://schemas.openxmlformats.org/drawingml/2006/main">
              <a:ext uri="{FF2B5EF4-FFF2-40B4-BE49-F238E27FC236}">
                <a16:creationId xmlns:a16="http://schemas.microsoft.com/office/drawing/2014/main" id="{E50309CA-D0E2-4D40-AA02-B55650326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1712" y="1381226"/>
            <a:ext cx="97727" cy="977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18" name="object-16-s0-ux">
            <a:extLst xmlns:a="http://schemas.openxmlformats.org/drawingml/2006/main">
              <a:ext uri="{FF2B5EF4-FFF2-40B4-BE49-F238E27FC236}">
                <a16:creationId xmlns:a16="http://schemas.microsoft.com/office/drawing/2014/main" id="{ECD4F717-7585-4DB5-AA5A-CFF3AA82C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6561" y="1728698"/>
            <a:ext cx="228029" cy="22802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19" name="object-17-s0-ux">
            <a:extLst xmlns:a="http://schemas.openxmlformats.org/drawingml/2006/main">
              <a:ext uri="{FF2B5EF4-FFF2-40B4-BE49-F238E27FC236}">
                <a16:creationId xmlns:a16="http://schemas.microsoft.com/office/drawing/2014/main" id="{9DEF6F64-BBAE-4328-8199-680D8DACC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4566" y="1766703"/>
            <a:ext cx="152019" cy="152019"/>
          </a:xfrm>
          <a:custGeom xmlns:a="http://schemas.openxmlformats.org/drawingml/2006/main">
            <a:pathLst>
              <a:path w="152019" h="152019">
                <a:moveTo>
                  <a:pt x="0" y="76009"/>
                </a:moveTo>
                <a:lnTo>
                  <a:pt x="152019" y="76009"/>
                </a:lnTo>
              </a:path>
              <a:path w="152019" h="152019">
                <a:moveTo>
                  <a:pt x="76009" y="0"/>
                </a:moveTo>
                <a:lnTo>
                  <a:pt x="76009" y="152019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20" name="object-18-s0-ux">
            <a:extLst xmlns:a="http://schemas.openxmlformats.org/drawingml/2006/main">
              <a:ext uri="{FF2B5EF4-FFF2-40B4-BE49-F238E27FC236}">
                <a16:creationId xmlns:a16="http://schemas.microsoft.com/office/drawing/2014/main" id="{52B42C59-3C53-4A1D-BAED-800DE189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492954"/>
            <a:ext cx="1391096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 CZ = CX S</a:t>
            </a:r>
          </a:p>
        </p:txBody>
      </p:sp>
      <p:sp>
        <p:nvSpPr>
          <p:cNvPr id="21" name="object-19-s1-ux">
            <a:extLst xmlns:a="http://schemas.openxmlformats.org/drawingml/2006/main">
              <a:ext uri="{FF2B5EF4-FFF2-40B4-BE49-F238E27FC236}">
                <a16:creationId xmlns:a16="http://schemas.microsoft.com/office/drawing/2014/main" id="{3743721E-5264-4526-B8CB-C396991D2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30164"/>
            <a:ext cx="95" cy="514350"/>
          </a:xfrm>
          <a:custGeom xmlns:a="http://schemas.openxmlformats.org/drawingml/2006/main">
            <a:pathLst>
              <a:path w="95" h="514350">
                <a:moveTo>
                  <a:pt x="0" y="0"/>
                </a:moveTo>
                <a:lnTo>
                  <a:pt x="0" y="51435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22" name="object-19-s1-ux-arrow">
            <a:extLst xmlns:a="http://schemas.openxmlformats.org/drawingml/2006/main">
              <a:ext uri="{FF2B5EF4-FFF2-40B4-BE49-F238E27FC236}">
                <a16:creationId xmlns:a16="http://schemas.microsoft.com/office/drawing/2014/main" id="{B88A58B9-B1C1-4E74-A9AD-FA32B0B75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420689"/>
            <a:ext cx="114300" cy="123825"/>
          </a:xfrm>
          <a:custGeom xmlns:a="http://schemas.openxmlformats.org/drawingml/2006/main">
            <a:pathLst>
              <a:path w="114300" h="123825">
                <a:moveTo>
                  <a:pt x="57150" y="123825"/>
                </a:moveTo>
                <a:lnTo>
                  <a:pt x="11430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3" name="object-20-s1-ux">
            <a:extLst xmlns:a="http://schemas.openxmlformats.org/drawingml/2006/main">
              <a:ext uri="{FF2B5EF4-FFF2-40B4-BE49-F238E27FC236}">
                <a16:creationId xmlns:a16="http://schemas.microsoft.com/office/drawing/2014/main" id="{DCE8E4D8-2193-4A53-901F-5EBA2471B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152084"/>
            <a:ext cx="2371279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append CX to both sides</a:t>
            </a:r>
          </a:p>
        </p:txBody>
      </p:sp>
      <p:sp>
        <p:nvSpPr>
          <p:cNvPr id="24" name="object-21-s1-ux">
            <a:extLst xmlns:a="http://schemas.openxmlformats.org/drawingml/2006/main">
              <a:ext uri="{FF2B5EF4-FFF2-40B4-BE49-F238E27FC236}">
                <a16:creationId xmlns:a16="http://schemas.microsoft.com/office/drawing/2014/main" id="{8092FBFF-07EB-4CF1-9858-7E66C494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11202"/>
            <a:ext cx="1690539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Anchored rule</a:t>
            </a:r>
          </a:p>
        </p:txBody>
      </p:sp>
      <p:sp>
        <p:nvSpPr>
          <p:cNvPr id="25" name="object-22-s1-ux">
            <a:extLst xmlns:a="http://schemas.openxmlformats.org/drawingml/2006/main">
              <a:ext uri="{FF2B5EF4-FFF2-40B4-BE49-F238E27FC236}">
                <a16:creationId xmlns:a16="http://schemas.microsoft.com/office/drawing/2014/main" id="{1E8DD3B2-D233-4ACF-9B68-9854B3E21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92164"/>
            <a:ext cx="2149983" cy="95"/>
          </a:xfrm>
          <a:custGeom xmlns:a="http://schemas.openxmlformats.org/drawingml/2006/main">
            <a:pathLst>
              <a:path w="2149983" h="95">
                <a:moveTo>
                  <a:pt x="0" y="0"/>
                </a:moveTo>
                <a:lnTo>
                  <a:pt x="21499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26" name="object-23-s1-ux">
            <a:extLst xmlns:a="http://schemas.openxmlformats.org/drawingml/2006/main">
              <a:ext uri="{FF2B5EF4-FFF2-40B4-BE49-F238E27FC236}">
                <a16:creationId xmlns:a16="http://schemas.microsoft.com/office/drawing/2014/main" id="{2B227539-946E-4D4F-BFAE-7B7D6C87C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204787"/>
            <a:ext cx="2149983" cy="95"/>
          </a:xfrm>
          <a:custGeom xmlns:a="http://schemas.openxmlformats.org/drawingml/2006/main">
            <a:pathLst>
              <a:path w="2149983" h="95">
                <a:moveTo>
                  <a:pt x="0" y="0"/>
                </a:moveTo>
                <a:lnTo>
                  <a:pt x="21499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27" name="object-24-s1-ux">
            <a:extLst xmlns:a="http://schemas.openxmlformats.org/drawingml/2006/main">
              <a:ext uri="{FF2B5EF4-FFF2-40B4-BE49-F238E27FC236}">
                <a16:creationId xmlns:a16="http://schemas.microsoft.com/office/drawing/2014/main" id="{DF813844-FDFC-4AB9-B40B-00D5463D3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5648" y="2792164"/>
            <a:ext cx="95" cy="412623"/>
          </a:xfrm>
          <a:custGeom xmlns:a="http://schemas.openxmlformats.org/drawingml/2006/main">
            <a:pathLst>
              <a:path w="95" h="412623">
                <a:moveTo>
                  <a:pt x="0" y="0"/>
                </a:moveTo>
                <a:lnTo>
                  <a:pt x="0" y="412623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28" name="object-25-s1-ux">
            <a:extLst xmlns:a="http://schemas.openxmlformats.org/drawingml/2006/main">
              <a:ext uri="{FF2B5EF4-FFF2-40B4-BE49-F238E27FC236}">
                <a16:creationId xmlns:a16="http://schemas.microsoft.com/office/drawing/2014/main" id="{1E571552-268A-4854-8B68-1FDE4FECB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785" y="2743301"/>
            <a:ext cx="97727" cy="977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29" name="object-26-s1-ux">
            <a:extLst xmlns:a="http://schemas.openxmlformats.org/drawingml/2006/main">
              <a:ext uri="{FF2B5EF4-FFF2-40B4-BE49-F238E27FC236}">
                <a16:creationId xmlns:a16="http://schemas.microsoft.com/office/drawing/2014/main" id="{000F747B-9319-4355-9A08-70B5F0DBE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785" y="3155924"/>
            <a:ext cx="97727" cy="977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30" name="object-27-s1-ux">
            <a:extLst xmlns:a="http://schemas.openxmlformats.org/drawingml/2006/main">
              <a:ext uri="{FF2B5EF4-FFF2-40B4-BE49-F238E27FC236}">
                <a16:creationId xmlns:a16="http://schemas.microsoft.com/office/drawing/2014/main" id="{8E73AF68-2402-450A-A43A-AEC0971F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54" y="2661863"/>
            <a:ext cx="477774" cy="673227"/>
          </a:xfrm>
          <a:prstGeom xmlns:a="http://schemas.openxmlformats.org/drawingml/2006/main" prst="roundRect">
            <a:avLst>
              <a:gd name="adj" fmla="val 5981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1717">
            <a:solidFill>
              <a:srgbClr val="087E86"/>
            </a:solidFill>
            <a:prstDash val="solid"/>
          </a:ln>
        </p:spPr>
      </p:sp>
      <p:sp>
        <p:nvSpPr>
          <p:cNvPr id="31" name="object-28-s1-ux">
            <a:extLst xmlns:a="http://schemas.openxmlformats.org/drawingml/2006/main">
              <a:ext uri="{FF2B5EF4-FFF2-40B4-BE49-F238E27FC236}">
                <a16:creationId xmlns:a16="http://schemas.microsoft.com/office/drawing/2014/main" id="{9487E513-6169-4112-B3AB-DA178F703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4879" y="2821406"/>
            <a:ext cx="262563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37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37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32" name="object-29-s1-ux">
            <a:extLst xmlns:a="http://schemas.openxmlformats.org/drawingml/2006/main">
              <a:ext uri="{FF2B5EF4-FFF2-40B4-BE49-F238E27FC236}">
                <a16:creationId xmlns:a16="http://schemas.microsoft.com/office/drawing/2014/main" id="{3B10E031-B950-4EEB-8564-4E01F1D93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234" y="2792164"/>
            <a:ext cx="95" cy="412623"/>
          </a:xfrm>
          <a:custGeom xmlns:a="http://schemas.openxmlformats.org/drawingml/2006/main">
            <a:pathLst>
              <a:path w="95" h="412623">
                <a:moveTo>
                  <a:pt x="0" y="0"/>
                </a:moveTo>
                <a:lnTo>
                  <a:pt x="0" y="412623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33" name="object-30-s1-ux">
            <a:extLst xmlns:a="http://schemas.openxmlformats.org/drawingml/2006/main">
              <a:ext uri="{FF2B5EF4-FFF2-40B4-BE49-F238E27FC236}">
                <a16:creationId xmlns:a16="http://schemas.microsoft.com/office/drawing/2014/main" id="{C612BCC7-F444-4E7C-A6C3-223CC7B6B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6371" y="2743301"/>
            <a:ext cx="97727" cy="977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34" name="object-31-s1-ux">
            <a:extLst xmlns:a="http://schemas.openxmlformats.org/drawingml/2006/main">
              <a:ext uri="{FF2B5EF4-FFF2-40B4-BE49-F238E27FC236}">
                <a16:creationId xmlns:a16="http://schemas.microsoft.com/office/drawing/2014/main" id="{30A6BAAC-AADA-4581-AF72-8EE1392AC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220" y="3090773"/>
            <a:ext cx="228029" cy="2280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35" name="object-32-s1-ux">
            <a:extLst xmlns:a="http://schemas.openxmlformats.org/drawingml/2006/main">
              <a:ext uri="{FF2B5EF4-FFF2-40B4-BE49-F238E27FC236}">
                <a16:creationId xmlns:a16="http://schemas.microsoft.com/office/drawing/2014/main" id="{B3EC04EB-CD89-4701-922F-018303FA4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3128778"/>
            <a:ext cx="152019" cy="152019"/>
          </a:xfrm>
          <a:custGeom xmlns:a="http://schemas.openxmlformats.org/drawingml/2006/main">
            <a:pathLst>
              <a:path w="152019" h="152019">
                <a:moveTo>
                  <a:pt x="0" y="76009"/>
                </a:moveTo>
                <a:lnTo>
                  <a:pt x="152019" y="76009"/>
                </a:lnTo>
              </a:path>
              <a:path w="152019" h="152019">
                <a:moveTo>
                  <a:pt x="76009" y="0"/>
                </a:moveTo>
                <a:lnTo>
                  <a:pt x="76009" y="152019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36" name="object-33-s1-ux">
            <a:extLst xmlns:a="http://schemas.openxmlformats.org/drawingml/2006/main">
              <a:ext uri="{FF2B5EF4-FFF2-40B4-BE49-F238E27FC236}">
                <a16:creationId xmlns:a16="http://schemas.microsoft.com/office/drawing/2014/main" id="{770F4B5C-BC5B-4AAF-A83D-883160511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0735" y="2998476"/>
            <a:ext cx="412623" cy="95"/>
          </a:xfrm>
          <a:custGeom xmlns:a="http://schemas.openxmlformats.org/drawingml/2006/main">
            <a:pathLst>
              <a:path w="412623" h="95">
                <a:moveTo>
                  <a:pt x="0" y="0"/>
                </a:moveTo>
                <a:lnTo>
                  <a:pt x="412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087E86"/>
            </a:solidFill>
            <a:prstDash val="solid"/>
          </a:ln>
        </p:spPr>
      </p:sp>
      <p:sp>
        <p:nvSpPr>
          <p:cNvPr id="37" name="object-33-s1-ux-arrow">
            <a:extLst xmlns:a="http://schemas.openxmlformats.org/drawingml/2006/main">
              <a:ext uri="{FF2B5EF4-FFF2-40B4-BE49-F238E27FC236}">
                <a16:creationId xmlns:a16="http://schemas.microsoft.com/office/drawing/2014/main" id="{9216500E-FE8C-4409-9E99-04F63ED80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533" y="2941326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38" name="object-34-s1-ux">
            <a:extLst xmlns:a="http://schemas.openxmlformats.org/drawingml/2006/main">
              <a:ext uri="{FF2B5EF4-FFF2-40B4-BE49-F238E27FC236}">
                <a16:creationId xmlns:a16="http://schemas.microsoft.com/office/drawing/2014/main" id="{BA35E354-262C-48A4-BBD6-C69DD8885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377" y="2792164"/>
            <a:ext cx="2149983" cy="95"/>
          </a:xfrm>
          <a:custGeom xmlns:a="http://schemas.openxmlformats.org/drawingml/2006/main">
            <a:pathLst>
              <a:path w="2149983" h="95">
                <a:moveTo>
                  <a:pt x="0" y="0"/>
                </a:moveTo>
                <a:lnTo>
                  <a:pt x="21499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39" name="object-35-s1-ux">
            <a:extLst xmlns:a="http://schemas.openxmlformats.org/drawingml/2006/main">
              <a:ext uri="{FF2B5EF4-FFF2-40B4-BE49-F238E27FC236}">
                <a16:creationId xmlns:a16="http://schemas.microsoft.com/office/drawing/2014/main" id="{B5F983F2-B734-4CB2-B601-41F6D647F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377" y="3204787"/>
            <a:ext cx="2149983" cy="95"/>
          </a:xfrm>
          <a:custGeom xmlns:a="http://schemas.openxmlformats.org/drawingml/2006/main">
            <a:pathLst>
              <a:path w="2149983" h="95">
                <a:moveTo>
                  <a:pt x="0" y="0"/>
                </a:moveTo>
                <a:lnTo>
                  <a:pt x="21499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40" name="object-36-s1-ux">
            <a:extLst xmlns:a="http://schemas.openxmlformats.org/drawingml/2006/main">
              <a:ext uri="{FF2B5EF4-FFF2-40B4-BE49-F238E27FC236}">
                <a16:creationId xmlns:a16="http://schemas.microsoft.com/office/drawing/2014/main" id="{9004BD7B-E1CB-4C92-AF5D-84BAC4234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1688" y="2661863"/>
            <a:ext cx="477774" cy="673227"/>
          </a:xfrm>
          <a:prstGeom xmlns:a="http://schemas.openxmlformats.org/drawingml/2006/main" prst="roundRect">
            <a:avLst>
              <a:gd name="adj" fmla="val 5981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1717">
            <a:solidFill>
              <a:srgbClr val="087E86"/>
            </a:solidFill>
            <a:prstDash val="solid"/>
          </a:ln>
        </p:spPr>
      </p:sp>
      <p:sp>
        <p:nvSpPr>
          <p:cNvPr id="41" name="object-37-s1-ux">
            <a:extLst xmlns:a="http://schemas.openxmlformats.org/drawingml/2006/main">
              <a:ext uri="{FF2B5EF4-FFF2-40B4-BE49-F238E27FC236}">
                <a16:creationId xmlns:a16="http://schemas.microsoft.com/office/drawing/2014/main" id="{002246A9-AEF9-4EA5-B783-08C763E58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013" y="2821406"/>
            <a:ext cx="262563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37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37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42" name="object-38-s1-ux">
            <a:extLst xmlns:a="http://schemas.openxmlformats.org/drawingml/2006/main">
              <a:ext uri="{FF2B5EF4-FFF2-40B4-BE49-F238E27FC236}">
                <a16:creationId xmlns:a16="http://schemas.microsoft.com/office/drawing/2014/main" id="{D45FD726-34E9-4C72-8488-B6BC1C02E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0368" y="2792164"/>
            <a:ext cx="95" cy="412623"/>
          </a:xfrm>
          <a:custGeom xmlns:a="http://schemas.openxmlformats.org/drawingml/2006/main">
            <a:pathLst>
              <a:path w="95" h="412623">
                <a:moveTo>
                  <a:pt x="0" y="0"/>
                </a:moveTo>
                <a:lnTo>
                  <a:pt x="0" y="412623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43" name="object-39-s1-ux">
            <a:extLst xmlns:a="http://schemas.openxmlformats.org/drawingml/2006/main">
              <a:ext uri="{FF2B5EF4-FFF2-40B4-BE49-F238E27FC236}">
                <a16:creationId xmlns:a16="http://schemas.microsoft.com/office/drawing/2014/main" id="{8403D338-4CD3-4B6F-B4F4-3923DCD91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1505" y="2743301"/>
            <a:ext cx="97727" cy="977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44" name="object-40-s1-ux">
            <a:extLst xmlns:a="http://schemas.openxmlformats.org/drawingml/2006/main">
              <a:ext uri="{FF2B5EF4-FFF2-40B4-BE49-F238E27FC236}">
                <a16:creationId xmlns:a16="http://schemas.microsoft.com/office/drawing/2014/main" id="{92C2530F-56D2-4B0E-9C1A-A780ECF0B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354" y="3090773"/>
            <a:ext cx="228029" cy="2280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45" name="object-41-s1-ux">
            <a:extLst xmlns:a="http://schemas.openxmlformats.org/drawingml/2006/main">
              <a:ext uri="{FF2B5EF4-FFF2-40B4-BE49-F238E27FC236}">
                <a16:creationId xmlns:a16="http://schemas.microsoft.com/office/drawing/2014/main" id="{2B6C2DD5-E014-427B-A959-431398769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4359" y="3128778"/>
            <a:ext cx="152019" cy="152019"/>
          </a:xfrm>
          <a:custGeom xmlns:a="http://schemas.openxmlformats.org/drawingml/2006/main">
            <a:pathLst>
              <a:path w="152019" h="152019">
                <a:moveTo>
                  <a:pt x="0" y="76009"/>
                </a:moveTo>
                <a:lnTo>
                  <a:pt x="152019" y="76009"/>
                </a:lnTo>
              </a:path>
              <a:path w="152019" h="152019">
                <a:moveTo>
                  <a:pt x="76009" y="0"/>
                </a:moveTo>
                <a:lnTo>
                  <a:pt x="76009" y="152019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46" name="object-42-s1-ux">
            <a:extLst xmlns:a="http://schemas.openxmlformats.org/drawingml/2006/main">
              <a:ext uri="{FF2B5EF4-FFF2-40B4-BE49-F238E27FC236}">
                <a16:creationId xmlns:a16="http://schemas.microsoft.com/office/drawing/2014/main" id="{2695C44B-3F70-4DBB-9B53-0651DC1BF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0161" y="2792164"/>
            <a:ext cx="95" cy="412623"/>
          </a:xfrm>
          <a:custGeom xmlns:a="http://schemas.openxmlformats.org/drawingml/2006/main">
            <a:pathLst>
              <a:path w="95" h="412623">
                <a:moveTo>
                  <a:pt x="0" y="0"/>
                </a:moveTo>
                <a:lnTo>
                  <a:pt x="0" y="412623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47" name="object-43-s1-ux">
            <a:extLst xmlns:a="http://schemas.openxmlformats.org/drawingml/2006/main">
              <a:ext uri="{FF2B5EF4-FFF2-40B4-BE49-F238E27FC236}">
                <a16:creationId xmlns:a16="http://schemas.microsoft.com/office/drawing/2014/main" id="{40358FF5-D3A7-400A-8B62-FB88B123A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298" y="2743301"/>
            <a:ext cx="97727" cy="977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48" name="object-44-s1-ux">
            <a:extLst xmlns:a="http://schemas.openxmlformats.org/drawingml/2006/main">
              <a:ext uri="{FF2B5EF4-FFF2-40B4-BE49-F238E27FC236}">
                <a16:creationId xmlns:a16="http://schemas.microsoft.com/office/drawing/2014/main" id="{D210E431-2151-4C22-B4AB-004094961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6147" y="3090773"/>
            <a:ext cx="228029" cy="2280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49" name="object-45-s1-ux">
            <a:extLst xmlns:a="http://schemas.openxmlformats.org/drawingml/2006/main">
              <a:ext uri="{FF2B5EF4-FFF2-40B4-BE49-F238E27FC236}">
                <a16:creationId xmlns:a16="http://schemas.microsoft.com/office/drawing/2014/main" id="{030B00DF-FDD5-440F-B844-C63FD130B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3128778"/>
            <a:ext cx="152019" cy="152019"/>
          </a:xfrm>
          <a:custGeom xmlns:a="http://schemas.openxmlformats.org/drawingml/2006/main">
            <a:pathLst>
              <a:path w="152019" h="152019">
                <a:moveTo>
                  <a:pt x="0" y="76009"/>
                </a:moveTo>
                <a:lnTo>
                  <a:pt x="152019" y="76009"/>
                </a:lnTo>
              </a:path>
              <a:path w="152019" h="152019">
                <a:moveTo>
                  <a:pt x="76009" y="0"/>
                </a:moveTo>
                <a:lnTo>
                  <a:pt x="76009" y="152019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50" name="object-82-s0-ux">
            <a:extLst xmlns:a="http://schemas.openxmlformats.org/drawingml/2006/main">
              <a:ext uri="{FF2B5EF4-FFF2-40B4-BE49-F238E27FC236}">
                <a16:creationId xmlns:a16="http://schemas.microsoft.com/office/drawing/2014/main" id="{574193E2-9C28-4299-A9CD-107095D16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5740003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QSymb synthesis / anchoring methods; CZ → CX illustration derived for this talk</a:t>
            </a:r>
          </a:p>
        </p:txBody>
      </p:sp>
      <p:sp>
        <p:nvSpPr>
          <p:cNvPr id="51" name="object-83-s0-ux">
            <a:extLst xmlns:a="http://schemas.openxmlformats.org/drawingml/2006/main">
              <a:ext uri="{FF2B5EF4-FFF2-40B4-BE49-F238E27FC236}">
                <a16:creationId xmlns:a16="http://schemas.microsoft.com/office/drawing/2014/main" id="{608CCC3E-F278-41BF-A880-C5E26372C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710" y="6445568"/>
            <a:ext cx="445740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11 / 14</a:t>
            </a:r>
          </a:p>
        </p:txBody>
      </p:sp>
      <p:sp>
        <p:nvSpPr>
          <p:cNvPr id="52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155C8714-1F21-4923-9E92-76FD01CE7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2 / 4</a:t>
            </a:r>
          </a:p>
        </p:txBody>
      </p:sp>
    </p:spTree>
    <p:extLst>
      <p:ext uri="{BB962C8B-B14F-4D97-AF65-F5344CB8AC3E}">
        <p14:creationId xmlns:p14="http://schemas.microsoft.com/office/powerpoint/2010/main" val="84102837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top-accent">
            <a:extLst xmlns:a="http://schemas.openxmlformats.org/drawingml/2006/main">
              <a:ext uri="{FF2B5EF4-FFF2-40B4-BE49-F238E27FC236}">
                <a16:creationId xmlns:a16="http://schemas.microsoft.com/office/drawing/2014/main" id="{2CF44AD4-D029-4F93-A357-6270173CC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1256B9FC-853F-419A-A4D9-ED2E7ED5A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7133659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Anchoring exposes the adjacent CX pair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3C6C4C7B-9BA7-4550-B582-36855FAF3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01502"/>
            <a:ext cx="171703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Canonical rule</a:t>
            </a:r>
          </a:p>
        </p:txBody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4493838E-2956-4F3E-BCC1-0F98BDE1E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430089"/>
            <a:ext cx="1520190" cy="95"/>
          </a:xfrm>
          <a:custGeom xmlns:a="http://schemas.openxmlformats.org/drawingml/2006/main">
            <a:pathLst>
              <a:path w="1520190" h="95">
                <a:moveTo>
                  <a:pt x="0" y="0"/>
                </a:moveTo>
                <a:lnTo>
                  <a:pt x="15201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5" name="object-3-s0-ux">
            <a:extLst xmlns:a="http://schemas.openxmlformats.org/drawingml/2006/main">
              <a:ext uri="{FF2B5EF4-FFF2-40B4-BE49-F238E27FC236}">
                <a16:creationId xmlns:a16="http://schemas.microsoft.com/office/drawing/2014/main" id="{00AF3BED-1DD4-41B4-B8F0-D5FF9BF69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842712"/>
            <a:ext cx="1520190" cy="95"/>
          </a:xfrm>
          <a:custGeom xmlns:a="http://schemas.openxmlformats.org/drawingml/2006/main">
            <a:pathLst>
              <a:path w="1520190" h="95">
                <a:moveTo>
                  <a:pt x="0" y="0"/>
                </a:moveTo>
                <a:lnTo>
                  <a:pt x="15201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6" name="object-4-s0-ux">
            <a:extLst xmlns:a="http://schemas.openxmlformats.org/drawingml/2006/main">
              <a:ext uri="{FF2B5EF4-FFF2-40B4-BE49-F238E27FC236}">
                <a16:creationId xmlns:a16="http://schemas.microsoft.com/office/drawing/2014/main" id="{1544A974-F94E-42F9-8271-5823EA1A2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5648" y="1430089"/>
            <a:ext cx="95" cy="412623"/>
          </a:xfrm>
          <a:custGeom xmlns:a="http://schemas.openxmlformats.org/drawingml/2006/main">
            <a:pathLst>
              <a:path w="95" h="412623">
                <a:moveTo>
                  <a:pt x="0" y="0"/>
                </a:moveTo>
                <a:lnTo>
                  <a:pt x="0" y="412623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7" name="object-5-s0-ux">
            <a:extLst xmlns:a="http://schemas.openxmlformats.org/drawingml/2006/main">
              <a:ext uri="{FF2B5EF4-FFF2-40B4-BE49-F238E27FC236}">
                <a16:creationId xmlns:a16="http://schemas.microsoft.com/office/drawing/2014/main" id="{263CB4E4-C200-4D7C-8A3A-38C4EA32D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785" y="1381226"/>
            <a:ext cx="97727" cy="977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8" name="object-6-s0-ux">
            <a:extLst xmlns:a="http://schemas.openxmlformats.org/drawingml/2006/main">
              <a:ext uri="{FF2B5EF4-FFF2-40B4-BE49-F238E27FC236}">
                <a16:creationId xmlns:a16="http://schemas.microsoft.com/office/drawing/2014/main" id="{B609F192-4C1E-4DD0-BE36-51F0DEEE6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785" y="1793849"/>
            <a:ext cx="97727" cy="977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9" name="object-7-s0-ux">
            <a:extLst xmlns:a="http://schemas.openxmlformats.org/drawingml/2006/main">
              <a:ext uri="{FF2B5EF4-FFF2-40B4-BE49-F238E27FC236}">
                <a16:creationId xmlns:a16="http://schemas.microsoft.com/office/drawing/2014/main" id="{87D38D98-F02D-4539-B305-C3D282E25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54" y="1299788"/>
            <a:ext cx="477774" cy="673227"/>
          </a:xfrm>
          <a:prstGeom xmlns:a="http://schemas.openxmlformats.org/drawingml/2006/main" prst="roundRect">
            <a:avLst>
              <a:gd name="adj" fmla="val 5981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1717">
            <a:solidFill>
              <a:srgbClr val="087E86"/>
            </a:solidFill>
            <a:prstDash val="solid"/>
          </a:ln>
        </p:spPr>
      </p:sp>
      <p:sp>
        <p:nvSpPr>
          <p:cNvPr id="10" name="object-8-s0-ux">
            <a:extLst xmlns:a="http://schemas.openxmlformats.org/drawingml/2006/main">
              <a:ext uri="{FF2B5EF4-FFF2-40B4-BE49-F238E27FC236}">
                <a16:creationId xmlns:a16="http://schemas.microsoft.com/office/drawing/2014/main" id="{B07DA2C4-CC84-47E6-876F-6395F2C2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4879" y="1459331"/>
            <a:ext cx="262563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37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37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11" name="object-9-s0-ux">
            <a:extLst xmlns:a="http://schemas.openxmlformats.org/drawingml/2006/main">
              <a:ext uri="{FF2B5EF4-FFF2-40B4-BE49-F238E27FC236}">
                <a16:creationId xmlns:a16="http://schemas.microsoft.com/office/drawing/2014/main" id="{C9DD21A2-23B6-42E5-9B9E-1B00AB584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8953" y="1395666"/>
            <a:ext cx="297586" cy="4387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65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65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2" name="object-10-s0-ux">
            <a:extLst xmlns:a="http://schemas.openxmlformats.org/drawingml/2006/main">
              <a:ext uri="{FF2B5EF4-FFF2-40B4-BE49-F238E27FC236}">
                <a16:creationId xmlns:a16="http://schemas.microsoft.com/office/drawing/2014/main" id="{B6EDD74C-E478-4DB4-8270-361ED973E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5584" y="1430089"/>
            <a:ext cx="1520190" cy="95"/>
          </a:xfrm>
          <a:custGeom xmlns:a="http://schemas.openxmlformats.org/drawingml/2006/main">
            <a:pathLst>
              <a:path w="1520190" h="95">
                <a:moveTo>
                  <a:pt x="0" y="0"/>
                </a:moveTo>
                <a:lnTo>
                  <a:pt x="15201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13" name="object-11-s0-ux">
            <a:extLst xmlns:a="http://schemas.openxmlformats.org/drawingml/2006/main">
              <a:ext uri="{FF2B5EF4-FFF2-40B4-BE49-F238E27FC236}">
                <a16:creationId xmlns:a16="http://schemas.microsoft.com/office/drawing/2014/main" id="{06A397E1-03D1-4217-9488-323A3EEC2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5584" y="1842712"/>
            <a:ext cx="1520190" cy="95"/>
          </a:xfrm>
          <a:custGeom xmlns:a="http://schemas.openxmlformats.org/drawingml/2006/main">
            <a:pathLst>
              <a:path w="1520190" h="95">
                <a:moveTo>
                  <a:pt x="0" y="0"/>
                </a:moveTo>
                <a:lnTo>
                  <a:pt x="15201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14" name="object-12-s0-ux">
            <a:extLst xmlns:a="http://schemas.openxmlformats.org/drawingml/2006/main">
              <a:ext uri="{FF2B5EF4-FFF2-40B4-BE49-F238E27FC236}">
                <a16:creationId xmlns:a16="http://schemas.microsoft.com/office/drawing/2014/main" id="{BBB5D588-26EE-4359-924C-878C0B4C6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1895" y="1299788"/>
            <a:ext cx="477774" cy="673227"/>
          </a:xfrm>
          <a:prstGeom xmlns:a="http://schemas.openxmlformats.org/drawingml/2006/main" prst="roundRect">
            <a:avLst>
              <a:gd name="adj" fmla="val 5981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1717">
            <a:solidFill>
              <a:srgbClr val="087E86"/>
            </a:solidFill>
            <a:prstDash val="solid"/>
          </a:ln>
        </p:spPr>
      </p:sp>
      <p:sp>
        <p:nvSpPr>
          <p:cNvPr id="15" name="object-13-s0-ux">
            <a:extLst xmlns:a="http://schemas.openxmlformats.org/drawingml/2006/main">
              <a:ext uri="{FF2B5EF4-FFF2-40B4-BE49-F238E27FC236}">
                <a16:creationId xmlns:a16="http://schemas.microsoft.com/office/drawing/2014/main" id="{C3E53F78-D4F2-4677-BB83-0C2BF1CB2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0220" y="1459331"/>
            <a:ext cx="262563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37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37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16" name="object-14-s0-ux">
            <a:extLst xmlns:a="http://schemas.openxmlformats.org/drawingml/2006/main">
              <a:ext uri="{FF2B5EF4-FFF2-40B4-BE49-F238E27FC236}">
                <a16:creationId xmlns:a16="http://schemas.microsoft.com/office/drawing/2014/main" id="{A29D48EE-5A4E-4330-8136-F60B691A5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0575" y="1430089"/>
            <a:ext cx="95" cy="412623"/>
          </a:xfrm>
          <a:custGeom xmlns:a="http://schemas.openxmlformats.org/drawingml/2006/main">
            <a:pathLst>
              <a:path w="95" h="412623">
                <a:moveTo>
                  <a:pt x="0" y="0"/>
                </a:moveTo>
                <a:lnTo>
                  <a:pt x="0" y="412623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17" name="object-15-s0-ux">
            <a:extLst xmlns:a="http://schemas.openxmlformats.org/drawingml/2006/main">
              <a:ext uri="{FF2B5EF4-FFF2-40B4-BE49-F238E27FC236}">
                <a16:creationId xmlns:a16="http://schemas.microsoft.com/office/drawing/2014/main" id="{0C8E59DE-4E28-4D01-B572-49D09F9CD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1712" y="1381226"/>
            <a:ext cx="97727" cy="977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18" name="object-16-s0-ux">
            <a:extLst xmlns:a="http://schemas.openxmlformats.org/drawingml/2006/main">
              <a:ext uri="{FF2B5EF4-FFF2-40B4-BE49-F238E27FC236}">
                <a16:creationId xmlns:a16="http://schemas.microsoft.com/office/drawing/2014/main" id="{DBF09CE8-842A-4A5B-B025-555C0E34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6561" y="1728698"/>
            <a:ext cx="228029" cy="22802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19" name="object-17-s0-ux">
            <a:extLst xmlns:a="http://schemas.openxmlformats.org/drawingml/2006/main">
              <a:ext uri="{FF2B5EF4-FFF2-40B4-BE49-F238E27FC236}">
                <a16:creationId xmlns:a16="http://schemas.microsoft.com/office/drawing/2014/main" id="{5498ABD4-938E-477D-B28C-A4563E3C9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4566" y="1766703"/>
            <a:ext cx="152019" cy="152019"/>
          </a:xfrm>
          <a:custGeom xmlns:a="http://schemas.openxmlformats.org/drawingml/2006/main">
            <a:pathLst>
              <a:path w="152019" h="152019">
                <a:moveTo>
                  <a:pt x="0" y="76009"/>
                </a:moveTo>
                <a:lnTo>
                  <a:pt x="152019" y="76009"/>
                </a:lnTo>
              </a:path>
              <a:path w="152019" h="152019">
                <a:moveTo>
                  <a:pt x="76009" y="0"/>
                </a:moveTo>
                <a:lnTo>
                  <a:pt x="76009" y="152019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20" name="object-18-s0-ux">
            <a:extLst xmlns:a="http://schemas.openxmlformats.org/drawingml/2006/main">
              <a:ext uri="{FF2B5EF4-FFF2-40B4-BE49-F238E27FC236}">
                <a16:creationId xmlns:a16="http://schemas.microsoft.com/office/drawing/2014/main" id="{5E9F6B84-6449-42D9-A3BB-F3AFC38E5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492954"/>
            <a:ext cx="1391096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 CZ = CX S</a:t>
            </a:r>
          </a:p>
        </p:txBody>
      </p:sp>
      <p:sp>
        <p:nvSpPr>
          <p:cNvPr id="21" name="object-19-s1-ux">
            <a:extLst xmlns:a="http://schemas.openxmlformats.org/drawingml/2006/main">
              <a:ext uri="{FF2B5EF4-FFF2-40B4-BE49-F238E27FC236}">
                <a16:creationId xmlns:a16="http://schemas.microsoft.com/office/drawing/2014/main" id="{4BD2907A-1328-4CD9-9D84-AF0CCB162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30164"/>
            <a:ext cx="95" cy="514350"/>
          </a:xfrm>
          <a:custGeom xmlns:a="http://schemas.openxmlformats.org/drawingml/2006/main">
            <a:pathLst>
              <a:path w="95" h="514350">
                <a:moveTo>
                  <a:pt x="0" y="0"/>
                </a:moveTo>
                <a:lnTo>
                  <a:pt x="0" y="51435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22" name="object-19-s1-ux-arrow">
            <a:extLst xmlns:a="http://schemas.openxmlformats.org/drawingml/2006/main">
              <a:ext uri="{FF2B5EF4-FFF2-40B4-BE49-F238E27FC236}">
                <a16:creationId xmlns:a16="http://schemas.microsoft.com/office/drawing/2014/main" id="{ECECAB80-A6BF-488E-9BB1-3338BB7B5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420689"/>
            <a:ext cx="114300" cy="123825"/>
          </a:xfrm>
          <a:custGeom xmlns:a="http://schemas.openxmlformats.org/drawingml/2006/main">
            <a:pathLst>
              <a:path w="114300" h="123825">
                <a:moveTo>
                  <a:pt x="57150" y="123825"/>
                </a:moveTo>
                <a:lnTo>
                  <a:pt x="11430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3" name="object-20-s1-ux">
            <a:extLst xmlns:a="http://schemas.openxmlformats.org/drawingml/2006/main">
              <a:ext uri="{FF2B5EF4-FFF2-40B4-BE49-F238E27FC236}">
                <a16:creationId xmlns:a16="http://schemas.microsoft.com/office/drawing/2014/main" id="{D504980A-E185-4F1A-A74E-0E934C35C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152084"/>
            <a:ext cx="2371279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append CX to both sides</a:t>
            </a:r>
          </a:p>
        </p:txBody>
      </p:sp>
      <p:sp>
        <p:nvSpPr>
          <p:cNvPr id="24" name="object-21-s1-ux">
            <a:extLst xmlns:a="http://schemas.openxmlformats.org/drawingml/2006/main">
              <a:ext uri="{FF2B5EF4-FFF2-40B4-BE49-F238E27FC236}">
                <a16:creationId xmlns:a16="http://schemas.microsoft.com/office/drawing/2014/main" id="{41F11A76-E784-4007-85AB-D8E5FC62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11202"/>
            <a:ext cx="1690539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Anchored rule</a:t>
            </a:r>
          </a:p>
        </p:txBody>
      </p:sp>
      <p:sp>
        <p:nvSpPr>
          <p:cNvPr id="25" name="object-22-s1-ux">
            <a:extLst xmlns:a="http://schemas.openxmlformats.org/drawingml/2006/main">
              <a:ext uri="{FF2B5EF4-FFF2-40B4-BE49-F238E27FC236}">
                <a16:creationId xmlns:a16="http://schemas.microsoft.com/office/drawing/2014/main" id="{D24ADBC8-BF33-478F-A077-8765FE155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92164"/>
            <a:ext cx="2149983" cy="95"/>
          </a:xfrm>
          <a:custGeom xmlns:a="http://schemas.openxmlformats.org/drawingml/2006/main">
            <a:pathLst>
              <a:path w="2149983" h="95">
                <a:moveTo>
                  <a:pt x="0" y="0"/>
                </a:moveTo>
                <a:lnTo>
                  <a:pt x="21499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26" name="object-23-s1-ux">
            <a:extLst xmlns:a="http://schemas.openxmlformats.org/drawingml/2006/main">
              <a:ext uri="{FF2B5EF4-FFF2-40B4-BE49-F238E27FC236}">
                <a16:creationId xmlns:a16="http://schemas.microsoft.com/office/drawing/2014/main" id="{4F7D3B8A-7DD4-4490-8CF4-F6D1650D3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204787"/>
            <a:ext cx="2149983" cy="95"/>
          </a:xfrm>
          <a:custGeom xmlns:a="http://schemas.openxmlformats.org/drawingml/2006/main">
            <a:pathLst>
              <a:path w="2149983" h="95">
                <a:moveTo>
                  <a:pt x="0" y="0"/>
                </a:moveTo>
                <a:lnTo>
                  <a:pt x="21499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27" name="object-24-s1-ux">
            <a:extLst xmlns:a="http://schemas.openxmlformats.org/drawingml/2006/main">
              <a:ext uri="{FF2B5EF4-FFF2-40B4-BE49-F238E27FC236}">
                <a16:creationId xmlns:a16="http://schemas.microsoft.com/office/drawing/2014/main" id="{32250D95-5E0E-4EBF-BB59-525164AA7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5648" y="2792164"/>
            <a:ext cx="95" cy="412623"/>
          </a:xfrm>
          <a:custGeom xmlns:a="http://schemas.openxmlformats.org/drawingml/2006/main">
            <a:pathLst>
              <a:path w="95" h="412623">
                <a:moveTo>
                  <a:pt x="0" y="0"/>
                </a:moveTo>
                <a:lnTo>
                  <a:pt x="0" y="412623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28" name="object-25-s1-ux">
            <a:extLst xmlns:a="http://schemas.openxmlformats.org/drawingml/2006/main">
              <a:ext uri="{FF2B5EF4-FFF2-40B4-BE49-F238E27FC236}">
                <a16:creationId xmlns:a16="http://schemas.microsoft.com/office/drawing/2014/main" id="{19B57E25-4D4D-4C83-AC09-571B6FF19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785" y="2743301"/>
            <a:ext cx="97727" cy="977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29" name="object-26-s1-ux">
            <a:extLst xmlns:a="http://schemas.openxmlformats.org/drawingml/2006/main">
              <a:ext uri="{FF2B5EF4-FFF2-40B4-BE49-F238E27FC236}">
                <a16:creationId xmlns:a16="http://schemas.microsoft.com/office/drawing/2014/main" id="{A583C234-9518-4ECB-9A83-E390F2B34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785" y="3155924"/>
            <a:ext cx="97727" cy="977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30" name="object-27-s1-ux">
            <a:extLst xmlns:a="http://schemas.openxmlformats.org/drawingml/2006/main">
              <a:ext uri="{FF2B5EF4-FFF2-40B4-BE49-F238E27FC236}">
                <a16:creationId xmlns:a16="http://schemas.microsoft.com/office/drawing/2014/main" id="{C39EEA76-135F-4C03-900C-DECF6C388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54" y="2661863"/>
            <a:ext cx="477774" cy="673227"/>
          </a:xfrm>
          <a:prstGeom xmlns:a="http://schemas.openxmlformats.org/drawingml/2006/main" prst="roundRect">
            <a:avLst>
              <a:gd name="adj" fmla="val 5981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1717">
            <a:solidFill>
              <a:srgbClr val="087E86"/>
            </a:solidFill>
            <a:prstDash val="solid"/>
          </a:ln>
        </p:spPr>
      </p:sp>
      <p:sp>
        <p:nvSpPr>
          <p:cNvPr id="31" name="object-28-s1-ux">
            <a:extLst xmlns:a="http://schemas.openxmlformats.org/drawingml/2006/main">
              <a:ext uri="{FF2B5EF4-FFF2-40B4-BE49-F238E27FC236}">
                <a16:creationId xmlns:a16="http://schemas.microsoft.com/office/drawing/2014/main" id="{0371CB72-71A3-4A86-AD0C-1AC7CECF7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4879" y="2821406"/>
            <a:ext cx="262563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37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37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32" name="object-29-s1-ux">
            <a:extLst xmlns:a="http://schemas.openxmlformats.org/drawingml/2006/main">
              <a:ext uri="{FF2B5EF4-FFF2-40B4-BE49-F238E27FC236}">
                <a16:creationId xmlns:a16="http://schemas.microsoft.com/office/drawing/2014/main" id="{9D900562-ACE3-4CBF-A2BA-0A8BF9E60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234" y="2792164"/>
            <a:ext cx="95" cy="412623"/>
          </a:xfrm>
          <a:custGeom xmlns:a="http://schemas.openxmlformats.org/drawingml/2006/main">
            <a:pathLst>
              <a:path w="95" h="412623">
                <a:moveTo>
                  <a:pt x="0" y="0"/>
                </a:moveTo>
                <a:lnTo>
                  <a:pt x="0" y="412623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33" name="object-30-s1-ux">
            <a:extLst xmlns:a="http://schemas.openxmlformats.org/drawingml/2006/main">
              <a:ext uri="{FF2B5EF4-FFF2-40B4-BE49-F238E27FC236}">
                <a16:creationId xmlns:a16="http://schemas.microsoft.com/office/drawing/2014/main" id="{E3D73230-C475-4BAE-9A73-667B448C7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6371" y="2743301"/>
            <a:ext cx="97727" cy="977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34" name="object-31-s1-ux">
            <a:extLst xmlns:a="http://schemas.openxmlformats.org/drawingml/2006/main">
              <a:ext uri="{FF2B5EF4-FFF2-40B4-BE49-F238E27FC236}">
                <a16:creationId xmlns:a16="http://schemas.microsoft.com/office/drawing/2014/main" id="{9F4F5EFE-D32D-4423-B6F4-635BC4641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220" y="3090773"/>
            <a:ext cx="228029" cy="2280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35" name="object-32-s1-ux">
            <a:extLst xmlns:a="http://schemas.openxmlformats.org/drawingml/2006/main">
              <a:ext uri="{FF2B5EF4-FFF2-40B4-BE49-F238E27FC236}">
                <a16:creationId xmlns:a16="http://schemas.microsoft.com/office/drawing/2014/main" id="{C47AB4A2-5E5A-4F8D-98F7-0D73B46B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3128778"/>
            <a:ext cx="152019" cy="152019"/>
          </a:xfrm>
          <a:custGeom xmlns:a="http://schemas.openxmlformats.org/drawingml/2006/main">
            <a:pathLst>
              <a:path w="152019" h="152019">
                <a:moveTo>
                  <a:pt x="0" y="76009"/>
                </a:moveTo>
                <a:lnTo>
                  <a:pt x="152019" y="76009"/>
                </a:lnTo>
              </a:path>
              <a:path w="152019" h="152019">
                <a:moveTo>
                  <a:pt x="76009" y="0"/>
                </a:moveTo>
                <a:lnTo>
                  <a:pt x="76009" y="152019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36" name="object-33-s1-ux">
            <a:extLst xmlns:a="http://schemas.openxmlformats.org/drawingml/2006/main">
              <a:ext uri="{FF2B5EF4-FFF2-40B4-BE49-F238E27FC236}">
                <a16:creationId xmlns:a16="http://schemas.microsoft.com/office/drawing/2014/main" id="{C897B94E-72A1-4F14-8A8C-D5B4B9EB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0735" y="2998476"/>
            <a:ext cx="412623" cy="95"/>
          </a:xfrm>
          <a:custGeom xmlns:a="http://schemas.openxmlformats.org/drawingml/2006/main">
            <a:pathLst>
              <a:path w="412623" h="95">
                <a:moveTo>
                  <a:pt x="0" y="0"/>
                </a:moveTo>
                <a:lnTo>
                  <a:pt x="412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087E86"/>
            </a:solidFill>
            <a:prstDash val="solid"/>
          </a:ln>
        </p:spPr>
      </p:sp>
      <p:sp>
        <p:nvSpPr>
          <p:cNvPr id="37" name="object-33-s1-ux-arrow">
            <a:extLst xmlns:a="http://schemas.openxmlformats.org/drawingml/2006/main">
              <a:ext uri="{FF2B5EF4-FFF2-40B4-BE49-F238E27FC236}">
                <a16:creationId xmlns:a16="http://schemas.microsoft.com/office/drawing/2014/main" id="{31289A99-6ADC-41AB-A885-11944970C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533" y="2941326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38" name="object-34-s1-ux">
            <a:extLst xmlns:a="http://schemas.openxmlformats.org/drawingml/2006/main">
              <a:ext uri="{FF2B5EF4-FFF2-40B4-BE49-F238E27FC236}">
                <a16:creationId xmlns:a16="http://schemas.microsoft.com/office/drawing/2014/main" id="{AC46CB96-8215-416C-B732-792CB1AEF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377" y="2792164"/>
            <a:ext cx="2149983" cy="95"/>
          </a:xfrm>
          <a:custGeom xmlns:a="http://schemas.openxmlformats.org/drawingml/2006/main">
            <a:pathLst>
              <a:path w="2149983" h="95">
                <a:moveTo>
                  <a:pt x="0" y="0"/>
                </a:moveTo>
                <a:lnTo>
                  <a:pt x="21499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39" name="object-35-s1-ux">
            <a:extLst xmlns:a="http://schemas.openxmlformats.org/drawingml/2006/main">
              <a:ext uri="{FF2B5EF4-FFF2-40B4-BE49-F238E27FC236}">
                <a16:creationId xmlns:a16="http://schemas.microsoft.com/office/drawing/2014/main" id="{A492EDFF-FE43-4622-9107-7A035E285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377" y="3204787"/>
            <a:ext cx="2149983" cy="95"/>
          </a:xfrm>
          <a:custGeom xmlns:a="http://schemas.openxmlformats.org/drawingml/2006/main">
            <a:pathLst>
              <a:path w="2149983" h="95">
                <a:moveTo>
                  <a:pt x="0" y="0"/>
                </a:moveTo>
                <a:lnTo>
                  <a:pt x="21499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40" name="object-36-s1-ux">
            <a:extLst xmlns:a="http://schemas.openxmlformats.org/drawingml/2006/main">
              <a:ext uri="{FF2B5EF4-FFF2-40B4-BE49-F238E27FC236}">
                <a16:creationId xmlns:a16="http://schemas.microsoft.com/office/drawing/2014/main" id="{DB1544E9-87DA-4C1D-A6C2-607995595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1688" y="2661863"/>
            <a:ext cx="477774" cy="673227"/>
          </a:xfrm>
          <a:prstGeom xmlns:a="http://schemas.openxmlformats.org/drawingml/2006/main" prst="roundRect">
            <a:avLst>
              <a:gd name="adj" fmla="val 5981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1717">
            <a:solidFill>
              <a:srgbClr val="087E86"/>
            </a:solidFill>
            <a:prstDash val="solid"/>
          </a:ln>
        </p:spPr>
      </p:sp>
      <p:sp>
        <p:nvSpPr>
          <p:cNvPr id="41" name="object-37-s1-ux">
            <a:extLst xmlns:a="http://schemas.openxmlformats.org/drawingml/2006/main">
              <a:ext uri="{FF2B5EF4-FFF2-40B4-BE49-F238E27FC236}">
                <a16:creationId xmlns:a16="http://schemas.microsoft.com/office/drawing/2014/main" id="{1D912972-A9E2-478D-85E6-0E1D6721E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013" y="2821406"/>
            <a:ext cx="262563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37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37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42" name="object-38-s1-ux">
            <a:extLst xmlns:a="http://schemas.openxmlformats.org/drawingml/2006/main">
              <a:ext uri="{FF2B5EF4-FFF2-40B4-BE49-F238E27FC236}">
                <a16:creationId xmlns:a16="http://schemas.microsoft.com/office/drawing/2014/main" id="{B46DAA24-EE70-4C02-98C2-07D22E2E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0368" y="2792164"/>
            <a:ext cx="95" cy="412623"/>
          </a:xfrm>
          <a:custGeom xmlns:a="http://schemas.openxmlformats.org/drawingml/2006/main">
            <a:pathLst>
              <a:path w="95" h="412623">
                <a:moveTo>
                  <a:pt x="0" y="0"/>
                </a:moveTo>
                <a:lnTo>
                  <a:pt x="0" y="412623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43" name="object-39-s1-ux">
            <a:extLst xmlns:a="http://schemas.openxmlformats.org/drawingml/2006/main">
              <a:ext uri="{FF2B5EF4-FFF2-40B4-BE49-F238E27FC236}">
                <a16:creationId xmlns:a16="http://schemas.microsoft.com/office/drawing/2014/main" id="{FCF28792-93E0-4116-8426-C93F64E5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1505" y="2743301"/>
            <a:ext cx="97727" cy="977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44" name="object-40-s1-ux">
            <a:extLst xmlns:a="http://schemas.openxmlformats.org/drawingml/2006/main">
              <a:ext uri="{FF2B5EF4-FFF2-40B4-BE49-F238E27FC236}">
                <a16:creationId xmlns:a16="http://schemas.microsoft.com/office/drawing/2014/main" id="{333697BD-2859-4164-AF01-4CA1525C7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354" y="3090773"/>
            <a:ext cx="228029" cy="2280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45" name="object-41-s1-ux">
            <a:extLst xmlns:a="http://schemas.openxmlformats.org/drawingml/2006/main">
              <a:ext uri="{FF2B5EF4-FFF2-40B4-BE49-F238E27FC236}">
                <a16:creationId xmlns:a16="http://schemas.microsoft.com/office/drawing/2014/main" id="{F18A0355-7B1D-4908-9745-D16A9014A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4359" y="3128778"/>
            <a:ext cx="152019" cy="152019"/>
          </a:xfrm>
          <a:custGeom xmlns:a="http://schemas.openxmlformats.org/drawingml/2006/main">
            <a:pathLst>
              <a:path w="152019" h="152019">
                <a:moveTo>
                  <a:pt x="0" y="76009"/>
                </a:moveTo>
                <a:lnTo>
                  <a:pt x="152019" y="76009"/>
                </a:lnTo>
              </a:path>
              <a:path w="152019" h="152019">
                <a:moveTo>
                  <a:pt x="76009" y="0"/>
                </a:moveTo>
                <a:lnTo>
                  <a:pt x="76009" y="152019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46" name="object-42-s1-ux">
            <a:extLst xmlns:a="http://schemas.openxmlformats.org/drawingml/2006/main">
              <a:ext uri="{FF2B5EF4-FFF2-40B4-BE49-F238E27FC236}">
                <a16:creationId xmlns:a16="http://schemas.microsoft.com/office/drawing/2014/main" id="{C38591F0-BA09-4488-B881-362ED84F6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0161" y="2792164"/>
            <a:ext cx="95" cy="412623"/>
          </a:xfrm>
          <a:custGeom xmlns:a="http://schemas.openxmlformats.org/drawingml/2006/main">
            <a:pathLst>
              <a:path w="95" h="412623">
                <a:moveTo>
                  <a:pt x="0" y="0"/>
                </a:moveTo>
                <a:lnTo>
                  <a:pt x="0" y="412623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47" name="object-43-s1-ux">
            <a:extLst xmlns:a="http://schemas.openxmlformats.org/drawingml/2006/main">
              <a:ext uri="{FF2B5EF4-FFF2-40B4-BE49-F238E27FC236}">
                <a16:creationId xmlns:a16="http://schemas.microsoft.com/office/drawing/2014/main" id="{AE4465F8-34AD-4CC7-A086-35DAD3A4B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298" y="2743301"/>
            <a:ext cx="97727" cy="977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48" name="object-44-s1-ux">
            <a:extLst xmlns:a="http://schemas.openxmlformats.org/drawingml/2006/main">
              <a:ext uri="{FF2B5EF4-FFF2-40B4-BE49-F238E27FC236}">
                <a16:creationId xmlns:a16="http://schemas.microsoft.com/office/drawing/2014/main" id="{9CDF084B-9648-462A-98FE-54614FF8E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6147" y="3090773"/>
            <a:ext cx="228029" cy="2280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49" name="object-45-s1-ux">
            <a:extLst xmlns:a="http://schemas.openxmlformats.org/drawingml/2006/main">
              <a:ext uri="{FF2B5EF4-FFF2-40B4-BE49-F238E27FC236}">
                <a16:creationId xmlns:a16="http://schemas.microsoft.com/office/drawing/2014/main" id="{4EBACEC0-A689-433D-ACED-B5D2B88AD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3128778"/>
            <a:ext cx="152019" cy="152019"/>
          </a:xfrm>
          <a:custGeom xmlns:a="http://schemas.openxmlformats.org/drawingml/2006/main">
            <a:pathLst>
              <a:path w="152019" h="152019">
                <a:moveTo>
                  <a:pt x="0" y="76009"/>
                </a:moveTo>
                <a:lnTo>
                  <a:pt x="152019" y="76009"/>
                </a:lnTo>
              </a:path>
              <a:path w="152019" h="152019">
                <a:moveTo>
                  <a:pt x="76009" y="0"/>
                </a:moveTo>
                <a:lnTo>
                  <a:pt x="76009" y="152019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50" name="object-46-s2-ux">
            <a:extLst xmlns:a="http://schemas.openxmlformats.org/drawingml/2006/main">
              <a:ext uri="{FF2B5EF4-FFF2-40B4-BE49-F238E27FC236}">
                <a16:creationId xmlns:a16="http://schemas.microsoft.com/office/drawing/2014/main" id="{4AC8D5F2-A3F8-45C3-AD45-50E6D7938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82739"/>
            <a:ext cx="10763250" cy="95"/>
          </a:xfrm>
          <a:custGeom xmlns:a="http://schemas.openxmlformats.org/drawingml/2006/main">
            <a:pathLst>
              <a:path w="10763250" h="95">
                <a:moveTo>
                  <a:pt x="0" y="0"/>
                </a:moveTo>
                <a:lnTo>
                  <a:pt x="10763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BECBC7"/>
            </a:solidFill>
            <a:prstDash val="solid"/>
          </a:ln>
        </p:spPr>
      </p:sp>
      <p:sp>
        <p:nvSpPr>
          <p:cNvPr id="51" name="object-47-s2-ux">
            <a:extLst xmlns:a="http://schemas.openxmlformats.org/drawingml/2006/main">
              <a:ext uri="{FF2B5EF4-FFF2-40B4-BE49-F238E27FC236}">
                <a16:creationId xmlns:a16="http://schemas.microsoft.com/office/drawing/2014/main" id="{7123DA78-5B00-4FBB-AC92-F0E378260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98004"/>
            <a:ext cx="2451943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Concrete cancellation</a:t>
            </a:r>
          </a:p>
        </p:txBody>
      </p:sp>
      <p:sp>
        <p:nvSpPr>
          <p:cNvPr id="52" name="object-48-s2-ux">
            <a:extLst xmlns:a="http://schemas.openxmlformats.org/drawingml/2006/main">
              <a:ext uri="{FF2B5EF4-FFF2-40B4-BE49-F238E27FC236}">
                <a16:creationId xmlns:a16="http://schemas.microsoft.com/office/drawing/2014/main" id="{C0B86D32-FCAD-4091-BDD8-85763DECD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44739"/>
            <a:ext cx="1533525" cy="95"/>
          </a:xfrm>
          <a:custGeom xmlns:a="http://schemas.openxmlformats.org/drawingml/2006/main">
            <a:pathLst>
              <a:path w="1533525" h="95">
                <a:moveTo>
                  <a:pt x="0" y="0"/>
                </a:moveTo>
                <a:lnTo>
                  <a:pt x="15335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5E7275"/>
            </a:solidFill>
            <a:prstDash val="solid"/>
          </a:ln>
        </p:spPr>
      </p:sp>
      <p:sp>
        <p:nvSpPr>
          <p:cNvPr id="53" name="object-49-s2-ux">
            <a:extLst xmlns:a="http://schemas.openxmlformats.org/drawingml/2006/main">
              <a:ext uri="{FF2B5EF4-FFF2-40B4-BE49-F238E27FC236}">
                <a16:creationId xmlns:a16="http://schemas.microsoft.com/office/drawing/2014/main" id="{C7016784-8F11-4406-9377-25B3A7421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0982"/>
            <a:ext cx="1533525" cy="95"/>
          </a:xfrm>
          <a:custGeom xmlns:a="http://schemas.openxmlformats.org/drawingml/2006/main">
            <a:pathLst>
              <a:path w="1533525" h="95">
                <a:moveTo>
                  <a:pt x="0" y="0"/>
                </a:moveTo>
                <a:lnTo>
                  <a:pt x="15335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5E7275"/>
            </a:solidFill>
            <a:prstDash val="solid"/>
          </a:ln>
        </p:spPr>
      </p:sp>
      <p:sp>
        <p:nvSpPr>
          <p:cNvPr id="54" name="object-50-s2-ux">
            <a:extLst xmlns:a="http://schemas.openxmlformats.org/drawingml/2006/main">
              <a:ext uri="{FF2B5EF4-FFF2-40B4-BE49-F238E27FC236}">
                <a16:creationId xmlns:a16="http://schemas.microsoft.com/office/drawing/2014/main" id="{7D1E2FDA-0753-4EB9-BCAA-2D6E97BC6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1104" y="4344739"/>
            <a:ext cx="95" cy="416242"/>
          </a:xfrm>
          <a:custGeom xmlns:a="http://schemas.openxmlformats.org/drawingml/2006/main">
            <a:pathLst>
              <a:path w="95" h="416242">
                <a:moveTo>
                  <a:pt x="0" y="0"/>
                </a:moveTo>
                <a:lnTo>
                  <a:pt x="0" y="41624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55" name="object-51-s2-ux">
            <a:extLst xmlns:a="http://schemas.openxmlformats.org/drawingml/2006/main">
              <a:ext uri="{FF2B5EF4-FFF2-40B4-BE49-F238E27FC236}">
                <a16:creationId xmlns:a16="http://schemas.microsoft.com/office/drawing/2014/main" id="{7F77A742-FB2D-4AA9-91AB-744337D87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812" y="4295448"/>
            <a:ext cx="98584" cy="98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954">
            <a:noFill/>
            <a:prstDash val="solid"/>
          </a:ln>
        </p:spPr>
      </p:sp>
      <p:sp>
        <p:nvSpPr>
          <p:cNvPr id="56" name="object-52-s2-ux">
            <a:extLst xmlns:a="http://schemas.openxmlformats.org/drawingml/2006/main">
              <a:ext uri="{FF2B5EF4-FFF2-40B4-BE49-F238E27FC236}">
                <a16:creationId xmlns:a16="http://schemas.microsoft.com/office/drawing/2014/main" id="{FBBD877C-BBCB-429B-AB8A-41068BADF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089" y="4645968"/>
            <a:ext cx="230029" cy="23002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57" name="object-53-s2-ux">
            <a:extLst xmlns:a="http://schemas.openxmlformats.org/drawingml/2006/main">
              <a:ext uri="{FF2B5EF4-FFF2-40B4-BE49-F238E27FC236}">
                <a16:creationId xmlns:a16="http://schemas.microsoft.com/office/drawing/2014/main" id="{9DFC528F-AA62-45DC-9594-78938AEF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7" y="4684306"/>
            <a:ext cx="153352" cy="153352"/>
          </a:xfrm>
          <a:custGeom xmlns:a="http://schemas.openxmlformats.org/drawingml/2006/main">
            <a:pathLst>
              <a:path w="153352" h="153352">
                <a:moveTo>
                  <a:pt x="0" y="76676"/>
                </a:moveTo>
                <a:lnTo>
                  <a:pt x="153352" y="76676"/>
                </a:lnTo>
              </a:path>
              <a:path w="153352" h="153352">
                <a:moveTo>
                  <a:pt x="76676" y="0"/>
                </a:moveTo>
                <a:lnTo>
                  <a:pt x="76676" y="15335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58" name="object-54-s2-ux">
            <a:extLst xmlns:a="http://schemas.openxmlformats.org/drawingml/2006/main">
              <a:ext uri="{FF2B5EF4-FFF2-40B4-BE49-F238E27FC236}">
                <a16:creationId xmlns:a16="http://schemas.microsoft.com/office/drawing/2014/main" id="{BFBCF9D9-EDFC-4B44-9E5E-7410731BD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6421" y="4344739"/>
            <a:ext cx="95" cy="416242"/>
          </a:xfrm>
          <a:custGeom xmlns:a="http://schemas.openxmlformats.org/drawingml/2006/main">
            <a:pathLst>
              <a:path w="95" h="416242">
                <a:moveTo>
                  <a:pt x="0" y="0"/>
                </a:moveTo>
                <a:lnTo>
                  <a:pt x="0" y="41624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59" name="object-55-s2-ux">
            <a:extLst xmlns:a="http://schemas.openxmlformats.org/drawingml/2006/main">
              <a:ext uri="{FF2B5EF4-FFF2-40B4-BE49-F238E27FC236}">
                <a16:creationId xmlns:a16="http://schemas.microsoft.com/office/drawing/2014/main" id="{01118535-96F4-4F33-BE90-84E6AF0F7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7129" y="4295448"/>
            <a:ext cx="98584" cy="98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954">
            <a:noFill/>
            <a:prstDash val="solid"/>
          </a:ln>
        </p:spPr>
      </p:sp>
      <p:sp>
        <p:nvSpPr>
          <p:cNvPr id="60" name="object-56-s2-ux">
            <a:extLst xmlns:a="http://schemas.openxmlformats.org/drawingml/2006/main">
              <a:ext uri="{FF2B5EF4-FFF2-40B4-BE49-F238E27FC236}">
                <a16:creationId xmlns:a16="http://schemas.microsoft.com/office/drawing/2014/main" id="{DEAB4ECE-581B-4C08-9A61-695240C4D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1407" y="4645968"/>
            <a:ext cx="230029" cy="23002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61" name="object-57-s2-ux">
            <a:extLst xmlns:a="http://schemas.openxmlformats.org/drawingml/2006/main">
              <a:ext uri="{FF2B5EF4-FFF2-40B4-BE49-F238E27FC236}">
                <a16:creationId xmlns:a16="http://schemas.microsoft.com/office/drawing/2014/main" id="{3B4AE46F-7678-4CA4-A4AB-5599223AA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9745" y="4684306"/>
            <a:ext cx="153352" cy="153352"/>
          </a:xfrm>
          <a:custGeom xmlns:a="http://schemas.openxmlformats.org/drawingml/2006/main">
            <a:pathLst>
              <a:path w="153352" h="153352">
                <a:moveTo>
                  <a:pt x="0" y="76676"/>
                </a:moveTo>
                <a:lnTo>
                  <a:pt x="153352" y="76676"/>
                </a:lnTo>
              </a:path>
              <a:path w="153352" h="153352">
                <a:moveTo>
                  <a:pt x="76676" y="0"/>
                </a:moveTo>
                <a:lnTo>
                  <a:pt x="76676" y="15335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62" name="object-58-s2-ux">
            <a:extLst xmlns:a="http://schemas.openxmlformats.org/drawingml/2006/main">
              <a:ext uri="{FF2B5EF4-FFF2-40B4-BE49-F238E27FC236}">
                <a16:creationId xmlns:a16="http://schemas.microsoft.com/office/drawing/2014/main" id="{6059D505-F74E-463A-AE83-2FCEB0A2E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6970" y="4552861"/>
            <a:ext cx="416242" cy="95"/>
          </a:xfrm>
          <a:custGeom xmlns:a="http://schemas.openxmlformats.org/drawingml/2006/main">
            <a:pathLst>
              <a:path w="416242" h="95">
                <a:moveTo>
                  <a:pt x="0" y="0"/>
                </a:moveTo>
                <a:lnTo>
                  <a:pt x="41624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087E86"/>
            </a:solidFill>
            <a:prstDash val="solid"/>
          </a:ln>
        </p:spPr>
      </p:sp>
      <p:sp>
        <p:nvSpPr>
          <p:cNvPr id="63" name="object-58-s2-ux-arrow">
            <a:extLst xmlns:a="http://schemas.openxmlformats.org/drawingml/2006/main">
              <a:ext uri="{FF2B5EF4-FFF2-40B4-BE49-F238E27FC236}">
                <a16:creationId xmlns:a16="http://schemas.microsoft.com/office/drawing/2014/main" id="{D7F3B3D4-9CC3-4C9F-9FE5-AAE067C72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9387" y="4495711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64" name="object-59-s2-ux">
            <a:extLst xmlns:a="http://schemas.openxmlformats.org/drawingml/2006/main">
              <a:ext uri="{FF2B5EF4-FFF2-40B4-BE49-F238E27FC236}">
                <a16:creationId xmlns:a16="http://schemas.microsoft.com/office/drawing/2014/main" id="{F15A41C9-26E4-47A1-AC04-F7C71C9FA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565" y="4344739"/>
            <a:ext cx="963930" cy="95"/>
          </a:xfrm>
          <a:custGeom xmlns:a="http://schemas.openxmlformats.org/drawingml/2006/main">
            <a:pathLst>
              <a:path w="963930" h="95">
                <a:moveTo>
                  <a:pt x="0" y="0"/>
                </a:moveTo>
                <a:lnTo>
                  <a:pt x="96393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5E7275"/>
            </a:solidFill>
            <a:prstDash val="solid"/>
          </a:ln>
        </p:spPr>
      </p:sp>
      <p:sp>
        <p:nvSpPr>
          <p:cNvPr id="65" name="object-60-s2-ux">
            <a:extLst xmlns:a="http://schemas.openxmlformats.org/drawingml/2006/main">
              <a:ext uri="{FF2B5EF4-FFF2-40B4-BE49-F238E27FC236}">
                <a16:creationId xmlns:a16="http://schemas.microsoft.com/office/drawing/2014/main" id="{7338A53D-2939-485C-9CBC-2B940BE4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565" y="4760982"/>
            <a:ext cx="963930" cy="95"/>
          </a:xfrm>
          <a:custGeom xmlns:a="http://schemas.openxmlformats.org/drawingml/2006/main">
            <a:pathLst>
              <a:path w="963930" h="95">
                <a:moveTo>
                  <a:pt x="0" y="0"/>
                </a:moveTo>
                <a:lnTo>
                  <a:pt x="96393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5E7275"/>
            </a:solidFill>
            <a:prstDash val="solid"/>
          </a:ln>
        </p:spPr>
      </p:sp>
      <p:sp>
        <p:nvSpPr>
          <p:cNvPr id="66" name="object-61-s2-ux">
            <a:extLst xmlns:a="http://schemas.openxmlformats.org/drawingml/2006/main">
              <a:ext uri="{FF2B5EF4-FFF2-40B4-BE49-F238E27FC236}">
                <a16:creationId xmlns:a16="http://schemas.microsoft.com/office/drawing/2014/main" id="{CB1C50EF-2A8D-4775-8B6A-6A7B72802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055" y="5096262"/>
            <a:ext cx="2344489" cy="26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identity equivalence class</a:t>
            </a:r>
          </a:p>
        </p:txBody>
      </p:sp>
      <p:sp>
        <p:nvSpPr>
          <p:cNvPr id="67" name="object-82-s0-ux">
            <a:extLst xmlns:a="http://schemas.openxmlformats.org/drawingml/2006/main">
              <a:ext uri="{FF2B5EF4-FFF2-40B4-BE49-F238E27FC236}">
                <a16:creationId xmlns:a16="http://schemas.microsoft.com/office/drawing/2014/main" id="{122B4288-D03B-4FD7-B828-71692D269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5740003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QSymb synthesis / anchoring methods; CZ → CX illustration derived for this talk</a:t>
            </a:r>
          </a:p>
        </p:txBody>
      </p:sp>
      <p:sp>
        <p:nvSpPr>
          <p:cNvPr id="68" name="object-83-s0-ux">
            <a:extLst xmlns:a="http://schemas.openxmlformats.org/drawingml/2006/main">
              <a:ext uri="{FF2B5EF4-FFF2-40B4-BE49-F238E27FC236}">
                <a16:creationId xmlns:a16="http://schemas.microsoft.com/office/drawing/2014/main" id="{F2CA97F9-6D6B-49AB-9A1B-27D58573E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710" y="6445568"/>
            <a:ext cx="445740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11 / 14</a:t>
            </a:r>
          </a:p>
        </p:txBody>
      </p:sp>
      <p:sp>
        <p:nvSpPr>
          <p:cNvPr id="69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8AF86D5C-649C-4411-A53A-E7C8EF5DB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3 / 4</a:t>
            </a:r>
          </a:p>
        </p:txBody>
      </p:sp>
    </p:spTree>
    <p:extLst>
      <p:ext uri="{BB962C8B-B14F-4D97-AF65-F5344CB8AC3E}">
        <p14:creationId xmlns:p14="http://schemas.microsoft.com/office/powerpoint/2010/main" val="1045294766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1" name="top-accent">
            <a:extLst xmlns:a="http://schemas.openxmlformats.org/drawingml/2006/main">
              <a:ext uri="{FF2B5EF4-FFF2-40B4-BE49-F238E27FC236}">
                <a16:creationId xmlns:a16="http://schemas.microsoft.com/office/drawing/2014/main" id="{769F14DB-B8AF-4675-A83B-2E8F75BE8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3CACC59D-E8F2-44F7-9EF6-0613AE20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7133659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Anchoring exposes the adjacent CX pair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AE60ACE0-86C2-4436-BA5E-746958D43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01502"/>
            <a:ext cx="171703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Canonical rule</a:t>
            </a:r>
          </a:p>
        </p:txBody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B949D7D9-1D29-4A95-9300-E35A741B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430089"/>
            <a:ext cx="1520190" cy="95"/>
          </a:xfrm>
          <a:custGeom xmlns:a="http://schemas.openxmlformats.org/drawingml/2006/main">
            <a:pathLst>
              <a:path w="1520190" h="95">
                <a:moveTo>
                  <a:pt x="0" y="0"/>
                </a:moveTo>
                <a:lnTo>
                  <a:pt x="15201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5" name="object-3-s0-ux">
            <a:extLst xmlns:a="http://schemas.openxmlformats.org/drawingml/2006/main">
              <a:ext uri="{FF2B5EF4-FFF2-40B4-BE49-F238E27FC236}">
                <a16:creationId xmlns:a16="http://schemas.microsoft.com/office/drawing/2014/main" id="{E92FA73A-754F-4F6D-94EB-E08031AB6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842712"/>
            <a:ext cx="1520190" cy="95"/>
          </a:xfrm>
          <a:custGeom xmlns:a="http://schemas.openxmlformats.org/drawingml/2006/main">
            <a:pathLst>
              <a:path w="1520190" h="95">
                <a:moveTo>
                  <a:pt x="0" y="0"/>
                </a:moveTo>
                <a:lnTo>
                  <a:pt x="15201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6" name="object-4-s0-ux">
            <a:extLst xmlns:a="http://schemas.openxmlformats.org/drawingml/2006/main">
              <a:ext uri="{FF2B5EF4-FFF2-40B4-BE49-F238E27FC236}">
                <a16:creationId xmlns:a16="http://schemas.microsoft.com/office/drawing/2014/main" id="{8140260D-6E05-47EE-878F-342C64D16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5648" y="1430089"/>
            <a:ext cx="95" cy="412623"/>
          </a:xfrm>
          <a:custGeom xmlns:a="http://schemas.openxmlformats.org/drawingml/2006/main">
            <a:pathLst>
              <a:path w="95" h="412623">
                <a:moveTo>
                  <a:pt x="0" y="0"/>
                </a:moveTo>
                <a:lnTo>
                  <a:pt x="0" y="412623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7" name="object-5-s0-ux">
            <a:extLst xmlns:a="http://schemas.openxmlformats.org/drawingml/2006/main">
              <a:ext uri="{FF2B5EF4-FFF2-40B4-BE49-F238E27FC236}">
                <a16:creationId xmlns:a16="http://schemas.microsoft.com/office/drawing/2014/main" id="{3AF31B49-4D81-4750-8DB0-00E5A459B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785" y="1381226"/>
            <a:ext cx="97727" cy="977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8" name="object-6-s0-ux">
            <a:extLst xmlns:a="http://schemas.openxmlformats.org/drawingml/2006/main">
              <a:ext uri="{FF2B5EF4-FFF2-40B4-BE49-F238E27FC236}">
                <a16:creationId xmlns:a16="http://schemas.microsoft.com/office/drawing/2014/main" id="{4A9EA530-AC13-4AEF-A4C1-EFB254F6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785" y="1793849"/>
            <a:ext cx="97727" cy="977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9" name="object-7-s0-ux">
            <a:extLst xmlns:a="http://schemas.openxmlformats.org/drawingml/2006/main">
              <a:ext uri="{FF2B5EF4-FFF2-40B4-BE49-F238E27FC236}">
                <a16:creationId xmlns:a16="http://schemas.microsoft.com/office/drawing/2014/main" id="{A344B9A3-C912-454F-8B50-068484093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54" y="1299788"/>
            <a:ext cx="477774" cy="673227"/>
          </a:xfrm>
          <a:prstGeom xmlns:a="http://schemas.openxmlformats.org/drawingml/2006/main" prst="roundRect">
            <a:avLst>
              <a:gd name="adj" fmla="val 5981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1717">
            <a:solidFill>
              <a:srgbClr val="087E86"/>
            </a:solidFill>
            <a:prstDash val="solid"/>
          </a:ln>
        </p:spPr>
      </p:sp>
      <p:sp>
        <p:nvSpPr>
          <p:cNvPr id="10" name="object-8-s0-ux">
            <a:extLst xmlns:a="http://schemas.openxmlformats.org/drawingml/2006/main">
              <a:ext uri="{FF2B5EF4-FFF2-40B4-BE49-F238E27FC236}">
                <a16:creationId xmlns:a16="http://schemas.microsoft.com/office/drawing/2014/main" id="{60CCAED3-B957-4F6F-946D-F33A0587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4879" y="1459331"/>
            <a:ext cx="262563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37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37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11" name="object-9-s0-ux">
            <a:extLst xmlns:a="http://schemas.openxmlformats.org/drawingml/2006/main">
              <a:ext uri="{FF2B5EF4-FFF2-40B4-BE49-F238E27FC236}">
                <a16:creationId xmlns:a16="http://schemas.microsoft.com/office/drawing/2014/main" id="{6CF81620-D47E-4816-A2E9-53A1FE387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8953" y="1395666"/>
            <a:ext cx="297586" cy="4387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65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65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2" name="object-10-s0-ux">
            <a:extLst xmlns:a="http://schemas.openxmlformats.org/drawingml/2006/main">
              <a:ext uri="{FF2B5EF4-FFF2-40B4-BE49-F238E27FC236}">
                <a16:creationId xmlns:a16="http://schemas.microsoft.com/office/drawing/2014/main" id="{790F3100-BAF1-4309-8207-11138E2C5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5584" y="1430089"/>
            <a:ext cx="1520190" cy="95"/>
          </a:xfrm>
          <a:custGeom xmlns:a="http://schemas.openxmlformats.org/drawingml/2006/main">
            <a:pathLst>
              <a:path w="1520190" h="95">
                <a:moveTo>
                  <a:pt x="0" y="0"/>
                </a:moveTo>
                <a:lnTo>
                  <a:pt x="15201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13" name="object-11-s0-ux">
            <a:extLst xmlns:a="http://schemas.openxmlformats.org/drawingml/2006/main">
              <a:ext uri="{FF2B5EF4-FFF2-40B4-BE49-F238E27FC236}">
                <a16:creationId xmlns:a16="http://schemas.microsoft.com/office/drawing/2014/main" id="{DD8D267D-7F63-47AE-9351-970931E6D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5584" y="1842712"/>
            <a:ext cx="1520190" cy="95"/>
          </a:xfrm>
          <a:custGeom xmlns:a="http://schemas.openxmlformats.org/drawingml/2006/main">
            <a:pathLst>
              <a:path w="1520190" h="95">
                <a:moveTo>
                  <a:pt x="0" y="0"/>
                </a:moveTo>
                <a:lnTo>
                  <a:pt x="15201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14" name="object-12-s0-ux">
            <a:extLst xmlns:a="http://schemas.openxmlformats.org/drawingml/2006/main">
              <a:ext uri="{FF2B5EF4-FFF2-40B4-BE49-F238E27FC236}">
                <a16:creationId xmlns:a16="http://schemas.microsoft.com/office/drawing/2014/main" id="{09CEABE0-AD2C-447C-8A96-AB7791804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1895" y="1299788"/>
            <a:ext cx="477774" cy="673227"/>
          </a:xfrm>
          <a:prstGeom xmlns:a="http://schemas.openxmlformats.org/drawingml/2006/main" prst="roundRect">
            <a:avLst>
              <a:gd name="adj" fmla="val 5981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1717">
            <a:solidFill>
              <a:srgbClr val="087E86"/>
            </a:solidFill>
            <a:prstDash val="solid"/>
          </a:ln>
        </p:spPr>
      </p:sp>
      <p:sp>
        <p:nvSpPr>
          <p:cNvPr id="15" name="object-13-s0-ux">
            <a:extLst xmlns:a="http://schemas.openxmlformats.org/drawingml/2006/main">
              <a:ext uri="{FF2B5EF4-FFF2-40B4-BE49-F238E27FC236}">
                <a16:creationId xmlns:a16="http://schemas.microsoft.com/office/drawing/2014/main" id="{D9982EE6-A224-4372-ABD8-2519CBB97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0220" y="1459331"/>
            <a:ext cx="262563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37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37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16" name="object-14-s0-ux">
            <a:extLst xmlns:a="http://schemas.openxmlformats.org/drawingml/2006/main">
              <a:ext uri="{FF2B5EF4-FFF2-40B4-BE49-F238E27FC236}">
                <a16:creationId xmlns:a16="http://schemas.microsoft.com/office/drawing/2014/main" id="{55CCA9E2-9461-48A3-9D55-CEF6E87D7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0575" y="1430089"/>
            <a:ext cx="95" cy="412623"/>
          </a:xfrm>
          <a:custGeom xmlns:a="http://schemas.openxmlformats.org/drawingml/2006/main">
            <a:pathLst>
              <a:path w="95" h="412623">
                <a:moveTo>
                  <a:pt x="0" y="0"/>
                </a:moveTo>
                <a:lnTo>
                  <a:pt x="0" y="412623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17" name="object-15-s0-ux">
            <a:extLst xmlns:a="http://schemas.openxmlformats.org/drawingml/2006/main">
              <a:ext uri="{FF2B5EF4-FFF2-40B4-BE49-F238E27FC236}">
                <a16:creationId xmlns:a16="http://schemas.microsoft.com/office/drawing/2014/main" id="{15BB0ACE-5F5C-423A-A40A-3DE055552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1712" y="1381226"/>
            <a:ext cx="97727" cy="977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18" name="object-16-s0-ux">
            <a:extLst xmlns:a="http://schemas.openxmlformats.org/drawingml/2006/main">
              <a:ext uri="{FF2B5EF4-FFF2-40B4-BE49-F238E27FC236}">
                <a16:creationId xmlns:a16="http://schemas.microsoft.com/office/drawing/2014/main" id="{0033413E-9456-4FBC-899B-595999B9C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6561" y="1728698"/>
            <a:ext cx="228029" cy="22802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19" name="object-17-s0-ux">
            <a:extLst xmlns:a="http://schemas.openxmlformats.org/drawingml/2006/main">
              <a:ext uri="{FF2B5EF4-FFF2-40B4-BE49-F238E27FC236}">
                <a16:creationId xmlns:a16="http://schemas.microsoft.com/office/drawing/2014/main" id="{3AA84C66-0733-49C1-8532-9E2522DF5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4566" y="1766703"/>
            <a:ext cx="152019" cy="152019"/>
          </a:xfrm>
          <a:custGeom xmlns:a="http://schemas.openxmlformats.org/drawingml/2006/main">
            <a:pathLst>
              <a:path w="152019" h="152019">
                <a:moveTo>
                  <a:pt x="0" y="76009"/>
                </a:moveTo>
                <a:lnTo>
                  <a:pt x="152019" y="76009"/>
                </a:lnTo>
              </a:path>
              <a:path w="152019" h="152019">
                <a:moveTo>
                  <a:pt x="76009" y="0"/>
                </a:moveTo>
                <a:lnTo>
                  <a:pt x="76009" y="152019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20" name="object-18-s0-ux">
            <a:extLst xmlns:a="http://schemas.openxmlformats.org/drawingml/2006/main">
              <a:ext uri="{FF2B5EF4-FFF2-40B4-BE49-F238E27FC236}">
                <a16:creationId xmlns:a16="http://schemas.microsoft.com/office/drawing/2014/main" id="{67B2469A-9F74-4C55-8530-6F3F43FB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492954"/>
            <a:ext cx="1391096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 CZ = CX S</a:t>
            </a:r>
          </a:p>
        </p:txBody>
      </p:sp>
      <p:sp>
        <p:nvSpPr>
          <p:cNvPr id="21" name="object-19-s1-ux">
            <a:extLst xmlns:a="http://schemas.openxmlformats.org/drawingml/2006/main">
              <a:ext uri="{FF2B5EF4-FFF2-40B4-BE49-F238E27FC236}">
                <a16:creationId xmlns:a16="http://schemas.microsoft.com/office/drawing/2014/main" id="{ADDE46D4-DA11-4A45-B02B-190D1A919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30164"/>
            <a:ext cx="95" cy="514350"/>
          </a:xfrm>
          <a:custGeom xmlns:a="http://schemas.openxmlformats.org/drawingml/2006/main">
            <a:pathLst>
              <a:path w="95" h="514350">
                <a:moveTo>
                  <a:pt x="0" y="0"/>
                </a:moveTo>
                <a:lnTo>
                  <a:pt x="0" y="51435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22" name="object-19-s1-ux-arrow">
            <a:extLst xmlns:a="http://schemas.openxmlformats.org/drawingml/2006/main">
              <a:ext uri="{FF2B5EF4-FFF2-40B4-BE49-F238E27FC236}">
                <a16:creationId xmlns:a16="http://schemas.microsoft.com/office/drawing/2014/main" id="{C2729828-22D0-4178-A54C-B015A1B10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420689"/>
            <a:ext cx="114300" cy="123825"/>
          </a:xfrm>
          <a:custGeom xmlns:a="http://schemas.openxmlformats.org/drawingml/2006/main">
            <a:pathLst>
              <a:path w="114300" h="123825">
                <a:moveTo>
                  <a:pt x="57150" y="123825"/>
                </a:moveTo>
                <a:lnTo>
                  <a:pt x="11430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3" name="object-20-s1-ux">
            <a:extLst xmlns:a="http://schemas.openxmlformats.org/drawingml/2006/main">
              <a:ext uri="{FF2B5EF4-FFF2-40B4-BE49-F238E27FC236}">
                <a16:creationId xmlns:a16="http://schemas.microsoft.com/office/drawing/2014/main" id="{C015AC28-3059-4EE5-AC03-01F6C8A53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152084"/>
            <a:ext cx="2371279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append CX to both sides</a:t>
            </a:r>
          </a:p>
        </p:txBody>
      </p:sp>
      <p:sp>
        <p:nvSpPr>
          <p:cNvPr id="24" name="object-21-s1-ux">
            <a:extLst xmlns:a="http://schemas.openxmlformats.org/drawingml/2006/main">
              <a:ext uri="{FF2B5EF4-FFF2-40B4-BE49-F238E27FC236}">
                <a16:creationId xmlns:a16="http://schemas.microsoft.com/office/drawing/2014/main" id="{206AF00A-5B4C-4C7A-9943-0533B45C4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11202"/>
            <a:ext cx="1690539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Anchored rule</a:t>
            </a:r>
          </a:p>
        </p:txBody>
      </p:sp>
      <p:sp>
        <p:nvSpPr>
          <p:cNvPr id="25" name="object-22-s1-ux">
            <a:extLst xmlns:a="http://schemas.openxmlformats.org/drawingml/2006/main">
              <a:ext uri="{FF2B5EF4-FFF2-40B4-BE49-F238E27FC236}">
                <a16:creationId xmlns:a16="http://schemas.microsoft.com/office/drawing/2014/main" id="{0FA8961F-A4DD-4F10-B58A-69AE5533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92164"/>
            <a:ext cx="2149983" cy="95"/>
          </a:xfrm>
          <a:custGeom xmlns:a="http://schemas.openxmlformats.org/drawingml/2006/main">
            <a:pathLst>
              <a:path w="2149983" h="95">
                <a:moveTo>
                  <a:pt x="0" y="0"/>
                </a:moveTo>
                <a:lnTo>
                  <a:pt x="21499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26" name="object-23-s1-ux">
            <a:extLst xmlns:a="http://schemas.openxmlformats.org/drawingml/2006/main">
              <a:ext uri="{FF2B5EF4-FFF2-40B4-BE49-F238E27FC236}">
                <a16:creationId xmlns:a16="http://schemas.microsoft.com/office/drawing/2014/main" id="{92C01A37-AD8B-4F5F-9B6B-B71D0ECCF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204787"/>
            <a:ext cx="2149983" cy="95"/>
          </a:xfrm>
          <a:custGeom xmlns:a="http://schemas.openxmlformats.org/drawingml/2006/main">
            <a:pathLst>
              <a:path w="2149983" h="95">
                <a:moveTo>
                  <a:pt x="0" y="0"/>
                </a:moveTo>
                <a:lnTo>
                  <a:pt x="21499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27" name="object-24-s1-ux">
            <a:extLst xmlns:a="http://schemas.openxmlformats.org/drawingml/2006/main">
              <a:ext uri="{FF2B5EF4-FFF2-40B4-BE49-F238E27FC236}">
                <a16:creationId xmlns:a16="http://schemas.microsoft.com/office/drawing/2014/main" id="{FC965C42-0923-484F-9164-049778B87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5648" y="2792164"/>
            <a:ext cx="95" cy="412623"/>
          </a:xfrm>
          <a:custGeom xmlns:a="http://schemas.openxmlformats.org/drawingml/2006/main">
            <a:pathLst>
              <a:path w="95" h="412623">
                <a:moveTo>
                  <a:pt x="0" y="0"/>
                </a:moveTo>
                <a:lnTo>
                  <a:pt x="0" y="412623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28" name="object-25-s1-ux">
            <a:extLst xmlns:a="http://schemas.openxmlformats.org/drawingml/2006/main">
              <a:ext uri="{FF2B5EF4-FFF2-40B4-BE49-F238E27FC236}">
                <a16:creationId xmlns:a16="http://schemas.microsoft.com/office/drawing/2014/main" id="{93FE15B7-D567-4A92-92A2-D71CB2A4B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785" y="2743301"/>
            <a:ext cx="97727" cy="977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29" name="object-26-s1-ux">
            <a:extLst xmlns:a="http://schemas.openxmlformats.org/drawingml/2006/main">
              <a:ext uri="{FF2B5EF4-FFF2-40B4-BE49-F238E27FC236}">
                <a16:creationId xmlns:a16="http://schemas.microsoft.com/office/drawing/2014/main" id="{F306071F-88A5-496D-91D4-D9D5B382D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785" y="3155924"/>
            <a:ext cx="97727" cy="977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30" name="object-27-s1-ux">
            <a:extLst xmlns:a="http://schemas.openxmlformats.org/drawingml/2006/main">
              <a:ext uri="{FF2B5EF4-FFF2-40B4-BE49-F238E27FC236}">
                <a16:creationId xmlns:a16="http://schemas.microsoft.com/office/drawing/2014/main" id="{0193E201-7B79-4A1C-9876-F82BDDD38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54" y="2661863"/>
            <a:ext cx="477774" cy="673227"/>
          </a:xfrm>
          <a:prstGeom xmlns:a="http://schemas.openxmlformats.org/drawingml/2006/main" prst="roundRect">
            <a:avLst>
              <a:gd name="adj" fmla="val 5981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1717">
            <a:solidFill>
              <a:srgbClr val="087E86"/>
            </a:solidFill>
            <a:prstDash val="solid"/>
          </a:ln>
        </p:spPr>
      </p:sp>
      <p:sp>
        <p:nvSpPr>
          <p:cNvPr id="31" name="object-28-s1-ux">
            <a:extLst xmlns:a="http://schemas.openxmlformats.org/drawingml/2006/main">
              <a:ext uri="{FF2B5EF4-FFF2-40B4-BE49-F238E27FC236}">
                <a16:creationId xmlns:a16="http://schemas.microsoft.com/office/drawing/2014/main" id="{659E1837-3BB3-43E4-818A-017B16B6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4879" y="2821406"/>
            <a:ext cx="262563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37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37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32" name="object-29-s1-ux">
            <a:extLst xmlns:a="http://schemas.openxmlformats.org/drawingml/2006/main">
              <a:ext uri="{FF2B5EF4-FFF2-40B4-BE49-F238E27FC236}">
                <a16:creationId xmlns:a16="http://schemas.microsoft.com/office/drawing/2014/main" id="{A5F842E9-78D7-48AE-AEDB-6DD952CC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234" y="2792164"/>
            <a:ext cx="95" cy="412623"/>
          </a:xfrm>
          <a:custGeom xmlns:a="http://schemas.openxmlformats.org/drawingml/2006/main">
            <a:pathLst>
              <a:path w="95" h="412623">
                <a:moveTo>
                  <a:pt x="0" y="0"/>
                </a:moveTo>
                <a:lnTo>
                  <a:pt x="0" y="412623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33" name="object-30-s1-ux">
            <a:extLst xmlns:a="http://schemas.openxmlformats.org/drawingml/2006/main">
              <a:ext uri="{FF2B5EF4-FFF2-40B4-BE49-F238E27FC236}">
                <a16:creationId xmlns:a16="http://schemas.microsoft.com/office/drawing/2014/main" id="{41ED6FDB-8A55-47E6-A256-BB591D00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6371" y="2743301"/>
            <a:ext cx="97727" cy="977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34" name="object-31-s1-ux">
            <a:extLst xmlns:a="http://schemas.openxmlformats.org/drawingml/2006/main">
              <a:ext uri="{FF2B5EF4-FFF2-40B4-BE49-F238E27FC236}">
                <a16:creationId xmlns:a16="http://schemas.microsoft.com/office/drawing/2014/main" id="{107D70CF-A753-4390-AA8F-7B66D0CA9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220" y="3090773"/>
            <a:ext cx="228029" cy="2280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35" name="object-32-s1-ux">
            <a:extLst xmlns:a="http://schemas.openxmlformats.org/drawingml/2006/main">
              <a:ext uri="{FF2B5EF4-FFF2-40B4-BE49-F238E27FC236}">
                <a16:creationId xmlns:a16="http://schemas.microsoft.com/office/drawing/2014/main" id="{DEBA58B7-B8B5-4BFE-864F-0A6A732DC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3128778"/>
            <a:ext cx="152019" cy="152019"/>
          </a:xfrm>
          <a:custGeom xmlns:a="http://schemas.openxmlformats.org/drawingml/2006/main">
            <a:pathLst>
              <a:path w="152019" h="152019">
                <a:moveTo>
                  <a:pt x="0" y="76009"/>
                </a:moveTo>
                <a:lnTo>
                  <a:pt x="152019" y="76009"/>
                </a:lnTo>
              </a:path>
              <a:path w="152019" h="152019">
                <a:moveTo>
                  <a:pt x="76009" y="0"/>
                </a:moveTo>
                <a:lnTo>
                  <a:pt x="76009" y="152019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36" name="object-33-s1-ux">
            <a:extLst xmlns:a="http://schemas.openxmlformats.org/drawingml/2006/main">
              <a:ext uri="{FF2B5EF4-FFF2-40B4-BE49-F238E27FC236}">
                <a16:creationId xmlns:a16="http://schemas.microsoft.com/office/drawing/2014/main" id="{7EE64BFF-4C5A-48A4-A1D0-71EC6D11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0735" y="2998476"/>
            <a:ext cx="412623" cy="95"/>
          </a:xfrm>
          <a:custGeom xmlns:a="http://schemas.openxmlformats.org/drawingml/2006/main">
            <a:pathLst>
              <a:path w="412623" h="95">
                <a:moveTo>
                  <a:pt x="0" y="0"/>
                </a:moveTo>
                <a:lnTo>
                  <a:pt x="412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087E86"/>
            </a:solidFill>
            <a:prstDash val="solid"/>
          </a:ln>
        </p:spPr>
      </p:sp>
      <p:sp>
        <p:nvSpPr>
          <p:cNvPr id="37" name="object-33-s1-ux-arrow">
            <a:extLst xmlns:a="http://schemas.openxmlformats.org/drawingml/2006/main">
              <a:ext uri="{FF2B5EF4-FFF2-40B4-BE49-F238E27FC236}">
                <a16:creationId xmlns:a16="http://schemas.microsoft.com/office/drawing/2014/main" id="{4AC8CE86-4A0B-4118-BA67-68BB4F429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533" y="2941326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38" name="object-34-s1-ux">
            <a:extLst xmlns:a="http://schemas.openxmlformats.org/drawingml/2006/main">
              <a:ext uri="{FF2B5EF4-FFF2-40B4-BE49-F238E27FC236}">
                <a16:creationId xmlns:a16="http://schemas.microsoft.com/office/drawing/2014/main" id="{F1E2F55D-A2D5-4C67-83BD-EF3A8E5A6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377" y="2792164"/>
            <a:ext cx="2149983" cy="95"/>
          </a:xfrm>
          <a:custGeom xmlns:a="http://schemas.openxmlformats.org/drawingml/2006/main">
            <a:pathLst>
              <a:path w="2149983" h="95">
                <a:moveTo>
                  <a:pt x="0" y="0"/>
                </a:moveTo>
                <a:lnTo>
                  <a:pt x="21499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39" name="object-35-s1-ux">
            <a:extLst xmlns:a="http://schemas.openxmlformats.org/drawingml/2006/main">
              <a:ext uri="{FF2B5EF4-FFF2-40B4-BE49-F238E27FC236}">
                <a16:creationId xmlns:a16="http://schemas.microsoft.com/office/drawing/2014/main" id="{54C06650-D639-4F3F-8610-56B0FA16B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377" y="3204787"/>
            <a:ext cx="2149983" cy="95"/>
          </a:xfrm>
          <a:custGeom xmlns:a="http://schemas.openxmlformats.org/drawingml/2006/main">
            <a:pathLst>
              <a:path w="2149983" h="95">
                <a:moveTo>
                  <a:pt x="0" y="0"/>
                </a:moveTo>
                <a:lnTo>
                  <a:pt x="21499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40" name="object-36-s1-ux">
            <a:extLst xmlns:a="http://schemas.openxmlformats.org/drawingml/2006/main">
              <a:ext uri="{FF2B5EF4-FFF2-40B4-BE49-F238E27FC236}">
                <a16:creationId xmlns:a16="http://schemas.microsoft.com/office/drawing/2014/main" id="{ADE90239-821F-49DB-8D15-C392BBB97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1688" y="2661863"/>
            <a:ext cx="477774" cy="673227"/>
          </a:xfrm>
          <a:prstGeom xmlns:a="http://schemas.openxmlformats.org/drawingml/2006/main" prst="roundRect">
            <a:avLst>
              <a:gd name="adj" fmla="val 5981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1717">
            <a:solidFill>
              <a:srgbClr val="087E86"/>
            </a:solidFill>
            <a:prstDash val="solid"/>
          </a:ln>
        </p:spPr>
      </p:sp>
      <p:sp>
        <p:nvSpPr>
          <p:cNvPr id="41" name="object-37-s1-ux">
            <a:extLst xmlns:a="http://schemas.openxmlformats.org/drawingml/2006/main">
              <a:ext uri="{FF2B5EF4-FFF2-40B4-BE49-F238E27FC236}">
                <a16:creationId xmlns:a16="http://schemas.microsoft.com/office/drawing/2014/main" id="{272ABA31-78DF-4B7A-9754-D813C7076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013" y="2821406"/>
            <a:ext cx="262563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37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37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42" name="object-38-s1-ux">
            <a:extLst xmlns:a="http://schemas.openxmlformats.org/drawingml/2006/main">
              <a:ext uri="{FF2B5EF4-FFF2-40B4-BE49-F238E27FC236}">
                <a16:creationId xmlns:a16="http://schemas.microsoft.com/office/drawing/2014/main" id="{394DF788-7D54-494D-8388-EA4862718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0368" y="2792164"/>
            <a:ext cx="95" cy="412623"/>
          </a:xfrm>
          <a:custGeom xmlns:a="http://schemas.openxmlformats.org/drawingml/2006/main">
            <a:pathLst>
              <a:path w="95" h="412623">
                <a:moveTo>
                  <a:pt x="0" y="0"/>
                </a:moveTo>
                <a:lnTo>
                  <a:pt x="0" y="412623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43" name="object-39-s1-ux">
            <a:extLst xmlns:a="http://schemas.openxmlformats.org/drawingml/2006/main">
              <a:ext uri="{FF2B5EF4-FFF2-40B4-BE49-F238E27FC236}">
                <a16:creationId xmlns:a16="http://schemas.microsoft.com/office/drawing/2014/main" id="{11A87247-3452-48DD-AD71-4E39483E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1505" y="2743301"/>
            <a:ext cx="97727" cy="977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44" name="object-40-s1-ux">
            <a:extLst xmlns:a="http://schemas.openxmlformats.org/drawingml/2006/main">
              <a:ext uri="{FF2B5EF4-FFF2-40B4-BE49-F238E27FC236}">
                <a16:creationId xmlns:a16="http://schemas.microsoft.com/office/drawing/2014/main" id="{4ADB109C-0ACF-4F81-A42A-577ED5432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354" y="3090773"/>
            <a:ext cx="228029" cy="2280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45" name="object-41-s1-ux">
            <a:extLst xmlns:a="http://schemas.openxmlformats.org/drawingml/2006/main">
              <a:ext uri="{FF2B5EF4-FFF2-40B4-BE49-F238E27FC236}">
                <a16:creationId xmlns:a16="http://schemas.microsoft.com/office/drawing/2014/main" id="{B38C5F7C-3479-4F57-9FDC-4D61F0F29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4359" y="3128778"/>
            <a:ext cx="152019" cy="152019"/>
          </a:xfrm>
          <a:custGeom xmlns:a="http://schemas.openxmlformats.org/drawingml/2006/main">
            <a:pathLst>
              <a:path w="152019" h="152019">
                <a:moveTo>
                  <a:pt x="0" y="76009"/>
                </a:moveTo>
                <a:lnTo>
                  <a:pt x="152019" y="76009"/>
                </a:lnTo>
              </a:path>
              <a:path w="152019" h="152019">
                <a:moveTo>
                  <a:pt x="76009" y="0"/>
                </a:moveTo>
                <a:lnTo>
                  <a:pt x="76009" y="152019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46" name="object-42-s1-ux">
            <a:extLst xmlns:a="http://schemas.openxmlformats.org/drawingml/2006/main">
              <a:ext uri="{FF2B5EF4-FFF2-40B4-BE49-F238E27FC236}">
                <a16:creationId xmlns:a16="http://schemas.microsoft.com/office/drawing/2014/main" id="{4FB743D6-E575-42F9-B877-077E52C6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0161" y="2792164"/>
            <a:ext cx="95" cy="412623"/>
          </a:xfrm>
          <a:custGeom xmlns:a="http://schemas.openxmlformats.org/drawingml/2006/main">
            <a:pathLst>
              <a:path w="95" h="412623">
                <a:moveTo>
                  <a:pt x="0" y="0"/>
                </a:moveTo>
                <a:lnTo>
                  <a:pt x="0" y="412623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47" name="object-43-s1-ux">
            <a:extLst xmlns:a="http://schemas.openxmlformats.org/drawingml/2006/main">
              <a:ext uri="{FF2B5EF4-FFF2-40B4-BE49-F238E27FC236}">
                <a16:creationId xmlns:a16="http://schemas.microsoft.com/office/drawing/2014/main" id="{2D569618-2977-4080-8CE7-ED430035F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298" y="2743301"/>
            <a:ext cx="97727" cy="977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48" name="object-44-s1-ux">
            <a:extLst xmlns:a="http://schemas.openxmlformats.org/drawingml/2006/main">
              <a:ext uri="{FF2B5EF4-FFF2-40B4-BE49-F238E27FC236}">
                <a16:creationId xmlns:a16="http://schemas.microsoft.com/office/drawing/2014/main" id="{20551C74-90B9-4C1B-AF31-2A93FB7BD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6147" y="3090773"/>
            <a:ext cx="228029" cy="2280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49" name="object-45-s1-ux">
            <a:extLst xmlns:a="http://schemas.openxmlformats.org/drawingml/2006/main">
              <a:ext uri="{FF2B5EF4-FFF2-40B4-BE49-F238E27FC236}">
                <a16:creationId xmlns:a16="http://schemas.microsoft.com/office/drawing/2014/main" id="{70902201-02E9-4D10-A12B-1690747A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3128778"/>
            <a:ext cx="152019" cy="152019"/>
          </a:xfrm>
          <a:custGeom xmlns:a="http://schemas.openxmlformats.org/drawingml/2006/main">
            <a:pathLst>
              <a:path w="152019" h="152019">
                <a:moveTo>
                  <a:pt x="0" y="76009"/>
                </a:moveTo>
                <a:lnTo>
                  <a:pt x="152019" y="76009"/>
                </a:lnTo>
              </a:path>
              <a:path w="152019" h="152019">
                <a:moveTo>
                  <a:pt x="76009" y="0"/>
                </a:moveTo>
                <a:lnTo>
                  <a:pt x="76009" y="152019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50" name="object-46-s2-ux">
            <a:extLst xmlns:a="http://schemas.openxmlformats.org/drawingml/2006/main">
              <a:ext uri="{FF2B5EF4-FFF2-40B4-BE49-F238E27FC236}">
                <a16:creationId xmlns:a16="http://schemas.microsoft.com/office/drawing/2014/main" id="{D4C3CD0E-DBD0-4234-A65A-A72895FC8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82739"/>
            <a:ext cx="10763250" cy="95"/>
          </a:xfrm>
          <a:custGeom xmlns:a="http://schemas.openxmlformats.org/drawingml/2006/main">
            <a:pathLst>
              <a:path w="10763250" h="95">
                <a:moveTo>
                  <a:pt x="0" y="0"/>
                </a:moveTo>
                <a:lnTo>
                  <a:pt x="10763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BECBC7"/>
            </a:solidFill>
            <a:prstDash val="solid"/>
          </a:ln>
        </p:spPr>
      </p:sp>
      <p:sp>
        <p:nvSpPr>
          <p:cNvPr id="51" name="object-47-s2-ux">
            <a:extLst xmlns:a="http://schemas.openxmlformats.org/drawingml/2006/main">
              <a:ext uri="{FF2B5EF4-FFF2-40B4-BE49-F238E27FC236}">
                <a16:creationId xmlns:a16="http://schemas.microsoft.com/office/drawing/2014/main" id="{223123F6-6A08-4E1D-BB3B-76386AD3D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98004"/>
            <a:ext cx="2451943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Concrete cancellation</a:t>
            </a:r>
          </a:p>
        </p:txBody>
      </p:sp>
      <p:sp>
        <p:nvSpPr>
          <p:cNvPr id="52" name="object-48-s2-ux">
            <a:extLst xmlns:a="http://schemas.openxmlformats.org/drawingml/2006/main">
              <a:ext uri="{FF2B5EF4-FFF2-40B4-BE49-F238E27FC236}">
                <a16:creationId xmlns:a16="http://schemas.microsoft.com/office/drawing/2014/main" id="{8DDD9856-8EB6-40D6-B432-E31B1B00B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44739"/>
            <a:ext cx="1533525" cy="95"/>
          </a:xfrm>
          <a:custGeom xmlns:a="http://schemas.openxmlformats.org/drawingml/2006/main">
            <a:pathLst>
              <a:path w="1533525" h="95">
                <a:moveTo>
                  <a:pt x="0" y="0"/>
                </a:moveTo>
                <a:lnTo>
                  <a:pt x="15335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5E7275"/>
            </a:solidFill>
            <a:prstDash val="solid"/>
          </a:ln>
        </p:spPr>
      </p:sp>
      <p:sp>
        <p:nvSpPr>
          <p:cNvPr id="53" name="object-49-s2-ux">
            <a:extLst xmlns:a="http://schemas.openxmlformats.org/drawingml/2006/main">
              <a:ext uri="{FF2B5EF4-FFF2-40B4-BE49-F238E27FC236}">
                <a16:creationId xmlns:a16="http://schemas.microsoft.com/office/drawing/2014/main" id="{884FBC2A-7756-48BC-9DF0-BDFDF5187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0982"/>
            <a:ext cx="1533525" cy="95"/>
          </a:xfrm>
          <a:custGeom xmlns:a="http://schemas.openxmlformats.org/drawingml/2006/main">
            <a:pathLst>
              <a:path w="1533525" h="95">
                <a:moveTo>
                  <a:pt x="0" y="0"/>
                </a:moveTo>
                <a:lnTo>
                  <a:pt x="15335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5E7275"/>
            </a:solidFill>
            <a:prstDash val="solid"/>
          </a:ln>
        </p:spPr>
      </p:sp>
      <p:sp>
        <p:nvSpPr>
          <p:cNvPr id="54" name="object-50-s2-ux">
            <a:extLst xmlns:a="http://schemas.openxmlformats.org/drawingml/2006/main">
              <a:ext uri="{FF2B5EF4-FFF2-40B4-BE49-F238E27FC236}">
                <a16:creationId xmlns:a16="http://schemas.microsoft.com/office/drawing/2014/main" id="{1B67C6EB-EA05-4449-9DDB-2941DBF60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1104" y="4344739"/>
            <a:ext cx="95" cy="416242"/>
          </a:xfrm>
          <a:custGeom xmlns:a="http://schemas.openxmlformats.org/drawingml/2006/main">
            <a:pathLst>
              <a:path w="95" h="416242">
                <a:moveTo>
                  <a:pt x="0" y="0"/>
                </a:moveTo>
                <a:lnTo>
                  <a:pt x="0" y="41624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55" name="object-51-s2-ux">
            <a:extLst xmlns:a="http://schemas.openxmlformats.org/drawingml/2006/main">
              <a:ext uri="{FF2B5EF4-FFF2-40B4-BE49-F238E27FC236}">
                <a16:creationId xmlns:a16="http://schemas.microsoft.com/office/drawing/2014/main" id="{6E791176-FEC3-438D-A915-93E205587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812" y="4295448"/>
            <a:ext cx="98584" cy="98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954">
            <a:noFill/>
            <a:prstDash val="solid"/>
          </a:ln>
        </p:spPr>
      </p:sp>
      <p:sp>
        <p:nvSpPr>
          <p:cNvPr id="56" name="object-52-s2-ux">
            <a:extLst xmlns:a="http://schemas.openxmlformats.org/drawingml/2006/main">
              <a:ext uri="{FF2B5EF4-FFF2-40B4-BE49-F238E27FC236}">
                <a16:creationId xmlns:a16="http://schemas.microsoft.com/office/drawing/2014/main" id="{7AA68C34-87F8-4A06-895B-E5AEEFE16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089" y="4645968"/>
            <a:ext cx="230029" cy="23002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57" name="object-53-s2-ux">
            <a:extLst xmlns:a="http://schemas.openxmlformats.org/drawingml/2006/main">
              <a:ext uri="{FF2B5EF4-FFF2-40B4-BE49-F238E27FC236}">
                <a16:creationId xmlns:a16="http://schemas.microsoft.com/office/drawing/2014/main" id="{8C0B6B41-8A17-4587-BFB7-7EAA678C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7" y="4684306"/>
            <a:ext cx="153352" cy="153352"/>
          </a:xfrm>
          <a:custGeom xmlns:a="http://schemas.openxmlformats.org/drawingml/2006/main">
            <a:pathLst>
              <a:path w="153352" h="153352">
                <a:moveTo>
                  <a:pt x="0" y="76676"/>
                </a:moveTo>
                <a:lnTo>
                  <a:pt x="153352" y="76676"/>
                </a:lnTo>
              </a:path>
              <a:path w="153352" h="153352">
                <a:moveTo>
                  <a:pt x="76676" y="0"/>
                </a:moveTo>
                <a:lnTo>
                  <a:pt x="76676" y="15335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58" name="object-54-s2-ux">
            <a:extLst xmlns:a="http://schemas.openxmlformats.org/drawingml/2006/main">
              <a:ext uri="{FF2B5EF4-FFF2-40B4-BE49-F238E27FC236}">
                <a16:creationId xmlns:a16="http://schemas.microsoft.com/office/drawing/2014/main" id="{FBFC119E-719C-4EA8-963C-1C3F010B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6421" y="4344739"/>
            <a:ext cx="95" cy="416242"/>
          </a:xfrm>
          <a:custGeom xmlns:a="http://schemas.openxmlformats.org/drawingml/2006/main">
            <a:pathLst>
              <a:path w="95" h="416242">
                <a:moveTo>
                  <a:pt x="0" y="0"/>
                </a:moveTo>
                <a:lnTo>
                  <a:pt x="0" y="41624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59" name="object-55-s2-ux">
            <a:extLst xmlns:a="http://schemas.openxmlformats.org/drawingml/2006/main">
              <a:ext uri="{FF2B5EF4-FFF2-40B4-BE49-F238E27FC236}">
                <a16:creationId xmlns:a16="http://schemas.microsoft.com/office/drawing/2014/main" id="{D8CCB6D8-8898-4CF3-905A-3E3EB7C28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7129" y="4295448"/>
            <a:ext cx="98584" cy="98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954">
            <a:noFill/>
            <a:prstDash val="solid"/>
          </a:ln>
        </p:spPr>
      </p:sp>
      <p:sp>
        <p:nvSpPr>
          <p:cNvPr id="60" name="object-56-s2-ux">
            <a:extLst xmlns:a="http://schemas.openxmlformats.org/drawingml/2006/main">
              <a:ext uri="{FF2B5EF4-FFF2-40B4-BE49-F238E27FC236}">
                <a16:creationId xmlns:a16="http://schemas.microsoft.com/office/drawing/2014/main" id="{394E6870-E0E5-41A5-938D-F3F01F64F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1407" y="4645968"/>
            <a:ext cx="230029" cy="23002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61" name="object-57-s2-ux">
            <a:extLst xmlns:a="http://schemas.openxmlformats.org/drawingml/2006/main">
              <a:ext uri="{FF2B5EF4-FFF2-40B4-BE49-F238E27FC236}">
                <a16:creationId xmlns:a16="http://schemas.microsoft.com/office/drawing/2014/main" id="{D0197FA8-EDBD-440B-A25E-FFB1B2249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9745" y="4684306"/>
            <a:ext cx="153352" cy="153352"/>
          </a:xfrm>
          <a:custGeom xmlns:a="http://schemas.openxmlformats.org/drawingml/2006/main">
            <a:pathLst>
              <a:path w="153352" h="153352">
                <a:moveTo>
                  <a:pt x="0" y="76676"/>
                </a:moveTo>
                <a:lnTo>
                  <a:pt x="153352" y="76676"/>
                </a:lnTo>
              </a:path>
              <a:path w="153352" h="153352">
                <a:moveTo>
                  <a:pt x="76676" y="0"/>
                </a:moveTo>
                <a:lnTo>
                  <a:pt x="76676" y="15335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62" name="object-58-s2-ux">
            <a:extLst xmlns:a="http://schemas.openxmlformats.org/drawingml/2006/main">
              <a:ext uri="{FF2B5EF4-FFF2-40B4-BE49-F238E27FC236}">
                <a16:creationId xmlns:a16="http://schemas.microsoft.com/office/drawing/2014/main" id="{A8C5F485-796E-4C5C-93FF-1573C3B96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6970" y="4552861"/>
            <a:ext cx="416242" cy="95"/>
          </a:xfrm>
          <a:custGeom xmlns:a="http://schemas.openxmlformats.org/drawingml/2006/main">
            <a:pathLst>
              <a:path w="416242" h="95">
                <a:moveTo>
                  <a:pt x="0" y="0"/>
                </a:moveTo>
                <a:lnTo>
                  <a:pt x="41624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087E86"/>
            </a:solidFill>
            <a:prstDash val="solid"/>
          </a:ln>
        </p:spPr>
      </p:sp>
      <p:sp>
        <p:nvSpPr>
          <p:cNvPr id="63" name="object-58-s2-ux-arrow">
            <a:extLst xmlns:a="http://schemas.openxmlformats.org/drawingml/2006/main">
              <a:ext uri="{FF2B5EF4-FFF2-40B4-BE49-F238E27FC236}">
                <a16:creationId xmlns:a16="http://schemas.microsoft.com/office/drawing/2014/main" id="{FD248BDE-D875-47E0-BB01-9A685226C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9387" y="4495711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64" name="object-59-s2-ux">
            <a:extLst xmlns:a="http://schemas.openxmlformats.org/drawingml/2006/main">
              <a:ext uri="{FF2B5EF4-FFF2-40B4-BE49-F238E27FC236}">
                <a16:creationId xmlns:a16="http://schemas.microsoft.com/office/drawing/2014/main" id="{BFE5A1A2-7F8E-470A-A05B-0EC6276E7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565" y="4344739"/>
            <a:ext cx="963930" cy="95"/>
          </a:xfrm>
          <a:custGeom xmlns:a="http://schemas.openxmlformats.org/drawingml/2006/main">
            <a:pathLst>
              <a:path w="963930" h="95">
                <a:moveTo>
                  <a:pt x="0" y="0"/>
                </a:moveTo>
                <a:lnTo>
                  <a:pt x="96393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5E7275"/>
            </a:solidFill>
            <a:prstDash val="solid"/>
          </a:ln>
        </p:spPr>
      </p:sp>
      <p:sp>
        <p:nvSpPr>
          <p:cNvPr id="65" name="object-60-s2-ux">
            <a:extLst xmlns:a="http://schemas.openxmlformats.org/drawingml/2006/main">
              <a:ext uri="{FF2B5EF4-FFF2-40B4-BE49-F238E27FC236}">
                <a16:creationId xmlns:a16="http://schemas.microsoft.com/office/drawing/2014/main" id="{21BBBA5E-ECCF-490F-835D-7860BF54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565" y="4760982"/>
            <a:ext cx="963930" cy="95"/>
          </a:xfrm>
          <a:custGeom xmlns:a="http://schemas.openxmlformats.org/drawingml/2006/main">
            <a:pathLst>
              <a:path w="963930" h="95">
                <a:moveTo>
                  <a:pt x="0" y="0"/>
                </a:moveTo>
                <a:lnTo>
                  <a:pt x="96393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5E7275"/>
            </a:solidFill>
            <a:prstDash val="solid"/>
          </a:ln>
        </p:spPr>
      </p:sp>
      <p:sp>
        <p:nvSpPr>
          <p:cNvPr id="66" name="object-61-s2-ux">
            <a:extLst xmlns:a="http://schemas.openxmlformats.org/drawingml/2006/main">
              <a:ext uri="{FF2B5EF4-FFF2-40B4-BE49-F238E27FC236}">
                <a16:creationId xmlns:a16="http://schemas.microsoft.com/office/drawing/2014/main" id="{DDAD6A8A-6BB1-4D1E-A084-C1EAF1916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055" y="5096262"/>
            <a:ext cx="2344489" cy="26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identity equivalence class</a:t>
            </a:r>
          </a:p>
        </p:txBody>
      </p:sp>
      <p:sp>
        <p:nvSpPr>
          <p:cNvPr id="67" name="object-62-s3-ux">
            <a:extLst xmlns:a="http://schemas.openxmlformats.org/drawingml/2006/main">
              <a:ext uri="{FF2B5EF4-FFF2-40B4-BE49-F238E27FC236}">
                <a16:creationId xmlns:a16="http://schemas.microsoft.com/office/drawing/2014/main" id="{F0FE3DED-91CE-4170-A56A-A27E5380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3798004"/>
            <a:ext cx="3442246" cy="3033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Result for the running example</a:t>
            </a:r>
          </a:p>
        </p:txBody>
      </p:sp>
      <p:sp>
        <p:nvSpPr>
          <p:cNvPr id="68" name="object-63-s3-ux">
            <a:extLst xmlns:a="http://schemas.openxmlformats.org/drawingml/2006/main">
              <a:ext uri="{FF2B5EF4-FFF2-40B4-BE49-F238E27FC236}">
                <a16:creationId xmlns:a16="http://schemas.microsoft.com/office/drawing/2014/main" id="{BEFA0FBE-8BAC-4FAA-A60A-BCB3D52A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344739"/>
            <a:ext cx="2168842" cy="95"/>
          </a:xfrm>
          <a:custGeom xmlns:a="http://schemas.openxmlformats.org/drawingml/2006/main">
            <a:pathLst>
              <a:path w="2168842" h="95">
                <a:moveTo>
                  <a:pt x="0" y="0"/>
                </a:moveTo>
                <a:lnTo>
                  <a:pt x="216884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5E7275"/>
            </a:solidFill>
            <a:prstDash val="solid"/>
          </a:ln>
        </p:spPr>
      </p:sp>
      <p:sp>
        <p:nvSpPr>
          <p:cNvPr id="69" name="object-64-s3-ux">
            <a:extLst xmlns:a="http://schemas.openxmlformats.org/drawingml/2006/main">
              <a:ext uri="{FF2B5EF4-FFF2-40B4-BE49-F238E27FC236}">
                <a16:creationId xmlns:a16="http://schemas.microsoft.com/office/drawing/2014/main" id="{EF2AAFAF-C93E-458A-8DE8-40415025B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760982"/>
            <a:ext cx="2168842" cy="95"/>
          </a:xfrm>
          <a:custGeom xmlns:a="http://schemas.openxmlformats.org/drawingml/2006/main">
            <a:pathLst>
              <a:path w="2168842" h="95">
                <a:moveTo>
                  <a:pt x="0" y="0"/>
                </a:moveTo>
                <a:lnTo>
                  <a:pt x="216884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5E7275"/>
            </a:solidFill>
            <a:prstDash val="solid"/>
          </a:ln>
        </p:spPr>
      </p:sp>
      <p:sp>
        <p:nvSpPr>
          <p:cNvPr id="70" name="object-65-s3-ux">
            <a:extLst xmlns:a="http://schemas.openxmlformats.org/drawingml/2006/main">
              <a:ext uri="{FF2B5EF4-FFF2-40B4-BE49-F238E27FC236}">
                <a16:creationId xmlns:a16="http://schemas.microsoft.com/office/drawing/2014/main" id="{D5A35CF2-E083-4B8E-8031-5ACF25CA9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9979" y="4344739"/>
            <a:ext cx="95" cy="416242"/>
          </a:xfrm>
          <a:custGeom xmlns:a="http://schemas.openxmlformats.org/drawingml/2006/main">
            <a:pathLst>
              <a:path w="95" h="416242">
                <a:moveTo>
                  <a:pt x="0" y="0"/>
                </a:moveTo>
                <a:lnTo>
                  <a:pt x="0" y="41624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71" name="object-66-s3-ux">
            <a:extLst xmlns:a="http://schemas.openxmlformats.org/drawingml/2006/main">
              <a:ext uri="{FF2B5EF4-FFF2-40B4-BE49-F238E27FC236}">
                <a16:creationId xmlns:a16="http://schemas.microsoft.com/office/drawing/2014/main" id="{FEB6461F-5B4B-423A-B0B6-AA748744E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687" y="4295448"/>
            <a:ext cx="98584" cy="98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954">
            <a:noFill/>
            <a:prstDash val="solid"/>
          </a:ln>
        </p:spPr>
      </p:sp>
      <p:sp>
        <p:nvSpPr>
          <p:cNvPr id="72" name="object-67-s3-ux">
            <a:extLst xmlns:a="http://schemas.openxmlformats.org/drawingml/2006/main">
              <a:ext uri="{FF2B5EF4-FFF2-40B4-BE49-F238E27FC236}">
                <a16:creationId xmlns:a16="http://schemas.microsoft.com/office/drawing/2014/main" id="{F38599C2-4885-4144-8987-89C34339D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687" y="4711690"/>
            <a:ext cx="98584" cy="98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954">
            <a:noFill/>
            <a:prstDash val="solid"/>
          </a:ln>
        </p:spPr>
      </p:sp>
      <p:sp>
        <p:nvSpPr>
          <p:cNvPr id="73" name="object-68-s3-ux">
            <a:extLst xmlns:a="http://schemas.openxmlformats.org/drawingml/2006/main">
              <a:ext uri="{FF2B5EF4-FFF2-40B4-BE49-F238E27FC236}">
                <a16:creationId xmlns:a16="http://schemas.microsoft.com/office/drawing/2014/main" id="{A8F8B0F4-1CF0-4BD1-8E2B-9A13C89BA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4314" y="4213295"/>
            <a:ext cx="481965" cy="679132"/>
          </a:xfrm>
          <a:prstGeom xmlns:a="http://schemas.openxmlformats.org/drawingml/2006/main" prst="roundRect">
            <a:avLst>
              <a:gd name="adj" fmla="val 5929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1907">
            <a:solidFill>
              <a:srgbClr val="087E86"/>
            </a:solidFill>
            <a:prstDash val="solid"/>
          </a:ln>
        </p:spPr>
      </p:sp>
      <p:sp>
        <p:nvSpPr>
          <p:cNvPr id="74" name="object-69-s3-ux">
            <a:extLst xmlns:a="http://schemas.openxmlformats.org/drawingml/2006/main">
              <a:ext uri="{FF2B5EF4-FFF2-40B4-BE49-F238E27FC236}">
                <a16:creationId xmlns:a16="http://schemas.microsoft.com/office/drawing/2014/main" id="{B49E2B52-A2F8-44F4-B8E3-6ED0AFBBA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3916" y="4376410"/>
            <a:ext cx="264914" cy="3595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56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56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75" name="object-70-s3-ux">
            <a:extLst xmlns:a="http://schemas.openxmlformats.org/drawingml/2006/main">
              <a:ext uri="{FF2B5EF4-FFF2-40B4-BE49-F238E27FC236}">
                <a16:creationId xmlns:a16="http://schemas.microsoft.com/office/drawing/2014/main" id="{D87FBF52-CD2A-4314-B6F0-E7E2B6155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614" y="4344739"/>
            <a:ext cx="95" cy="416242"/>
          </a:xfrm>
          <a:custGeom xmlns:a="http://schemas.openxmlformats.org/drawingml/2006/main">
            <a:pathLst>
              <a:path w="95" h="416242">
                <a:moveTo>
                  <a:pt x="0" y="0"/>
                </a:moveTo>
                <a:lnTo>
                  <a:pt x="0" y="41624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76" name="object-71-s3-ux">
            <a:extLst xmlns:a="http://schemas.openxmlformats.org/drawingml/2006/main">
              <a:ext uri="{FF2B5EF4-FFF2-40B4-BE49-F238E27FC236}">
                <a16:creationId xmlns:a16="http://schemas.microsoft.com/office/drawing/2014/main" id="{0AEC8F68-F2E7-417B-AB0A-D80AB3ECD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1322" y="4295448"/>
            <a:ext cx="98584" cy="98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954">
            <a:noFill/>
            <a:prstDash val="solid"/>
          </a:ln>
        </p:spPr>
      </p:sp>
      <p:sp>
        <p:nvSpPr>
          <p:cNvPr id="77" name="object-72-s3-ux">
            <a:extLst xmlns:a="http://schemas.openxmlformats.org/drawingml/2006/main">
              <a:ext uri="{FF2B5EF4-FFF2-40B4-BE49-F238E27FC236}">
                <a16:creationId xmlns:a16="http://schemas.microsoft.com/office/drawing/2014/main" id="{0347E6E2-5B99-4923-B2B9-AA6CE8B05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5599" y="4645968"/>
            <a:ext cx="230029" cy="23002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78" name="object-73-s3-ux">
            <a:extLst xmlns:a="http://schemas.openxmlformats.org/drawingml/2006/main">
              <a:ext uri="{FF2B5EF4-FFF2-40B4-BE49-F238E27FC236}">
                <a16:creationId xmlns:a16="http://schemas.microsoft.com/office/drawing/2014/main" id="{40B33AB7-5F17-4664-9982-141659D88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3937" y="4684306"/>
            <a:ext cx="153352" cy="153352"/>
          </a:xfrm>
          <a:custGeom xmlns:a="http://schemas.openxmlformats.org/drawingml/2006/main">
            <a:pathLst>
              <a:path w="153352" h="153352">
                <a:moveTo>
                  <a:pt x="0" y="76676"/>
                </a:moveTo>
                <a:lnTo>
                  <a:pt x="153352" y="76676"/>
                </a:lnTo>
              </a:path>
              <a:path w="153352" h="153352">
                <a:moveTo>
                  <a:pt x="76676" y="0"/>
                </a:moveTo>
                <a:lnTo>
                  <a:pt x="76676" y="15335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79" name="object-74-s3-ux">
            <a:extLst xmlns:a="http://schemas.openxmlformats.org/drawingml/2006/main">
              <a:ext uri="{FF2B5EF4-FFF2-40B4-BE49-F238E27FC236}">
                <a16:creationId xmlns:a16="http://schemas.microsoft.com/office/drawing/2014/main" id="{9A27FB63-ADC8-4447-8C42-8F69669F8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1162" y="4552861"/>
            <a:ext cx="416242" cy="95"/>
          </a:xfrm>
          <a:custGeom xmlns:a="http://schemas.openxmlformats.org/drawingml/2006/main">
            <a:pathLst>
              <a:path w="416242" h="95">
                <a:moveTo>
                  <a:pt x="0" y="0"/>
                </a:moveTo>
                <a:lnTo>
                  <a:pt x="41624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087E86"/>
            </a:solidFill>
            <a:prstDash val="solid"/>
          </a:ln>
        </p:spPr>
      </p:sp>
      <p:sp>
        <p:nvSpPr>
          <p:cNvPr id="80" name="object-74-s3-ux-arrow">
            <a:extLst xmlns:a="http://schemas.openxmlformats.org/drawingml/2006/main">
              <a:ext uri="{FF2B5EF4-FFF2-40B4-BE49-F238E27FC236}">
                <a16:creationId xmlns:a16="http://schemas.microsoft.com/office/drawing/2014/main" id="{E54FD554-C008-4386-8547-33C30DC10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3580" y="4495711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81" name="object-75-s3-ux">
            <a:extLst xmlns:a="http://schemas.openxmlformats.org/drawingml/2006/main">
              <a:ext uri="{FF2B5EF4-FFF2-40B4-BE49-F238E27FC236}">
                <a16:creationId xmlns:a16="http://schemas.microsoft.com/office/drawing/2014/main" id="{BF7CDA88-52E5-46FA-AB38-26BF4B089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0757" y="4344739"/>
            <a:ext cx="898207" cy="95"/>
          </a:xfrm>
          <a:custGeom xmlns:a="http://schemas.openxmlformats.org/drawingml/2006/main">
            <a:pathLst>
              <a:path w="898207" h="95">
                <a:moveTo>
                  <a:pt x="0" y="0"/>
                </a:moveTo>
                <a:lnTo>
                  <a:pt x="898207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5E7275"/>
            </a:solidFill>
            <a:prstDash val="solid"/>
          </a:ln>
        </p:spPr>
      </p:sp>
      <p:sp>
        <p:nvSpPr>
          <p:cNvPr id="82" name="object-76-s3-ux">
            <a:extLst xmlns:a="http://schemas.openxmlformats.org/drawingml/2006/main">
              <a:ext uri="{FF2B5EF4-FFF2-40B4-BE49-F238E27FC236}">
                <a16:creationId xmlns:a16="http://schemas.microsoft.com/office/drawing/2014/main" id="{8B8BAC60-D069-4778-844A-D586DA254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0757" y="4760982"/>
            <a:ext cx="898207" cy="95"/>
          </a:xfrm>
          <a:custGeom xmlns:a="http://schemas.openxmlformats.org/drawingml/2006/main">
            <a:pathLst>
              <a:path w="898207" h="95">
                <a:moveTo>
                  <a:pt x="0" y="0"/>
                </a:moveTo>
                <a:lnTo>
                  <a:pt x="898207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5E7275"/>
            </a:solidFill>
            <a:prstDash val="solid"/>
          </a:ln>
        </p:spPr>
      </p:sp>
      <p:sp>
        <p:nvSpPr>
          <p:cNvPr id="83" name="object-77-s3-ux">
            <a:extLst xmlns:a="http://schemas.openxmlformats.org/drawingml/2006/main">
              <a:ext uri="{FF2B5EF4-FFF2-40B4-BE49-F238E27FC236}">
                <a16:creationId xmlns:a16="http://schemas.microsoft.com/office/drawing/2014/main" id="{EADF3394-EEF1-490F-B2E8-ABC318A14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8878" y="4213295"/>
            <a:ext cx="481966" cy="679132"/>
          </a:xfrm>
          <a:prstGeom xmlns:a="http://schemas.openxmlformats.org/drawingml/2006/main" prst="roundRect">
            <a:avLst>
              <a:gd name="adj" fmla="val 5929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1907">
            <a:solidFill>
              <a:srgbClr val="087E86"/>
            </a:solidFill>
            <a:prstDash val="solid"/>
          </a:ln>
        </p:spPr>
      </p:sp>
      <p:sp>
        <p:nvSpPr>
          <p:cNvPr id="84" name="object-78-s3-ux">
            <a:extLst xmlns:a="http://schemas.openxmlformats.org/drawingml/2006/main">
              <a:ext uri="{FF2B5EF4-FFF2-40B4-BE49-F238E27FC236}">
                <a16:creationId xmlns:a16="http://schemas.microsoft.com/office/drawing/2014/main" id="{FA950A23-0EBA-4150-9357-A88BB1CE3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8480" y="4376410"/>
            <a:ext cx="264914" cy="3595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56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56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85" name="object-79-s3-ux">
            <a:extLst xmlns:a="http://schemas.openxmlformats.org/drawingml/2006/main">
              <a:ext uri="{FF2B5EF4-FFF2-40B4-BE49-F238E27FC236}">
                <a16:creationId xmlns:a16="http://schemas.microsoft.com/office/drawing/2014/main" id="{DAD42886-916B-4A2F-9286-AC2A7A977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1924" y="5041017"/>
            <a:ext cx="1771769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−1 CZ, −1 CX</a:t>
            </a:r>
          </a:p>
        </p:txBody>
      </p:sp>
      <p:sp>
        <p:nvSpPr>
          <p:cNvPr id="86" name="object-80-s3-ux">
            <a:extLst xmlns:a="http://schemas.openxmlformats.org/drawingml/2006/main">
              <a:ext uri="{FF2B5EF4-FFF2-40B4-BE49-F238E27FC236}">
                <a16:creationId xmlns:a16="http://schemas.microsoft.com/office/drawing/2014/main" id="{227E6680-75A7-4693-8901-FB76E8840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84924"/>
            <a:ext cx="10858500" cy="95"/>
          </a:xfrm>
          <a:custGeom xmlns:a="http://schemas.openxmlformats.org/drawingml/2006/main">
            <a:pathLst>
              <a:path w="10858500" h="95">
                <a:moveTo>
                  <a:pt x="0" y="0"/>
                </a:moveTo>
                <a:lnTo>
                  <a:pt x="10858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9CBC7"/>
            </a:solidFill>
            <a:prstDash val="solid"/>
          </a:ln>
        </p:spPr>
      </p:sp>
      <p:sp>
        <p:nvSpPr>
          <p:cNvPr id="87" name="object-81-s3-ux">
            <a:extLst xmlns:a="http://schemas.openxmlformats.org/drawingml/2006/main">
              <a:ext uri="{FF2B5EF4-FFF2-40B4-BE49-F238E27FC236}">
                <a16:creationId xmlns:a16="http://schemas.microsoft.com/office/drawing/2014/main" id="{A4E3D870-C0EF-4020-8829-2D726690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72567"/>
            <a:ext cx="6818858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A rule relating different gates becomes a concrete two-gate reduction.</a:t>
            </a:r>
          </a:p>
        </p:txBody>
      </p:sp>
      <p:sp>
        <p:nvSpPr>
          <p:cNvPr id="88" name="object-82-s0-ux">
            <a:extLst xmlns:a="http://schemas.openxmlformats.org/drawingml/2006/main">
              <a:ext uri="{FF2B5EF4-FFF2-40B4-BE49-F238E27FC236}">
                <a16:creationId xmlns:a16="http://schemas.microsoft.com/office/drawing/2014/main" id="{AD892ACF-4092-4725-9348-0F063E7A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5740003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QSymb synthesis / anchoring methods; CZ → CX illustration derived for this talk</a:t>
            </a:r>
          </a:p>
        </p:txBody>
      </p:sp>
      <p:sp>
        <p:nvSpPr>
          <p:cNvPr id="89" name="object-83-s0-ux">
            <a:extLst xmlns:a="http://schemas.openxmlformats.org/drawingml/2006/main">
              <a:ext uri="{FF2B5EF4-FFF2-40B4-BE49-F238E27FC236}">
                <a16:creationId xmlns:a16="http://schemas.microsoft.com/office/drawing/2014/main" id="{5368EBC0-064B-4DE9-B80C-C4FB057B7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710" y="6445568"/>
            <a:ext cx="445740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11 / 14</a:t>
            </a:r>
          </a:p>
        </p:txBody>
      </p:sp>
      <p:sp>
        <p:nvSpPr>
          <p:cNvPr id="90" name="step-counter">
            <a:extLst xmlns:a="http://schemas.openxmlformats.org/drawingml/2006/main">
              <a:ext uri="{FF2B5EF4-FFF2-40B4-BE49-F238E27FC236}">
                <a16:creationId xmlns:a16="http://schemas.microsoft.com/office/drawing/2014/main" id="{04128F04-0C28-4B2A-B40F-233DCFB81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E7275"/>
                </a:solidFill>
                <a:latin typeface="Arial"/>
                <a:ea typeface="Arial"/>
                <a:cs typeface="Arial"/>
              </a:rPr>
              <a:t>Step 4 / 4</a:t>
            </a:r>
          </a:p>
        </p:txBody>
      </p:sp>
    </p:spTree>
    <p:extLst>
      <p:ext uri="{BB962C8B-B14F-4D97-AF65-F5344CB8AC3E}">
        <p14:creationId xmlns:p14="http://schemas.microsoft.com/office/powerpoint/2010/main" val="281013591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op-accent">
            <a:extLst xmlns:a="http://schemas.openxmlformats.org/drawingml/2006/main">
              <a:ext uri="{FF2B5EF4-FFF2-40B4-BE49-F238E27FC236}">
                <a16:creationId xmlns:a16="http://schemas.microsoft.com/office/drawing/2014/main" id="{2847D29F-16C9-48F7-98A2-193AEC96A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7C6797C7-2257-40B3-9A2D-A67BD303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3043863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Evaluation setup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AC097DF6-09D1-4937-A726-A567734E2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12963"/>
            <a:ext cx="10858500" cy="95"/>
          </a:xfrm>
          <a:custGeom xmlns:a="http://schemas.openxmlformats.org/drawingml/2006/main">
            <a:pathLst>
              <a:path w="10858500" h="95">
                <a:moveTo>
                  <a:pt x="0" y="0"/>
                </a:moveTo>
                <a:lnTo>
                  <a:pt x="10858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9CBC7"/>
            </a:solidFill>
            <a:prstDash val="solid"/>
          </a:ln>
        </p:spPr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990ED770-7405-4E86-88F3-AEA29CE49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31969"/>
            <a:ext cx="1038910" cy="7296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135</a:t>
            </a:r>
          </a:p>
        </p:txBody>
      </p:sp>
      <p:sp>
        <p:nvSpPr>
          <p:cNvPr id="5" name="object-3-s0-ux">
            <a:extLst xmlns:a="http://schemas.openxmlformats.org/drawingml/2006/main">
              <a:ext uri="{FF2B5EF4-FFF2-40B4-BE49-F238E27FC236}">
                <a16:creationId xmlns:a16="http://schemas.microsoft.com/office/drawing/2014/main" id="{DC402D58-FA86-4E9A-95D6-AB85CE96D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78610"/>
            <a:ext cx="1743670" cy="259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benchmark circuits</a:t>
            </a:r>
          </a:p>
        </p:txBody>
      </p:sp>
      <p:sp>
        <p:nvSpPr>
          <p:cNvPr id="6" name="object-4-s0-ux">
            <a:extLst xmlns:a="http://schemas.openxmlformats.org/drawingml/2006/main">
              <a:ext uri="{FF2B5EF4-FFF2-40B4-BE49-F238E27FC236}">
                <a16:creationId xmlns:a16="http://schemas.microsoft.com/office/drawing/2014/main" id="{DC3D09CF-35E2-40BD-B692-C1B0569A1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231969"/>
            <a:ext cx="1330017" cy="7296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4–36</a:t>
            </a:r>
          </a:p>
        </p:txBody>
      </p:sp>
      <p:sp>
        <p:nvSpPr>
          <p:cNvPr id="7" name="object-5-s0-ux">
            <a:extLst xmlns:a="http://schemas.openxmlformats.org/drawingml/2006/main">
              <a:ext uri="{FF2B5EF4-FFF2-40B4-BE49-F238E27FC236}">
                <a16:creationId xmlns:a16="http://schemas.microsoft.com/office/drawing/2014/main" id="{64D523DC-7417-485C-A6EF-7F104FDF6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978610"/>
            <a:ext cx="1532632" cy="259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qubits per circuit</a:t>
            </a:r>
          </a:p>
        </p:txBody>
      </p:sp>
      <p:sp>
        <p:nvSpPr>
          <p:cNvPr id="8" name="object-6-s0-ux">
            <a:extLst xmlns:a="http://schemas.openxmlformats.org/drawingml/2006/main">
              <a:ext uri="{FF2B5EF4-FFF2-40B4-BE49-F238E27FC236}">
                <a16:creationId xmlns:a16="http://schemas.microsoft.com/office/drawing/2014/main" id="{33D9DA11-ECB9-408A-AA8C-0C02DAD70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231969"/>
            <a:ext cx="1818769" cy="7296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60 min</a:t>
            </a:r>
          </a:p>
        </p:txBody>
      </p:sp>
      <p:sp>
        <p:nvSpPr>
          <p:cNvPr id="9" name="object-7-s0-ux">
            <a:extLst xmlns:a="http://schemas.openxmlformats.org/drawingml/2006/main">
              <a:ext uri="{FF2B5EF4-FFF2-40B4-BE49-F238E27FC236}">
                <a16:creationId xmlns:a16="http://schemas.microsoft.com/office/drawing/2014/main" id="{563F3A8A-F1F4-465C-B682-4A4B90A45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78610"/>
            <a:ext cx="2110829" cy="259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search budget · 3 trials</a:t>
            </a:r>
          </a:p>
        </p:txBody>
      </p:sp>
      <p:sp>
        <p:nvSpPr>
          <p:cNvPr id="10" name="object-8-s0-ux">
            <a:extLst xmlns:a="http://schemas.openxmlformats.org/drawingml/2006/main">
              <a:ext uri="{FF2B5EF4-FFF2-40B4-BE49-F238E27FC236}">
                <a16:creationId xmlns:a16="http://schemas.microsoft.com/office/drawing/2014/main" id="{E46A3FF6-8D90-48CC-BDEB-B05E1CB6A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74900"/>
            <a:ext cx="2855416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Benchmarks and targets</a:t>
            </a:r>
          </a:p>
        </p:txBody>
      </p:sp>
      <p:sp>
        <p:nvSpPr>
          <p:cNvPr id="11" name="object-9-s0-ux">
            <a:extLst xmlns:a="http://schemas.openxmlformats.org/drawingml/2006/main">
              <a:ext uri="{FF2B5EF4-FFF2-40B4-BE49-F238E27FC236}">
                <a16:creationId xmlns:a16="http://schemas.microsoft.com/office/drawing/2014/main" id="{8529CAA3-784B-4504-8945-16440D07C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11145"/>
            <a:ext cx="2370237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QAOA, VQE, QPE, QFT,</a:t>
            </a:r>
          </a:p>
        </p:txBody>
      </p:sp>
      <p:sp>
        <p:nvSpPr>
          <p:cNvPr id="12" name="object-10-s0-ux">
            <a:extLst xmlns:a="http://schemas.openxmlformats.org/drawingml/2006/main">
              <a:ext uri="{FF2B5EF4-FFF2-40B4-BE49-F238E27FC236}">
                <a16:creationId xmlns:a16="http://schemas.microsoft.com/office/drawing/2014/main" id="{E3A11931-4D4D-4675-8CDF-653DE1476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08653"/>
            <a:ext cx="2393900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Grover and Shor families</a:t>
            </a:r>
          </a:p>
        </p:txBody>
      </p:sp>
      <p:sp>
        <p:nvSpPr>
          <p:cNvPr id="13" name="object-11-s0-ux">
            <a:extLst xmlns:a="http://schemas.openxmlformats.org/drawingml/2006/main">
              <a:ext uri="{FF2B5EF4-FFF2-40B4-BE49-F238E27FC236}">
                <a16:creationId xmlns:a16="http://schemas.microsoft.com/office/drawing/2014/main" id="{FF6CF17E-D60B-4464-82B8-40B5DC2E7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58560"/>
            <a:ext cx="2032397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IBM-Eagle and Nam</a:t>
            </a:r>
          </a:p>
        </p:txBody>
      </p:sp>
      <p:sp>
        <p:nvSpPr>
          <p:cNvPr id="14" name="object-12-s0-ux">
            <a:extLst xmlns:a="http://schemas.openxmlformats.org/drawingml/2006/main">
              <a:ext uri="{FF2B5EF4-FFF2-40B4-BE49-F238E27FC236}">
                <a16:creationId xmlns:a16="http://schemas.microsoft.com/office/drawing/2014/main" id="{05141D46-6485-42FE-BF63-A6AFB664D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56068"/>
            <a:ext cx="2150269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15–17,438 input gates</a:t>
            </a:r>
          </a:p>
        </p:txBody>
      </p:sp>
      <p:sp>
        <p:nvSpPr>
          <p:cNvPr id="15" name="object-13-s0-ux">
            <a:extLst xmlns:a="http://schemas.openxmlformats.org/drawingml/2006/main">
              <a:ext uri="{FF2B5EF4-FFF2-40B4-BE49-F238E27FC236}">
                <a16:creationId xmlns:a16="http://schemas.microsoft.com/office/drawing/2014/main" id="{AFF0BAE7-74E3-4159-BEB3-4D4263856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74900"/>
            <a:ext cx="1743968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QSymb search</a:t>
            </a:r>
          </a:p>
        </p:txBody>
      </p:sp>
      <p:sp>
        <p:nvSpPr>
          <p:cNvPr id="16" name="object-14-s0-ux">
            <a:extLst xmlns:a="http://schemas.openxmlformats.org/drawingml/2006/main">
              <a:ext uri="{FF2B5EF4-FFF2-40B4-BE49-F238E27FC236}">
                <a16:creationId xmlns:a16="http://schemas.microsoft.com/office/drawing/2014/main" id="{7C012E9B-3FF3-462F-8E60-B363369F9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11145"/>
            <a:ext cx="3489127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Up to 9 equality-saturation iterations,</a:t>
            </a:r>
          </a:p>
        </p:txBody>
      </p:sp>
      <p:sp>
        <p:nvSpPr>
          <p:cNvPr id="17" name="object-15-s0-ux">
            <a:extLst xmlns:a="http://schemas.openxmlformats.org/drawingml/2006/main">
              <a:ext uri="{FF2B5EF4-FFF2-40B4-BE49-F238E27FC236}">
                <a16:creationId xmlns:a16="http://schemas.microsoft.com/office/drawing/2014/main" id="{6CEC61F8-8F68-4842-8815-6FB2762C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08653"/>
            <a:ext cx="3150691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alternating with symbolic rewrites</a:t>
            </a:r>
          </a:p>
        </p:txBody>
      </p:sp>
      <p:sp>
        <p:nvSpPr>
          <p:cNvPr id="18" name="object-16-s0-ux">
            <a:extLst xmlns:a="http://schemas.openxmlformats.org/drawingml/2006/main">
              <a:ext uri="{FF2B5EF4-FFF2-40B4-BE49-F238E27FC236}">
                <a16:creationId xmlns:a16="http://schemas.microsoft.com/office/drawing/2014/main" id="{18895AE3-D3AF-4142-B737-BBE824183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958560"/>
            <a:ext cx="1904554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Symbolic windows: </a:t>
            </a:r>
          </a:p>
        </p:txBody>
      </p:sp>
      <p:sp>
        <p:nvSpPr>
          <p:cNvPr id="19" name="object-17-s0-ux">
            <a:extLst xmlns:a="http://schemas.openxmlformats.org/drawingml/2006/main">
              <a:ext uri="{FF2B5EF4-FFF2-40B4-BE49-F238E27FC236}">
                <a16:creationId xmlns:a16="http://schemas.microsoft.com/office/drawing/2014/main" id="{802466F7-C1F2-4FD4-A48A-37D46C185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479" y="3958560"/>
            <a:ext cx="1030039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≥10 gates</a:t>
            </a:r>
          </a:p>
        </p:txBody>
      </p:sp>
      <p:sp>
        <p:nvSpPr>
          <p:cNvPr id="20" name="object-18-s0-ux">
            <a:extLst xmlns:a="http://schemas.openxmlformats.org/drawingml/2006/main">
              <a:ext uri="{FF2B5EF4-FFF2-40B4-BE49-F238E27FC236}">
                <a16:creationId xmlns:a16="http://schemas.microsoft.com/office/drawing/2014/main" id="{20481E44-D88F-442B-9F2E-A8AE5E0E5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56068"/>
            <a:ext cx="3011239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Metric: two-qubit-gate reduction</a:t>
            </a:r>
          </a:p>
        </p:txBody>
      </p:sp>
      <p:sp>
        <p:nvSpPr>
          <p:cNvPr id="21" name="object-19-s0-ux">
            <a:extLst xmlns:a="http://schemas.openxmlformats.org/drawingml/2006/main">
              <a:ext uri="{FF2B5EF4-FFF2-40B4-BE49-F238E27FC236}">
                <a16:creationId xmlns:a16="http://schemas.microsoft.com/office/drawing/2014/main" id="{311916A4-1AC4-44EC-94D4-A0607A864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22180"/>
            <a:ext cx="10858500" cy="95"/>
          </a:xfrm>
          <a:custGeom xmlns:a="http://schemas.openxmlformats.org/drawingml/2006/main">
            <a:pathLst>
              <a:path w="10858500" h="95">
                <a:moveTo>
                  <a:pt x="0" y="0"/>
                </a:moveTo>
                <a:lnTo>
                  <a:pt x="10858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9CBC7"/>
            </a:solidFill>
            <a:prstDash val="solid"/>
          </a:ln>
        </p:spPr>
      </p:sp>
      <p:sp>
        <p:nvSpPr>
          <p:cNvPr id="22" name="object-20-s0-ux">
            <a:extLst xmlns:a="http://schemas.openxmlformats.org/drawingml/2006/main">
              <a:ext uri="{FF2B5EF4-FFF2-40B4-BE49-F238E27FC236}">
                <a16:creationId xmlns:a16="http://schemas.microsoft.com/office/drawing/2014/main" id="{228C8E4E-DCEC-4C93-B432-617ACB498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03155"/>
            <a:ext cx="1177379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Comparators</a:t>
            </a:r>
          </a:p>
        </p:txBody>
      </p:sp>
      <p:sp>
        <p:nvSpPr>
          <p:cNvPr id="23" name="object-21-s0-ux">
            <a:extLst xmlns:a="http://schemas.openxmlformats.org/drawingml/2006/main">
              <a:ext uri="{FF2B5EF4-FFF2-40B4-BE49-F238E27FC236}">
                <a16:creationId xmlns:a16="http://schemas.microsoft.com/office/drawing/2014/main" id="{D8784E21-50F5-4996-99B9-096262369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1304" y="5003155"/>
            <a:ext cx="4748213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Qiskit (level 3) · TKET · Quartz · Queso · Guoq-Rewrite</a:t>
            </a:r>
          </a:p>
        </p:txBody>
      </p:sp>
      <p:sp>
        <p:nvSpPr>
          <p:cNvPr id="24" name="object-22-s0-ux">
            <a:extLst xmlns:a="http://schemas.openxmlformats.org/drawingml/2006/main">
              <a:ext uri="{FF2B5EF4-FFF2-40B4-BE49-F238E27FC236}">
                <a16:creationId xmlns:a16="http://schemas.microsoft.com/office/drawing/2014/main" id="{00F13BC3-79C7-405F-813B-74D9F1D4D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7733705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AMD Ryzen 9 9950X, 128 GB RAM. Guoq comparison uses its rewrite engine. Fixed-pass tools finish in seconds.</a:t>
            </a:r>
          </a:p>
        </p:txBody>
      </p:sp>
      <p:sp>
        <p:nvSpPr>
          <p:cNvPr id="25" name="object-23-s0-ux">
            <a:extLst xmlns:a="http://schemas.openxmlformats.org/drawingml/2006/main">
              <a:ext uri="{FF2B5EF4-FFF2-40B4-BE49-F238E27FC236}">
                <a16:creationId xmlns:a16="http://schemas.microsoft.com/office/drawing/2014/main" id="{5559B5C2-4EBB-4FFE-8454-873A6A886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2957810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§6, Algorithm 3, §7.2, Table 4</a:t>
            </a:r>
          </a:p>
        </p:txBody>
      </p:sp>
      <p:sp>
        <p:nvSpPr>
          <p:cNvPr id="26" name="object-24-s0-ux">
            <a:extLst xmlns:a="http://schemas.openxmlformats.org/drawingml/2006/main">
              <a:ext uri="{FF2B5EF4-FFF2-40B4-BE49-F238E27FC236}">
                <a16:creationId xmlns:a16="http://schemas.microsoft.com/office/drawing/2014/main" id="{2D0756FB-E23A-47BF-AB7D-45F8C9194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12 / 14</a:t>
            </a:r>
          </a:p>
        </p:txBody>
      </p:sp>
    </p:spTree>
    <p:extLst>
      <p:ext uri="{BB962C8B-B14F-4D97-AF65-F5344CB8AC3E}">
        <p14:creationId xmlns:p14="http://schemas.microsoft.com/office/powerpoint/2010/main" val="891728443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op-accent">
            <a:extLst xmlns:a="http://schemas.openxmlformats.org/drawingml/2006/main">
              <a:ext uri="{FF2B5EF4-FFF2-40B4-BE49-F238E27FC236}">
                <a16:creationId xmlns:a16="http://schemas.microsoft.com/office/drawing/2014/main" id="{A4CA031E-33FD-423E-8EA4-1063546BD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CCD9F3DB-2542-4FF3-BA12-041ABB5E1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8369082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QSymb improves final two-qubit-gate reduction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2F5C8349-061B-47FD-8752-211079D5D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71009"/>
            <a:ext cx="2637830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Final aggregate reduction</a:t>
            </a:r>
          </a:p>
        </p:txBody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359010FD-F311-4AB2-AE54-B612C871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8952"/>
            <a:ext cx="2290018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525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27.44%</a:t>
            </a:r>
          </a:p>
        </p:txBody>
      </p:sp>
      <p:sp>
        <p:nvSpPr>
          <p:cNvPr id="5" name="object-3-s0-ux">
            <a:extLst xmlns:a="http://schemas.openxmlformats.org/drawingml/2006/main">
              <a:ext uri="{FF2B5EF4-FFF2-40B4-BE49-F238E27FC236}">
                <a16:creationId xmlns:a16="http://schemas.microsoft.com/office/drawing/2014/main" id="{C38AC52E-278C-419D-8CDF-400D0999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9000"/>
            <a:ext cx="1098947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IBM-Eagle</a:t>
            </a:r>
          </a:p>
        </p:txBody>
      </p:sp>
      <p:sp>
        <p:nvSpPr>
          <p:cNvPr id="6" name="object-4-s0-ux">
            <a:extLst xmlns:a="http://schemas.openxmlformats.org/drawingml/2006/main">
              <a:ext uri="{FF2B5EF4-FFF2-40B4-BE49-F238E27FC236}">
                <a16:creationId xmlns:a16="http://schemas.microsoft.com/office/drawing/2014/main" id="{E4950695-BA5C-4C1C-A2E1-DB6B6BCA1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99321"/>
            <a:ext cx="2290018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525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29.95%</a:t>
            </a:r>
          </a:p>
        </p:txBody>
      </p:sp>
      <p:sp>
        <p:nvSpPr>
          <p:cNvPr id="7" name="object-5-s0-ux">
            <a:extLst xmlns:a="http://schemas.openxmlformats.org/drawingml/2006/main">
              <a:ext uri="{FF2B5EF4-FFF2-40B4-BE49-F238E27FC236}">
                <a16:creationId xmlns:a16="http://schemas.microsoft.com/office/drawing/2014/main" id="{05ED1B96-1DC4-4419-A562-BC2A91E14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59369"/>
            <a:ext cx="538758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Nam</a:t>
            </a:r>
          </a:p>
        </p:txBody>
      </p:sp>
      <p:sp>
        <p:nvSpPr>
          <p:cNvPr id="8" name="object-6-s0-ux">
            <a:extLst xmlns:a="http://schemas.openxmlformats.org/drawingml/2006/main">
              <a:ext uri="{FF2B5EF4-FFF2-40B4-BE49-F238E27FC236}">
                <a16:creationId xmlns:a16="http://schemas.microsoft.com/office/drawing/2014/main" id="{CBEDD8D1-3864-4094-A0B1-A357BA483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69224"/>
            <a:ext cx="2524423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Relative to original two-qubit counts.</a:t>
            </a:r>
          </a:p>
        </p:txBody>
      </p:sp>
      <p:sp>
        <p:nvSpPr>
          <p:cNvPr id="9" name="object-7-s0-ux">
            <a:extLst xmlns:a="http://schemas.openxmlformats.org/drawingml/2006/main">
              <a:ext uri="{FF2B5EF4-FFF2-40B4-BE49-F238E27FC236}">
                <a16:creationId xmlns:a16="http://schemas.microsoft.com/office/drawing/2014/main" id="{A1B278BE-DD6E-48C0-9934-CC00EE4BA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82495"/>
            <a:ext cx="2541538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These are not gains over a baseline.</a:t>
            </a:r>
          </a:p>
        </p:txBody>
      </p:sp>
      <p:sp>
        <p:nvSpPr>
          <p:cNvPr id="10" name="object-8-s0-ux">
            <a:extLst xmlns:a="http://schemas.openxmlformats.org/drawingml/2006/main">
              <a:ext uri="{FF2B5EF4-FFF2-40B4-BE49-F238E27FC236}">
                <a16:creationId xmlns:a16="http://schemas.microsoft.com/office/drawing/2014/main" id="{4E3B7533-91A1-4CB2-9353-C0FA5360B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191964"/>
            <a:ext cx="95" cy="3541663"/>
          </a:xfrm>
          <a:custGeom xmlns:a="http://schemas.openxmlformats.org/drawingml/2006/main">
            <a:pathLst>
              <a:path w="95" h="3541663">
                <a:moveTo>
                  <a:pt x="0" y="0"/>
                </a:moveTo>
                <a:lnTo>
                  <a:pt x="0" y="3541663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9CBC7"/>
            </a:solidFill>
            <a:prstDash val="solid"/>
          </a:ln>
        </p:spPr>
      </p:sp>
      <p:sp>
        <p:nvSpPr>
          <p:cNvPr id="11" name="object-9-s0-ux">
            <a:extLst xmlns:a="http://schemas.openxmlformats.org/drawingml/2006/main">
              <a:ext uri="{FF2B5EF4-FFF2-40B4-BE49-F238E27FC236}">
                <a16:creationId xmlns:a16="http://schemas.microsoft.com/office/drawing/2014/main" id="{BB604FBA-359D-4501-B57F-B4B2823D7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171009"/>
            <a:ext cx="3837533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Share of benchmarks with a strict win</a:t>
            </a:r>
          </a:p>
        </p:txBody>
      </p:sp>
      <p:graphicFrame>
        <p:nvGraphicFramePr>
          <p:cNvPr id="34" name=""/>
          <p:cNvGraphicFramePr/>
          <p:nvPr/>
        </p:nvGraphicFramePr>
        <p:xfrm>
          <a:off xmlns:a="http://schemas.openxmlformats.org/drawingml/2006/main" x="5772150" y="1704677"/>
          <a:ext xmlns:a="http://schemas.openxmlformats.org/drawingml/2006/main" cx="5753100" cy="30289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687985"/>
                <a:gridCol w="1649909"/>
                <a:gridCol w="1415207"/>
              </a:tblGrid>
              <a:tr h="447675">
                <a:tc>
                  <a:txBody>
                    <a:bodyPr lIns="133350" tIns="0" rIns="133350" bIns="0"/>
                    <a:lstStyle/>
                    <a:p>
                      <a:pPr algn="l"/>
                      <a:r>
                        <a:rPr sz="1275" b="0">
                          <a:solidFill>
                            <a:srgbClr val="5E7275"/>
                          </a:solidFill>
                          <a:latin typeface="Arial"/>
                          <a:ea typeface="Arial"/>
                          <a:cs typeface="Arial"/>
                        </a:rPr>
                        <a:t>Comparator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275" b="0">
                          <a:solidFill>
                            <a:srgbClr val="5E7275"/>
                          </a:solidFill>
                          <a:latin typeface="Arial"/>
                          <a:ea typeface="Arial"/>
                          <a:cs typeface="Arial"/>
                        </a:rPr>
                        <a:t>IBM-Eagle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275" b="0">
                          <a:solidFill>
                            <a:srgbClr val="5E7275"/>
                          </a:solidFill>
                          <a:latin typeface="Arial"/>
                          <a:ea typeface="Arial"/>
                          <a:cs typeface="Arial"/>
                        </a:rPr>
                        <a:t>Nam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</a:tr>
              <a:tr h="519113">
                <a:tc>
                  <a:txBody>
                    <a:bodyPr lIns="133350" tIns="0" rIns="133350" bIns="0"/>
                    <a:lstStyle/>
                    <a:p>
                      <a:pPr algn="l"/>
                      <a:r>
                        <a:rPr sz="1725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Qiskit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725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90%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725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88%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</a:tr>
              <a:tr h="514350">
                <a:tc>
                  <a:txBody>
                    <a:bodyPr lIns="133350" tIns="0" rIns="133350" bIns="0"/>
                    <a:lstStyle/>
                    <a:p>
                      <a:pPr algn="l"/>
                      <a:r>
                        <a:rPr sz="1725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Guoq-Rewrite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725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67%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725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74%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</a:tr>
              <a:tr h="514350">
                <a:tc>
                  <a:txBody>
                    <a:bodyPr lIns="133350" tIns="0" rIns="133350" bIns="0"/>
                    <a:lstStyle/>
                    <a:p>
                      <a:pPr algn="l"/>
                      <a:r>
                        <a:rPr sz="1725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Quartz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725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82%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725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81%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</a:tr>
              <a:tr h="514350">
                <a:tc>
                  <a:txBody>
                    <a:bodyPr lIns="133350" tIns="0" rIns="133350" bIns="0"/>
                    <a:lstStyle/>
                    <a:p>
                      <a:pPr algn="l"/>
                      <a:r>
                        <a:rPr sz="1725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TKET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725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85%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725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86%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</a:tr>
              <a:tr h="514350">
                <a:tc>
                  <a:txBody>
                    <a:bodyPr lIns="133350" tIns="0" rIns="133350" bIns="0"/>
                    <a:lstStyle/>
                    <a:p>
                      <a:pPr algn="l"/>
                      <a:r>
                        <a:rPr sz="1725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Queso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725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83%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725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82.9%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</a:tr>
            </a:tbl>
          </a:graphicData>
        </a:graphic>
      </p:graphicFrame>
      <p:sp>
        <p:nvSpPr>
          <p:cNvPr id="13" name="object-10-s0-ux-border-225.96875">
            <a:extLst xmlns:a="http://schemas.openxmlformats.org/drawingml/2006/main">
              <a:ext uri="{FF2B5EF4-FFF2-40B4-BE49-F238E27FC236}">
                <a16:creationId xmlns:a16="http://schemas.microsoft.com/office/drawing/2014/main" id="{83AB6B45-B093-4216-A212-62C854C24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152352"/>
            <a:ext cx="575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BD5"/>
            </a:solidFill>
          </a:ln>
        </p:spPr>
      </p:sp>
      <p:sp>
        <p:nvSpPr>
          <p:cNvPr id="14" name="object-10-s0-ux-border-280.46875">
            <a:extLst xmlns:a="http://schemas.openxmlformats.org/drawingml/2006/main">
              <a:ext uri="{FF2B5EF4-FFF2-40B4-BE49-F238E27FC236}">
                <a16:creationId xmlns:a16="http://schemas.microsoft.com/office/drawing/2014/main" id="{4435CFFC-B7EA-438E-899C-ACE00F6D1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671465"/>
            <a:ext cx="575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BD5"/>
            </a:solidFill>
          </a:ln>
        </p:spPr>
      </p:sp>
      <p:sp>
        <p:nvSpPr>
          <p:cNvPr id="15" name="object-10-s0-ux-border-334.46875">
            <a:extLst xmlns:a="http://schemas.openxmlformats.org/drawingml/2006/main">
              <a:ext uri="{FF2B5EF4-FFF2-40B4-BE49-F238E27FC236}">
                <a16:creationId xmlns:a16="http://schemas.microsoft.com/office/drawing/2014/main" id="{7E1FAFC2-44F3-41F1-800D-9ABFDBE4B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185815"/>
            <a:ext cx="575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BD5"/>
            </a:solidFill>
          </a:ln>
        </p:spPr>
      </p:sp>
      <p:sp>
        <p:nvSpPr>
          <p:cNvPr id="16" name="object-10-s0-ux-border-388.46875">
            <a:extLst xmlns:a="http://schemas.openxmlformats.org/drawingml/2006/main">
              <a:ext uri="{FF2B5EF4-FFF2-40B4-BE49-F238E27FC236}">
                <a16:creationId xmlns:a16="http://schemas.microsoft.com/office/drawing/2014/main" id="{774076AB-F97A-4130-AD20-CAB223047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700165"/>
            <a:ext cx="575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BD5"/>
            </a:solidFill>
          </a:ln>
        </p:spPr>
      </p:sp>
      <p:sp>
        <p:nvSpPr>
          <p:cNvPr id="17" name="object-10-s0-ux-border-442.46875">
            <a:extLst xmlns:a="http://schemas.openxmlformats.org/drawingml/2006/main">
              <a:ext uri="{FF2B5EF4-FFF2-40B4-BE49-F238E27FC236}">
                <a16:creationId xmlns:a16="http://schemas.microsoft.com/office/drawing/2014/main" id="{4E9BE5FE-0A73-41BA-A956-750EF995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214515"/>
            <a:ext cx="575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BD5"/>
            </a:solidFill>
          </a:ln>
        </p:spPr>
      </p:sp>
      <p:sp>
        <p:nvSpPr>
          <p:cNvPr id="18" name="object-10-s0-ux-border-496.46875">
            <a:extLst xmlns:a="http://schemas.openxmlformats.org/drawingml/2006/main">
              <a:ext uri="{FF2B5EF4-FFF2-40B4-BE49-F238E27FC236}">
                <a16:creationId xmlns:a16="http://schemas.microsoft.com/office/drawing/2014/main" id="{A9B64823-E15F-467B-A118-18C351ED8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728865"/>
            <a:ext cx="575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BD5"/>
            </a:solidFill>
          </a:ln>
        </p:spPr>
      </p:sp>
      <p:sp>
        <p:nvSpPr>
          <p:cNvPr id="19" name="object-11-s0-ux">
            <a:extLst xmlns:a="http://schemas.openxmlformats.org/drawingml/2006/main">
              <a:ext uri="{FF2B5EF4-FFF2-40B4-BE49-F238E27FC236}">
                <a16:creationId xmlns:a16="http://schemas.microsoft.com/office/drawing/2014/main" id="{426E4A8D-9A9E-4D75-80D8-30FFFD65F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84924"/>
            <a:ext cx="10858500" cy="95"/>
          </a:xfrm>
          <a:custGeom xmlns:a="http://schemas.openxmlformats.org/drawingml/2006/main">
            <a:pathLst>
              <a:path w="10858500" h="95">
                <a:moveTo>
                  <a:pt x="0" y="0"/>
                </a:moveTo>
                <a:lnTo>
                  <a:pt x="10858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9CBC7"/>
            </a:solidFill>
            <a:prstDash val="solid"/>
          </a:ln>
        </p:spPr>
      </p:sp>
      <p:sp>
        <p:nvSpPr>
          <p:cNvPr id="20" name="object-12-s0-ux">
            <a:extLst xmlns:a="http://schemas.openxmlformats.org/drawingml/2006/main">
              <a:ext uri="{FF2B5EF4-FFF2-40B4-BE49-F238E27FC236}">
                <a16:creationId xmlns:a16="http://schemas.microsoft.com/office/drawing/2014/main" id="{14D6E7A3-C7F8-43CB-BC97-7DC0F8D23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72567"/>
            <a:ext cx="8856166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QSymb starts slower than Guoq, then reaches better final results under the search budget.</a:t>
            </a:r>
          </a:p>
        </p:txBody>
      </p:sp>
      <p:sp>
        <p:nvSpPr>
          <p:cNvPr id="21" name="object-13-s0-ux">
            <a:extLst xmlns:a="http://schemas.openxmlformats.org/drawingml/2006/main">
              <a:ext uri="{FF2B5EF4-FFF2-40B4-BE49-F238E27FC236}">
                <a16:creationId xmlns:a16="http://schemas.microsoft.com/office/drawing/2014/main" id="{D8E0476D-5358-4AAD-A687-9D5E3C576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3666530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§7.2, Figs. 11–12 and runtime comparison</a:t>
            </a:r>
          </a:p>
        </p:txBody>
      </p:sp>
      <p:sp>
        <p:nvSpPr>
          <p:cNvPr id="22" name="object-14-s0-ux">
            <a:extLst xmlns:a="http://schemas.openxmlformats.org/drawingml/2006/main">
              <a:ext uri="{FF2B5EF4-FFF2-40B4-BE49-F238E27FC236}">
                <a16:creationId xmlns:a16="http://schemas.microsoft.com/office/drawing/2014/main" id="{ED4822A3-21B0-446D-9755-F6DB7DAED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13 / 14</a:t>
            </a:r>
          </a:p>
        </p:txBody>
      </p:sp>
    </p:spTree>
    <p:extLst>
      <p:ext uri="{BB962C8B-B14F-4D97-AF65-F5344CB8AC3E}">
        <p14:creationId xmlns:p14="http://schemas.microsoft.com/office/powerpoint/2010/main" val="2091898651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op-accent">
            <a:extLst xmlns:a="http://schemas.openxmlformats.org/drawingml/2006/main">
              <a:ext uri="{FF2B5EF4-FFF2-40B4-BE49-F238E27FC236}">
                <a16:creationId xmlns:a16="http://schemas.microsoft.com/office/drawing/2014/main" id="{80068BC7-0FFD-4311-90ED-3183DC6FD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480A573B-5BC7-44A2-AB52-91BC986FF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8802023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Symbolic rules and anchoring improve the search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ED6B8F5E-4047-4941-A3D4-60FB6063E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24362"/>
            <a:ext cx="2050435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3825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26–191×</a:t>
            </a:r>
          </a:p>
        </p:txBody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B0F98831-D88E-4E7B-B64D-8E11CB41F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12932"/>
            <a:ext cx="2572196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smaller concrete rule sets</a:t>
            </a:r>
          </a:p>
        </p:txBody>
      </p:sp>
      <p:sp>
        <p:nvSpPr>
          <p:cNvPr id="5" name="object-3-s0-ux">
            <a:extLst xmlns:a="http://schemas.openxmlformats.org/drawingml/2006/main">
              <a:ext uri="{FF2B5EF4-FFF2-40B4-BE49-F238E27FC236}">
                <a16:creationId xmlns:a16="http://schemas.microsoft.com/office/drawing/2014/main" id="{3A1D01D9-32BE-4F22-B0B5-486AB85EF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58689"/>
            <a:ext cx="2363242" cy="2496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with full prior-rule coverage</a:t>
            </a:r>
          </a:p>
        </p:txBody>
      </p:sp>
      <p:sp>
        <p:nvSpPr>
          <p:cNvPr id="6" name="object-4-s0-ux">
            <a:extLst xmlns:a="http://schemas.openxmlformats.org/drawingml/2006/main">
              <a:ext uri="{FF2B5EF4-FFF2-40B4-BE49-F238E27FC236}">
                <a16:creationId xmlns:a16="http://schemas.microsoft.com/office/drawing/2014/main" id="{39FC32AB-E54B-4133-8B7D-0D4B0C9A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1268164"/>
            <a:ext cx="95" cy="781050"/>
          </a:xfrm>
          <a:custGeom xmlns:a="http://schemas.openxmlformats.org/drawingml/2006/main">
            <a:pathLst>
              <a:path w="95" h="781050">
                <a:moveTo>
                  <a:pt x="0" y="0"/>
                </a:moveTo>
                <a:lnTo>
                  <a:pt x="0" y="78105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BECBC7"/>
            </a:solidFill>
            <a:prstDash val="solid"/>
          </a:ln>
        </p:spPr>
      </p:sp>
      <p:sp>
        <p:nvSpPr>
          <p:cNvPr id="7" name="object-5-s0-ux">
            <a:extLst xmlns:a="http://schemas.openxmlformats.org/drawingml/2006/main">
              <a:ext uri="{FF2B5EF4-FFF2-40B4-BE49-F238E27FC236}">
                <a16:creationId xmlns:a16="http://schemas.microsoft.com/office/drawing/2014/main" id="{15A74491-5EA3-4A3D-A140-DE0A5A7E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1324362"/>
            <a:ext cx="1348115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3825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11.6×</a:t>
            </a:r>
          </a:p>
        </p:txBody>
      </p:sp>
      <p:sp>
        <p:nvSpPr>
          <p:cNvPr id="8" name="object-6-s0-ux">
            <a:extLst xmlns:a="http://schemas.openxmlformats.org/drawingml/2006/main">
              <a:ext uri="{FF2B5EF4-FFF2-40B4-BE49-F238E27FC236}">
                <a16:creationId xmlns:a16="http://schemas.microsoft.com/office/drawing/2014/main" id="{F36B58A6-3BAE-452C-8FC6-F18D958A5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323409"/>
            <a:ext cx="1822996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symbolic synthesis</a:t>
            </a:r>
          </a:p>
        </p:txBody>
      </p:sp>
      <p:sp>
        <p:nvSpPr>
          <p:cNvPr id="9" name="object-7-s0-ux">
            <a:extLst xmlns:a="http://schemas.openxmlformats.org/drawingml/2006/main">
              <a:ext uri="{FF2B5EF4-FFF2-40B4-BE49-F238E27FC236}">
                <a16:creationId xmlns:a16="http://schemas.microsoft.com/office/drawing/2014/main" id="{4B50EC2F-801B-4CA3-A79F-F4270B89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649164"/>
            <a:ext cx="2035522" cy="2496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speedup from grouping</a:t>
            </a:r>
          </a:p>
        </p:txBody>
      </p:sp>
      <p:sp>
        <p:nvSpPr>
          <p:cNvPr id="10" name="object-8-s0-ux">
            <a:extLst xmlns:a="http://schemas.openxmlformats.org/drawingml/2006/main">
              <a:ext uri="{FF2B5EF4-FFF2-40B4-BE49-F238E27FC236}">
                <a16:creationId xmlns:a16="http://schemas.microsoft.com/office/drawing/2014/main" id="{2E64FFF8-0E6A-4203-85BF-47687EC83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7352"/>
            <a:ext cx="3344763" cy="316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Full QSymb versus ablations</a:t>
            </a:r>
          </a:p>
        </p:txBody>
      </p:sp>
      <p:sp>
        <p:nvSpPr>
          <p:cNvPr id="11" name="object-9-s0-ux">
            <a:extLst xmlns:a="http://schemas.openxmlformats.org/drawingml/2006/main">
              <a:ext uri="{FF2B5EF4-FFF2-40B4-BE49-F238E27FC236}">
                <a16:creationId xmlns:a16="http://schemas.microsoft.com/office/drawing/2014/main" id="{3DC72E50-3E74-4FC9-A8B2-AF730F08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76009"/>
            <a:ext cx="1369219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Concrete only</a:t>
            </a:r>
          </a:p>
        </p:txBody>
      </p:sp>
      <p:sp>
        <p:nvSpPr>
          <p:cNvPr id="12" name="object-10-s0-ux">
            <a:extLst xmlns:a="http://schemas.openxmlformats.org/drawingml/2006/main">
              <a:ext uri="{FF2B5EF4-FFF2-40B4-BE49-F238E27FC236}">
                <a16:creationId xmlns:a16="http://schemas.microsoft.com/office/drawing/2014/main" id="{B8DE680C-0EA0-47EB-958E-D635C7762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020764"/>
            <a:ext cx="52387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5DF"/>
          </a:solidFill>
          <a:ln xmlns:a="http://schemas.openxmlformats.org/drawingml/2006/main" w="19050">
            <a:solidFill>
              <a:srgbClr val="DDE5DF"/>
            </a:solidFill>
            <a:prstDash val="solid"/>
          </a:ln>
        </p:spPr>
      </p:sp>
      <p:sp>
        <p:nvSpPr>
          <p:cNvPr id="13" name="object-11-s0-ux">
            <a:extLst xmlns:a="http://schemas.openxmlformats.org/drawingml/2006/main">
              <a:ext uri="{FF2B5EF4-FFF2-40B4-BE49-F238E27FC236}">
                <a16:creationId xmlns:a16="http://schemas.microsoft.com/office/drawing/2014/main" id="{51197C35-D21A-440F-85D1-16ED8AE41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020764"/>
            <a:ext cx="5081588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D5C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4" name="object-12-s0-ux">
            <a:extLst xmlns:a="http://schemas.openxmlformats.org/drawingml/2006/main">
              <a:ext uri="{FF2B5EF4-FFF2-40B4-BE49-F238E27FC236}">
                <a16:creationId xmlns:a16="http://schemas.microsoft.com/office/drawing/2014/main" id="{BB09F527-57B3-4A05-824F-0BD68F980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020764"/>
            <a:ext cx="40862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5" name="object-13-s0-ux">
            <a:extLst xmlns:a="http://schemas.openxmlformats.org/drawingml/2006/main">
              <a:ext uri="{FF2B5EF4-FFF2-40B4-BE49-F238E27FC236}">
                <a16:creationId xmlns:a16="http://schemas.microsoft.com/office/drawing/2014/main" id="{537CFB91-40A9-4583-8FDA-8A02D65F9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036004"/>
            <a:ext cx="533846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78%</a:t>
            </a:r>
          </a:p>
        </p:txBody>
      </p:sp>
      <p:sp>
        <p:nvSpPr>
          <p:cNvPr id="16" name="object-14-s0-ux">
            <a:extLst xmlns:a="http://schemas.openxmlformats.org/drawingml/2006/main">
              <a:ext uri="{FF2B5EF4-FFF2-40B4-BE49-F238E27FC236}">
                <a16:creationId xmlns:a16="http://schemas.microsoft.com/office/drawing/2014/main" id="{595396AB-230D-4F50-9E09-51D91659B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3044577"/>
            <a:ext cx="552896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97%</a:t>
            </a:r>
          </a:p>
        </p:txBody>
      </p:sp>
      <p:sp>
        <p:nvSpPr>
          <p:cNvPr id="17" name="object-15-s0-ux">
            <a:extLst xmlns:a="http://schemas.openxmlformats.org/drawingml/2006/main">
              <a:ext uri="{FF2B5EF4-FFF2-40B4-BE49-F238E27FC236}">
                <a16:creationId xmlns:a16="http://schemas.microsoft.com/office/drawing/2014/main" id="{175808C1-4451-41C0-854E-3847665D2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5740" y="3395097"/>
            <a:ext cx="1302655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as good or better</a:t>
            </a:r>
          </a:p>
        </p:txBody>
      </p:sp>
      <p:sp>
        <p:nvSpPr>
          <p:cNvPr id="18" name="object-16-s0-ux">
            <a:extLst xmlns:a="http://schemas.openxmlformats.org/drawingml/2006/main">
              <a:ext uri="{FF2B5EF4-FFF2-40B4-BE49-F238E27FC236}">
                <a16:creationId xmlns:a16="http://schemas.microsoft.com/office/drawing/2014/main" id="{F2A628FC-B743-4FA8-827E-F8A2DFFE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47559"/>
            <a:ext cx="2924026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Concrete + canonical symbolic</a:t>
            </a:r>
          </a:p>
        </p:txBody>
      </p:sp>
      <p:sp>
        <p:nvSpPr>
          <p:cNvPr id="19" name="object-17-s0-ux">
            <a:extLst xmlns:a="http://schemas.openxmlformats.org/drawingml/2006/main">
              <a:ext uri="{FF2B5EF4-FFF2-40B4-BE49-F238E27FC236}">
                <a16:creationId xmlns:a16="http://schemas.microsoft.com/office/drawing/2014/main" id="{3ADBBB9D-1DEF-4C2B-955E-F8819BD16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92314"/>
            <a:ext cx="52387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5DF"/>
          </a:solidFill>
          <a:ln xmlns:a="http://schemas.openxmlformats.org/drawingml/2006/main" w="19050">
            <a:solidFill>
              <a:srgbClr val="DDE5DF"/>
            </a:solidFill>
            <a:prstDash val="solid"/>
          </a:ln>
        </p:spPr>
      </p:sp>
      <p:sp>
        <p:nvSpPr>
          <p:cNvPr id="20" name="object-18-s0-ux">
            <a:extLst xmlns:a="http://schemas.openxmlformats.org/drawingml/2006/main">
              <a:ext uri="{FF2B5EF4-FFF2-40B4-BE49-F238E27FC236}">
                <a16:creationId xmlns:a16="http://schemas.microsoft.com/office/drawing/2014/main" id="{B5D3DF5C-45AC-4BA2-BF97-C6C20C3AF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92314"/>
            <a:ext cx="5081588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D5C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1" name="object-19-s0-ux">
            <a:extLst xmlns:a="http://schemas.openxmlformats.org/drawingml/2006/main">
              <a:ext uri="{FF2B5EF4-FFF2-40B4-BE49-F238E27FC236}">
                <a16:creationId xmlns:a16="http://schemas.microsoft.com/office/drawing/2014/main" id="{2A223C82-3ADD-4D31-A7A2-CD162E219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92314"/>
            <a:ext cx="1624013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2" name="object-20-s0-ux">
            <a:extLst xmlns:a="http://schemas.openxmlformats.org/drawingml/2006/main">
              <a:ext uri="{FF2B5EF4-FFF2-40B4-BE49-F238E27FC236}">
                <a16:creationId xmlns:a16="http://schemas.microsoft.com/office/drawing/2014/main" id="{08FAB814-E8B2-4D6C-A7E8-C828CE373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007554"/>
            <a:ext cx="533846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31%</a:t>
            </a:r>
          </a:p>
        </p:txBody>
      </p:sp>
      <p:sp>
        <p:nvSpPr>
          <p:cNvPr id="23" name="object-21-s0-ux">
            <a:extLst xmlns:a="http://schemas.openxmlformats.org/drawingml/2006/main">
              <a:ext uri="{FF2B5EF4-FFF2-40B4-BE49-F238E27FC236}">
                <a16:creationId xmlns:a16="http://schemas.microsoft.com/office/drawing/2014/main" id="{717A8571-B068-440C-9115-7030212C1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016127"/>
            <a:ext cx="552896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97%</a:t>
            </a:r>
          </a:p>
        </p:txBody>
      </p:sp>
      <p:sp>
        <p:nvSpPr>
          <p:cNvPr id="24" name="object-22-s0-ux">
            <a:extLst xmlns:a="http://schemas.openxmlformats.org/drawingml/2006/main">
              <a:ext uri="{FF2B5EF4-FFF2-40B4-BE49-F238E27FC236}">
                <a16:creationId xmlns:a16="http://schemas.microsoft.com/office/drawing/2014/main" id="{52E11B91-1908-40D0-8EB3-501277F9F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5740" y="4366647"/>
            <a:ext cx="1302655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as good or better</a:t>
            </a:r>
          </a:p>
        </p:txBody>
      </p:sp>
      <p:sp>
        <p:nvSpPr>
          <p:cNvPr id="25" name="object-23-s0-ux">
            <a:extLst xmlns:a="http://schemas.openxmlformats.org/drawingml/2006/main">
              <a:ext uri="{FF2B5EF4-FFF2-40B4-BE49-F238E27FC236}">
                <a16:creationId xmlns:a16="http://schemas.microsoft.com/office/drawing/2014/main" id="{5AA092ED-3F9C-4282-B2C7-82AD9BF7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49564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19050">
            <a:solidFill>
              <a:srgbClr val="087E86"/>
            </a:solidFill>
            <a:prstDash val="solid"/>
          </a:ln>
        </p:spPr>
      </p:sp>
      <p:sp>
        <p:nvSpPr>
          <p:cNvPr id="26" name="object-24-s0-ux">
            <a:extLst xmlns:a="http://schemas.openxmlformats.org/drawingml/2006/main">
              <a:ext uri="{FF2B5EF4-FFF2-40B4-BE49-F238E27FC236}">
                <a16:creationId xmlns:a16="http://schemas.microsoft.com/office/drawing/2014/main" id="{2D18EC7F-3289-4E4F-9567-08936C40A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4811464"/>
            <a:ext cx="1158553" cy="2496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strictly better</a:t>
            </a:r>
          </a:p>
        </p:txBody>
      </p:sp>
      <p:sp>
        <p:nvSpPr>
          <p:cNvPr id="27" name="object-25-s0-ux">
            <a:extLst xmlns:a="http://schemas.openxmlformats.org/drawingml/2006/main">
              <a:ext uri="{FF2B5EF4-FFF2-40B4-BE49-F238E27FC236}">
                <a16:creationId xmlns:a16="http://schemas.microsoft.com/office/drawing/2014/main" id="{6C4624F9-1CA8-41D1-9FA6-962D3074C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849564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D5CC"/>
          </a:solidFill>
          <a:ln xmlns:a="http://schemas.openxmlformats.org/drawingml/2006/main" w="19050">
            <a:solidFill>
              <a:srgbClr val="A9D5CC"/>
            </a:solidFill>
            <a:prstDash val="solid"/>
          </a:ln>
        </p:spPr>
      </p:sp>
      <p:sp>
        <p:nvSpPr>
          <p:cNvPr id="28" name="object-26-s0-ux">
            <a:extLst xmlns:a="http://schemas.openxmlformats.org/drawingml/2006/main">
              <a:ext uri="{FF2B5EF4-FFF2-40B4-BE49-F238E27FC236}">
                <a16:creationId xmlns:a16="http://schemas.microsoft.com/office/drawing/2014/main" id="{8083AE7F-88DC-49B4-AD62-E53DCC398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4811464"/>
            <a:ext cx="54233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equal</a:t>
            </a:r>
          </a:p>
        </p:txBody>
      </p:sp>
      <p:sp>
        <p:nvSpPr>
          <p:cNvPr id="29" name="object-27-s0-ux">
            <a:extLst xmlns:a="http://schemas.openxmlformats.org/drawingml/2006/main">
              <a:ext uri="{FF2B5EF4-FFF2-40B4-BE49-F238E27FC236}">
                <a16:creationId xmlns:a16="http://schemas.microsoft.com/office/drawing/2014/main" id="{6A81F86F-04E1-4228-8D4C-1943F6646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811" y="2690247"/>
            <a:ext cx="49038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30" name="object-28-s0-ux">
            <a:extLst xmlns:a="http://schemas.openxmlformats.org/drawingml/2006/main">
              <a:ext uri="{FF2B5EF4-FFF2-40B4-BE49-F238E27FC236}">
                <a16:creationId xmlns:a16="http://schemas.microsoft.com/office/drawing/2014/main" id="{E4380C76-15FB-4273-99A0-E1F260D70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7069038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Bars show shares of benchmark cases. Dark + light teal = 97% as good or better. Gray = remaining 3%.</a:t>
            </a:r>
          </a:p>
        </p:txBody>
      </p:sp>
      <p:sp>
        <p:nvSpPr>
          <p:cNvPr id="31" name="object-29-s0-ux">
            <a:extLst xmlns:a="http://schemas.openxmlformats.org/drawingml/2006/main">
              <a:ext uri="{FF2B5EF4-FFF2-40B4-BE49-F238E27FC236}">
                <a16:creationId xmlns:a16="http://schemas.microsoft.com/office/drawing/2014/main" id="{76AF47D4-A1EE-4A43-B81F-6FBC6E737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2978497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Tables 1–3, §7.3, Figs. 13–14</a:t>
            </a:r>
          </a:p>
        </p:txBody>
      </p:sp>
      <p:sp>
        <p:nvSpPr>
          <p:cNvPr id="32" name="object-30-s0-ux">
            <a:extLst xmlns:a="http://schemas.openxmlformats.org/drawingml/2006/main">
              <a:ext uri="{FF2B5EF4-FFF2-40B4-BE49-F238E27FC236}">
                <a16:creationId xmlns:a16="http://schemas.microsoft.com/office/drawing/2014/main" id="{AF4E3401-DE31-4F7D-B1F9-0A5CFEE72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14 / 14</a:t>
            </a:r>
          </a:p>
        </p:txBody>
      </p:sp>
    </p:spTree>
    <p:extLst>
      <p:ext uri="{BB962C8B-B14F-4D97-AF65-F5344CB8AC3E}">
        <p14:creationId xmlns:p14="http://schemas.microsoft.com/office/powerpoint/2010/main" val="58974009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2026-10-03T20:41:16.2010000Z</dcterms:created>
  <dcterms:modified xsi:type="dcterms:W3CDTF">2026-10-03T20:41:16.2010000Z</dcterms:modified>
</coreProperties>
</file>