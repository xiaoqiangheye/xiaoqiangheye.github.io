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70e2fba0f047ad" /><Relationship Type="http://schemas.openxmlformats.org/officeDocument/2006/relationships/extended-properties" Target="/docProps/app.xml" Id="R9821b5e99df34ee3" /><Relationship Type="http://schemas.openxmlformats.org/officeDocument/2006/relationships/officeDocument" Target="/ppt/presentation.xml" Id="R648461d1c13a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53df1faeb646e3"/>
  </p:sldMasterIdLst>
  <p:notesMasterIdLst>
    <p:notesMasterId xmlns:r="http://schemas.openxmlformats.org/officeDocument/2006/relationships" r:id="R62bdf6067a8b46b0"/>
  </p:notesMasterIdLst>
  <p:sldIdLst>
    <p:sldId xmlns:r="http://schemas.openxmlformats.org/officeDocument/2006/relationships" id="256" r:id="R4bede49319474bec"/>
    <p:sldId xmlns:r="http://schemas.openxmlformats.org/officeDocument/2006/relationships" id="257" r:id="R37df34bc715e4132"/>
    <p:sldId xmlns:r="http://schemas.openxmlformats.org/officeDocument/2006/relationships" id="258" r:id="R73eb2c8db70941a8"/>
    <p:sldId xmlns:r="http://schemas.openxmlformats.org/officeDocument/2006/relationships" id="259" r:id="Rf2818eb9b0614f97"/>
    <p:sldId xmlns:r="http://schemas.openxmlformats.org/officeDocument/2006/relationships" id="260" r:id="Re2c37a498a10417b"/>
    <p:sldId xmlns:r="http://schemas.openxmlformats.org/officeDocument/2006/relationships" id="261" r:id="R211f5dd3197d4cab"/>
    <p:sldId xmlns:r="http://schemas.openxmlformats.org/officeDocument/2006/relationships" id="262" r:id="Rcc9400acf3354bb0"/>
    <p:sldId xmlns:r="http://schemas.openxmlformats.org/officeDocument/2006/relationships" id="263" r:id="R55ef1f76a4624c0f"/>
    <p:sldId xmlns:r="http://schemas.openxmlformats.org/officeDocument/2006/relationships" id="264" r:id="R072a555a62ea4cc5"/>
    <p:sldId xmlns:r="http://schemas.openxmlformats.org/officeDocument/2006/relationships" id="265" r:id="R2e5330eee4d74687"/>
    <p:sldId xmlns:r="http://schemas.openxmlformats.org/officeDocument/2006/relationships" id="266" r:id="Rd04e45cd174a46f5"/>
    <p:sldId xmlns:r="http://schemas.openxmlformats.org/officeDocument/2006/relationships" id="267" r:id="Re151d029caa74647"/>
    <p:sldId xmlns:r="http://schemas.openxmlformats.org/officeDocument/2006/relationships" id="268" r:id="Rd962dc10b77e4e52"/>
    <p:sldId xmlns:r="http://schemas.openxmlformats.org/officeDocument/2006/relationships" id="269" r:id="R10e2ea19051b4cb3"/>
    <p:sldId xmlns:r="http://schemas.openxmlformats.org/officeDocument/2006/relationships" id="270" r:id="Rb27786b2d8c24a51"/>
    <p:sldId xmlns:r="http://schemas.openxmlformats.org/officeDocument/2006/relationships" id="271" r:id="Rf7e126351eba4d6b"/>
    <p:sldId xmlns:r="http://schemas.openxmlformats.org/officeDocument/2006/relationships" id="272" r:id="R84565f2f658144cf"/>
    <p:sldId xmlns:r="http://schemas.openxmlformats.org/officeDocument/2006/relationships" id="273" r:id="Rde8d8c4097ca421e"/>
    <p:sldId xmlns:r="http://schemas.openxmlformats.org/officeDocument/2006/relationships" id="274" r:id="R6a328f091bd44607"/>
    <p:sldId xmlns:r="http://schemas.openxmlformats.org/officeDocument/2006/relationships" id="275" r:id="R8611a371258c4d13"/>
    <p:sldId xmlns:r="http://schemas.openxmlformats.org/officeDocument/2006/relationships" id="276" r:id="Rb287635235bc42a1"/>
    <p:sldId xmlns:r="http://schemas.openxmlformats.org/officeDocument/2006/relationships" id="277" r:id="R863ab9b94bbe401d"/>
    <p:sldId xmlns:r="http://schemas.openxmlformats.org/officeDocument/2006/relationships" id="278" r:id="Rb81ac6ee399341db"/>
    <p:sldId xmlns:r="http://schemas.openxmlformats.org/officeDocument/2006/relationships" id="279" r:id="Rb31a22a816134199"/>
    <p:sldId xmlns:r="http://schemas.openxmlformats.org/officeDocument/2006/relationships" id="280" r:id="R589cba7f27f64fd4"/>
    <p:sldId xmlns:r="http://schemas.openxmlformats.org/officeDocument/2006/relationships" id="281" r:id="R5f8b7bbb88b84ef9"/>
    <p:sldId xmlns:r="http://schemas.openxmlformats.org/officeDocument/2006/relationships" id="282" r:id="R7ec390c6370f4b7e"/>
    <p:sldId xmlns:r="http://schemas.openxmlformats.org/officeDocument/2006/relationships" id="283" r:id="R052ed7e734874c6d"/>
    <p:sldId xmlns:r="http://schemas.openxmlformats.org/officeDocument/2006/relationships" id="284" r:id="R23a92732802a4be7"/>
    <p:sldId xmlns:r="http://schemas.openxmlformats.org/officeDocument/2006/relationships" id="285" r:id="R94113faace124080"/>
    <p:sldId xmlns:r="http://schemas.openxmlformats.org/officeDocument/2006/relationships" id="286" r:id="Rc70f8b3c744045e2"/>
    <p:sldId xmlns:r="http://schemas.openxmlformats.org/officeDocument/2006/relationships" id="287" r:id="R0ce17d320c024720"/>
    <p:sldId xmlns:r="http://schemas.openxmlformats.org/officeDocument/2006/relationships" id="288" r:id="Rb3967afaea5847b5"/>
    <p:sldId xmlns:r="http://schemas.openxmlformats.org/officeDocument/2006/relationships" id="289" r:id="R4c3e63e35d8b4745"/>
    <p:sldId xmlns:r="http://schemas.openxmlformats.org/officeDocument/2006/relationships" id="290" r:id="Ra58bfad832de432f"/>
    <p:sldId xmlns:r="http://schemas.openxmlformats.org/officeDocument/2006/relationships" id="291" r:id="R2e16f6e7eec64be2"/>
    <p:sldId xmlns:r="http://schemas.openxmlformats.org/officeDocument/2006/relationships" id="292" r:id="R482c0e49bafa44df"/>
    <p:sldId xmlns:r="http://schemas.openxmlformats.org/officeDocument/2006/relationships" id="293" r:id="R330d8d9dc2924b64"/>
    <p:sldId xmlns:r="http://schemas.openxmlformats.org/officeDocument/2006/relationships" id="294" r:id="R8803bbad46b04786"/>
    <p:sldId xmlns:r="http://schemas.openxmlformats.org/officeDocument/2006/relationships" id="295" r:id="Rcb333d0525b64474"/>
    <p:sldId xmlns:r="http://schemas.openxmlformats.org/officeDocument/2006/relationships" id="296" r:id="R701fcdcd85ff4db0"/>
    <p:sldId xmlns:r="http://schemas.openxmlformats.org/officeDocument/2006/relationships" id="297" r:id="R40c7ec4fdf0545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fae7aaa2b946f8" /><Relationship Type="http://schemas.openxmlformats.org/officeDocument/2006/relationships/slideMaster" Target="/ppt/slideMasters/slideMaster1.xml" Id="R6b53df1faeb646e3" /><Relationship Type="http://schemas.openxmlformats.org/officeDocument/2006/relationships/notesMaster" Target="/ppt/notesMasters/notesMaster1.xml" Id="R62bdf6067a8b46b0" /><Relationship Type="http://schemas.openxmlformats.org/officeDocument/2006/relationships/presProps" Target="/ppt/presProps.xml" Id="Re0909f2b27a942c9" /><Relationship Type="http://schemas.openxmlformats.org/officeDocument/2006/relationships/tableStyles" Target="/ppt/tableStyles.xml" Id="Rd286fbedc7e14894" /><Relationship Type="http://schemas.openxmlformats.org/officeDocument/2006/relationships/slide" Target="/ppt/slides/slide1.xml" Id="R4bede49319474bec" /><Relationship Type="http://schemas.openxmlformats.org/officeDocument/2006/relationships/slide" Target="/ppt/slides/slide2.xml" Id="R37df34bc715e4132" /><Relationship Type="http://schemas.openxmlformats.org/officeDocument/2006/relationships/slide" Target="/ppt/slides/slide3.xml" Id="R73eb2c8db70941a8" /><Relationship Type="http://schemas.openxmlformats.org/officeDocument/2006/relationships/slide" Target="/ppt/slides/slide4.xml" Id="Rf2818eb9b0614f97" /><Relationship Type="http://schemas.openxmlformats.org/officeDocument/2006/relationships/slide" Target="/ppt/slides/slide5.xml" Id="Re2c37a498a10417b" /><Relationship Type="http://schemas.openxmlformats.org/officeDocument/2006/relationships/slide" Target="/ppt/slides/slide6.xml" Id="R211f5dd3197d4cab" /><Relationship Type="http://schemas.openxmlformats.org/officeDocument/2006/relationships/slide" Target="/ppt/slides/slide7.xml" Id="Rcc9400acf3354bb0" /><Relationship Type="http://schemas.openxmlformats.org/officeDocument/2006/relationships/slide" Target="/ppt/slides/slide8.xml" Id="R55ef1f76a4624c0f" /><Relationship Type="http://schemas.openxmlformats.org/officeDocument/2006/relationships/slide" Target="/ppt/slides/slide9.xml" Id="R072a555a62ea4cc5" /><Relationship Type="http://schemas.openxmlformats.org/officeDocument/2006/relationships/slide" Target="/ppt/slides/slide10.xml" Id="R2e5330eee4d74687" /><Relationship Type="http://schemas.openxmlformats.org/officeDocument/2006/relationships/slide" Target="/ppt/slides/slide11.xml" Id="Rd04e45cd174a46f5" /><Relationship Type="http://schemas.openxmlformats.org/officeDocument/2006/relationships/slide" Target="/ppt/slides/slide12.xml" Id="Re151d029caa74647" /><Relationship Type="http://schemas.openxmlformats.org/officeDocument/2006/relationships/slide" Target="/ppt/slides/slide13.xml" Id="Rd962dc10b77e4e52" /><Relationship Type="http://schemas.openxmlformats.org/officeDocument/2006/relationships/slide" Target="/ppt/slides/slide14.xml" Id="R10e2ea19051b4cb3" /><Relationship Type="http://schemas.openxmlformats.org/officeDocument/2006/relationships/slide" Target="/ppt/slides/slide15.xml" Id="Rb27786b2d8c24a51" /><Relationship Type="http://schemas.openxmlformats.org/officeDocument/2006/relationships/slide" Target="/ppt/slides/slide16.xml" Id="Rf7e126351eba4d6b" /><Relationship Type="http://schemas.openxmlformats.org/officeDocument/2006/relationships/slide" Target="/ppt/slides/slide17.xml" Id="R84565f2f658144cf" /><Relationship Type="http://schemas.openxmlformats.org/officeDocument/2006/relationships/slide" Target="/ppt/slides/slide18.xml" Id="Rde8d8c4097ca421e" /><Relationship Type="http://schemas.openxmlformats.org/officeDocument/2006/relationships/slide" Target="/ppt/slides/slide19.xml" Id="R6a328f091bd44607" /><Relationship Type="http://schemas.openxmlformats.org/officeDocument/2006/relationships/slide" Target="/ppt/slides/slide20.xml" Id="R8611a371258c4d13" /><Relationship Type="http://schemas.openxmlformats.org/officeDocument/2006/relationships/slide" Target="/ppt/slides/slide21.xml" Id="Rb287635235bc42a1" /><Relationship Type="http://schemas.openxmlformats.org/officeDocument/2006/relationships/slide" Target="/ppt/slides/slide22.xml" Id="R863ab9b94bbe401d" /><Relationship Type="http://schemas.openxmlformats.org/officeDocument/2006/relationships/slide" Target="/ppt/slides/slide23.xml" Id="Rb81ac6ee399341db" /><Relationship Type="http://schemas.openxmlformats.org/officeDocument/2006/relationships/slide" Target="/ppt/slides/slide24.xml" Id="Rb31a22a816134199" /><Relationship Type="http://schemas.openxmlformats.org/officeDocument/2006/relationships/slide" Target="/ppt/slides/slide25.xml" Id="R589cba7f27f64fd4" /><Relationship Type="http://schemas.openxmlformats.org/officeDocument/2006/relationships/slide" Target="/ppt/slides/slide26.xml" Id="R5f8b7bbb88b84ef9" /><Relationship Type="http://schemas.openxmlformats.org/officeDocument/2006/relationships/slide" Target="/ppt/slides/slide27.xml" Id="R7ec390c6370f4b7e" /><Relationship Type="http://schemas.openxmlformats.org/officeDocument/2006/relationships/slide" Target="/ppt/slides/slide28.xml" Id="R052ed7e734874c6d" /><Relationship Type="http://schemas.openxmlformats.org/officeDocument/2006/relationships/slide" Target="/ppt/slides/slide29.xml" Id="R23a92732802a4be7" /><Relationship Type="http://schemas.openxmlformats.org/officeDocument/2006/relationships/slide" Target="/ppt/slides/slide30.xml" Id="R94113faace124080" /><Relationship Type="http://schemas.openxmlformats.org/officeDocument/2006/relationships/slide" Target="/ppt/slides/slide31.xml" Id="Rc70f8b3c744045e2" /><Relationship Type="http://schemas.openxmlformats.org/officeDocument/2006/relationships/slide" Target="/ppt/slides/slide32.xml" Id="R0ce17d320c024720" /><Relationship Type="http://schemas.openxmlformats.org/officeDocument/2006/relationships/slide" Target="/ppt/slides/slide33.xml" Id="Rb3967afaea5847b5" /><Relationship Type="http://schemas.openxmlformats.org/officeDocument/2006/relationships/slide" Target="/ppt/slides/slide34.xml" Id="R4c3e63e35d8b4745" /><Relationship Type="http://schemas.openxmlformats.org/officeDocument/2006/relationships/slide" Target="/ppt/slides/slide35.xml" Id="Ra58bfad832de432f" /><Relationship Type="http://schemas.openxmlformats.org/officeDocument/2006/relationships/slide" Target="/ppt/slides/slide36.xml" Id="R2e16f6e7eec64be2" /><Relationship Type="http://schemas.openxmlformats.org/officeDocument/2006/relationships/slide" Target="/ppt/slides/slide37.xml" Id="R482c0e49bafa44df" /><Relationship Type="http://schemas.openxmlformats.org/officeDocument/2006/relationships/slide" Target="/ppt/slides/slide38.xml" Id="R330d8d9dc2924b64" /><Relationship Type="http://schemas.openxmlformats.org/officeDocument/2006/relationships/slide" Target="/ppt/slides/slide39.xml" Id="R8803bbad46b04786" /><Relationship Type="http://schemas.openxmlformats.org/officeDocument/2006/relationships/slide" Target="/ppt/slides/slide40.xml" Id="Rcb333d0525b64474" /><Relationship Type="http://schemas.openxmlformats.org/officeDocument/2006/relationships/slide" Target="/ppt/slides/slide41.xml" Id="R701fcdcd85ff4db0" /><Relationship Type="http://schemas.openxmlformats.org/officeDocument/2006/relationships/slide" Target="/ppt/slides/slide42.xml" Id="R40c7ec4fdf0545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67f1f777324b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f35767efc04768" /><Relationship Type="http://schemas.openxmlformats.org/officeDocument/2006/relationships/notesMaster" Target="/ppt/notesMasters/notesMaster1.xml" Id="Rc3a6540a77b14a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213c562bec454e" /><Relationship Type="http://schemas.openxmlformats.org/officeDocument/2006/relationships/notesMaster" Target="/ppt/notesMasters/notesMaster1.xml" Id="Rc64453f89f7f43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79027768d445d8" /><Relationship Type="http://schemas.openxmlformats.org/officeDocument/2006/relationships/notesMaster" Target="/ppt/notesMasters/notesMaster1.xml" Id="R8a1365a20fd74e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4e3cca76734cb2" /><Relationship Type="http://schemas.openxmlformats.org/officeDocument/2006/relationships/notesMaster" Target="/ppt/notesMasters/notesMaster1.xml" Id="R342f4e6d56ec49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c17fdc155f4d06" /><Relationship Type="http://schemas.openxmlformats.org/officeDocument/2006/relationships/notesMaster" Target="/ppt/notesMasters/notesMaster1.xml" Id="Raa0ba485421840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d4f2b6ba7b460f" /><Relationship Type="http://schemas.openxmlformats.org/officeDocument/2006/relationships/notesMaster" Target="/ppt/notesMasters/notesMaster1.xml" Id="R0a65981848f844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1bea8246b649c1" /><Relationship Type="http://schemas.openxmlformats.org/officeDocument/2006/relationships/notesMaster" Target="/ppt/notesMasters/notesMaster1.xml" Id="R7a6e5448c5fd42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2c9d9857e4f36" /><Relationship Type="http://schemas.openxmlformats.org/officeDocument/2006/relationships/notesMaster" Target="/ppt/notesMasters/notesMaster1.xml" Id="R383997ce980643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098fbaf16d4821" /><Relationship Type="http://schemas.openxmlformats.org/officeDocument/2006/relationships/notesMaster" Target="/ppt/notesMasters/notesMaster1.xml" Id="R55f2781f9c6540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9507aa3f5d44d5" /><Relationship Type="http://schemas.openxmlformats.org/officeDocument/2006/relationships/notesMaster" Target="/ppt/notesMasters/notesMaster1.xml" Id="R6ea9b5b411a445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17080c76034efb" /><Relationship Type="http://schemas.openxmlformats.org/officeDocument/2006/relationships/notesMaster" Target="/ppt/notesMasters/notesMaster1.xml" Id="R0f9be2747c2b46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7a946c01ad4d78" /><Relationship Type="http://schemas.openxmlformats.org/officeDocument/2006/relationships/notesMaster" Target="/ppt/notesMasters/notesMaster1.xml" Id="Rbd801058c8964c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aaeedcdc5742c0" /><Relationship Type="http://schemas.openxmlformats.org/officeDocument/2006/relationships/notesMaster" Target="/ppt/notesMasters/notesMaster1.xml" Id="R1106fadb88a24d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e9f7306e9241d2" /><Relationship Type="http://schemas.openxmlformats.org/officeDocument/2006/relationships/notesMaster" Target="/ppt/notesMasters/notesMaster1.xml" Id="R67ae3736747247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546523d11e4ade" /><Relationship Type="http://schemas.openxmlformats.org/officeDocument/2006/relationships/notesMaster" Target="/ppt/notesMasters/notesMaster1.xml" Id="R77c15b3c6eb64e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dcab9db39c4f87" /><Relationship Type="http://schemas.openxmlformats.org/officeDocument/2006/relationships/notesMaster" Target="/ppt/notesMasters/notesMaster1.xml" Id="R910ba037f59040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ac20d5caa54566" /><Relationship Type="http://schemas.openxmlformats.org/officeDocument/2006/relationships/notesMaster" Target="/ppt/notesMasters/notesMaster1.xml" Id="R83921066ddc344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eeb45c8bc9495c" /><Relationship Type="http://schemas.openxmlformats.org/officeDocument/2006/relationships/notesMaster" Target="/ppt/notesMasters/notesMaster1.xml" Id="R1b8845bb0b3d41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53c04744024060" /><Relationship Type="http://schemas.openxmlformats.org/officeDocument/2006/relationships/notesMaster" Target="/ppt/notesMasters/notesMaster1.xml" Id="R4730f00513314c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c06ddcb7a9421a" /><Relationship Type="http://schemas.openxmlformats.org/officeDocument/2006/relationships/notesMaster" Target="/ppt/notesMasters/notesMaster1.xml" Id="Ra9a306bbfef54b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315dd3e7f640c0" /><Relationship Type="http://schemas.openxmlformats.org/officeDocument/2006/relationships/notesMaster" Target="/ppt/notesMasters/notesMaster1.xml" Id="R94378174363b4e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00e5223d584a3c" /><Relationship Type="http://schemas.openxmlformats.org/officeDocument/2006/relationships/notesMaster" Target="/ppt/notesMasters/notesMaster1.xml" Id="R921b6875276d449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c79009bd8b14db7" /><Relationship Type="http://schemas.openxmlformats.org/officeDocument/2006/relationships/notesMaster" Target="/ppt/notesMasters/notesMaster1.xml" Id="R92060d85297b43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84f1b343ee4595" /><Relationship Type="http://schemas.openxmlformats.org/officeDocument/2006/relationships/notesMaster" Target="/ppt/notesMasters/notesMaster1.xml" Id="R8e26a69c15c141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ff9b6f2ae7545d5" /><Relationship Type="http://schemas.openxmlformats.org/officeDocument/2006/relationships/notesMaster" Target="/ppt/notesMasters/notesMaster1.xml" Id="Rba0d6ebb0c1842b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f325a14f5f445a2" /><Relationship Type="http://schemas.openxmlformats.org/officeDocument/2006/relationships/notesMaster" Target="/ppt/notesMasters/notesMaster1.xml" Id="R934c28201d124b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9d4e96e238e4507" /><Relationship Type="http://schemas.openxmlformats.org/officeDocument/2006/relationships/notesMaster" Target="/ppt/notesMasters/notesMaster1.xml" Id="Rf17a3b531226456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82cebf498aa480a" /><Relationship Type="http://schemas.openxmlformats.org/officeDocument/2006/relationships/notesMaster" Target="/ppt/notesMasters/notesMaster1.xml" Id="R7f7d147dc4db42b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dcff467fa034164" /><Relationship Type="http://schemas.openxmlformats.org/officeDocument/2006/relationships/notesMaster" Target="/ppt/notesMasters/notesMaster1.xml" Id="R450a6d10a1cd4b7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9986b5c25d64be9" /><Relationship Type="http://schemas.openxmlformats.org/officeDocument/2006/relationships/notesMaster" Target="/ppt/notesMasters/notesMaster1.xml" Id="R80e48f20d6f541b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b4f509264514aac" /><Relationship Type="http://schemas.openxmlformats.org/officeDocument/2006/relationships/notesMaster" Target="/ppt/notesMasters/notesMaster1.xml" Id="R98872934990a41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de114bf9e06490d" /><Relationship Type="http://schemas.openxmlformats.org/officeDocument/2006/relationships/notesMaster" Target="/ppt/notesMasters/notesMaster1.xml" Id="R56725d5a89f74fa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1205b51440e4a90" /><Relationship Type="http://schemas.openxmlformats.org/officeDocument/2006/relationships/notesMaster" Target="/ppt/notesMasters/notesMaster1.xml" Id="Rca892f9902144ca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dbf87c2f8ec4807" /><Relationship Type="http://schemas.openxmlformats.org/officeDocument/2006/relationships/notesMaster" Target="/ppt/notesMasters/notesMaster1.xml" Id="Rf0a19bb5d10e41e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757bd54b3e24bee" /><Relationship Type="http://schemas.openxmlformats.org/officeDocument/2006/relationships/notesMaster" Target="/ppt/notesMasters/notesMaster1.xml" Id="Ra380b1c85324407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efa5a63b9c64536" /><Relationship Type="http://schemas.openxmlformats.org/officeDocument/2006/relationships/notesMaster" Target="/ppt/notesMasters/notesMaster1.xml" Id="R4c488fcd1e4f4e8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d7ad1c31a6c4ac5" /><Relationship Type="http://schemas.openxmlformats.org/officeDocument/2006/relationships/notesMaster" Target="/ppt/notesMasters/notesMaster1.xml" Id="R40b3aa113fa54cf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eb35e982cc94bc1" /><Relationship Type="http://schemas.openxmlformats.org/officeDocument/2006/relationships/notesMaster" Target="/ppt/notesMasters/notesMaster1.xml" Id="Re3d2bb0556804f5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1b2d0c07c20448f" /><Relationship Type="http://schemas.openxmlformats.org/officeDocument/2006/relationships/notesMaster" Target="/ppt/notesMasters/notesMaster1.xml" Id="Racf2479338a640d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e56194b1c8f4f3b" /><Relationship Type="http://schemas.openxmlformats.org/officeDocument/2006/relationships/notesMaster" Target="/ppt/notesMasters/notesMaster1.xml" Id="R51bcc2f5206b4b3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2c4551f26364faf" /><Relationship Type="http://schemas.openxmlformats.org/officeDocument/2006/relationships/notesMaster" Target="/ppt/notesMasters/notesMaster1.xml" Id="R7b16e00a0ced452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f3d07d1df374c2f" /><Relationship Type="http://schemas.openxmlformats.org/officeDocument/2006/relationships/notesMaster" Target="/ppt/notesMasters/notesMaster1.xml" Id="R3704b524eb90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QSymb automatically synthesizes quantum-circuit rewrite rules.</a:t>
            </a:r>
          </a:p>
          <a:p xmlns:a="http://schemas.openxmlformats.org/drawingml/2006/main">
            <a:r>
              <a:t>- Goal: a compact rule basis with long-distance reach.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Why do existing rewrite rules struggle?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Paper title and abstract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Problem: preserve the circuit’s computation while reducing gate cost.</a:t>
            </a:r>
          </a:p>
          <a:p xmlns:a="http://schemas.openxmlformats.org/drawingml/2006/main">
            <a:r>
              <a:t>- Example: cancel CX/CX and X/X, leaving two gates.</a:t>
            </a:r>
          </a:p>
          <a:p xmlns:a="http://schemas.openxmlformats.org/drawingml/2006/main">
            <a:r>
              <a:t>- Fewer noisy operations can improve reliability; short coherence times limit depth.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What makes rewrite-based optimization difficult? Start with rule explosion.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§1 Introduction; §2 quantum-circuit semantics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Prior rule sets contain 4,615–11,777 concrete rules.</a:t>
            </a:r>
          </a:p>
          <a:p xmlns:a="http://schemas.openxmlformats.org/drawingml/2006/main">
            <a:r>
              <a:t>- Counts depend on the gate set; Quartz/Queso attribution follows Table 1.</a:t>
            </a:r>
          </a:p>
          <a:p xmlns:a="http://schemas.openxmlformats.org/drawingml/2006/main">
            <a:r>
              <a:t>- Many rules are derivable. Seek a compact basis with the same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Even thousands of small rules can struggle with a long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§7.1, Table 1: prior concrete rule sets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Small patterns cannot directly span arbitrarily long contexts.</a:t>
            </a:r>
          </a:p>
          <a:p xmlns:a="http://schemas.openxmlformats.org/drawingml/2006/main">
            <a:r>
              <a:t>- The rewrite requires S CZ = CX S; S is not unrestricted.</a:t>
            </a:r>
          </a:p>
          <a:p xmlns:a="http://schemas.openxmlformats.org/drawingml/2006/main">
            <a:r>
              <a:t>- Local sequences may also work; the challenge is finding the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Now show the workflow that synthesizes and applies this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Point to the 12 gates separating CZ and CX.</a:t>
            </a:r>
          </a:p>
          <a:p xmlns:a="http://schemas.openxmlformats.org/drawingml/2006/main">
            <a:r>
              <a:t>NEXT: Under the displayed condition, move CZ through S as CX.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§§2–3, 5.5; illustrative CZ → CX instance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Small patterns cannot directly span arbitrarily long contexts.</a:t>
            </a:r>
          </a:p>
          <a:p xmlns:a="http://schemas.openxmlformats.org/drawingml/2006/main">
            <a:r>
              <a:t>- The rewrite requires S CZ = CX S; S is not unrestricted.</a:t>
            </a:r>
          </a:p>
          <a:p xmlns:a="http://schemas.openxmlformats.org/drawingml/2006/main">
            <a:r>
              <a:t>- Local sequences may also work; the challenge is finding the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Now show the workflow that synthesizes and applies this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Under the displayed condition, move CZ through S as CX.</a:t>
            </a:r>
          </a:p>
          <a:p xmlns:a="http://schemas.openxmlformats.org/drawingml/2006/main">
            <a:r>
              <a:t>NEXT: The CX pair cancels; one CZ and one CX are removed overall.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§§2–3, 5.5; illustrative CZ → CX instance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Small patterns cannot directly span arbitrarily long contexts.</a:t>
            </a:r>
          </a:p>
          <a:p xmlns:a="http://schemas.openxmlformats.org/drawingml/2006/main">
            <a:r>
              <a:t>- The rewrite requires S CZ = CX S; S is not unrestricted.</a:t>
            </a:r>
          </a:p>
          <a:p xmlns:a="http://schemas.openxmlformats.org/drawingml/2006/main">
            <a:r>
              <a:t>- Local sequences may also work; the challenge is finding the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Now show the workflow that synthesizes and applies this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The CX pair cancels; one CZ and one CX are removed overall.</a:t>
            </a:r>
          </a:p>
          <a:p xmlns:a="http://schemas.openxmlformats.org/drawingml/2006/main">
            <a:r>
              <a:t>NEXT: Now show the workflow that synthesizes and applies this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§§2–3, 5.5; illustrative CZ → CX instance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Concrete synthesis → symbolic synthesis → anchoring → optimization.</a:t>
            </a:r>
          </a:p>
          <a:p xmlns:a="http://schemas.openxmlformats.org/drawingml/2006/main">
            <a:r>
              <a:t>- Follow L = CZ, R = CX throughout.</a:t>
            </a:r>
          </a:p>
          <a:p xmlns:a="http://schemas.openxmlformats.org/drawingml/2006/main">
            <a:r>
              <a:t>- Illustrative example; the evaluation comes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Start with concrete equivalence classes and redundancy filtering.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Equivalent matrices share a class; CZ and CX stay separate.</a:t>
            </a:r>
          </a:p>
          <a:p xmlns:a="http://schemas.openxmlformats.org/drawingml/2006/main">
            <a:r>
              <a:t>- Keep useful rules; discard rules already derivable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Why can symbolic synthesis focus on canonical rules?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Enumerate small circuits.</a:t>
            </a:r>
          </a:p>
          <a:p xmlns:a="http://schemas.openxmlformats.org/drawingml/2006/main">
            <a:r>
              <a:t>NEXT: Group equal matrices: I, CZ, CX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Equivalent matrices share a class; CZ and CX stay separate.</a:t>
            </a:r>
          </a:p>
          <a:p xmlns:a="http://schemas.openxmlformats.org/drawingml/2006/main">
            <a:r>
              <a:t>- Keep useful rules; discard rules already derivable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Why can symbolic synthesis focus on canonical rules?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Group equal matrices: I, CZ, CX classes.</a:t>
            </a:r>
          </a:p>
          <a:p xmlns:a="http://schemas.openxmlformats.org/drawingml/2006/main">
            <a:r>
              <a:t>NEXT: Keep validated CX and X cancellation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Equivalent matrices share a class; CZ and CX stay separate.</a:t>
            </a:r>
          </a:p>
          <a:p xmlns:a="http://schemas.openxmlformats.org/drawingml/2006/main">
            <a:r>
              <a:t>- Keep useful rules; discard rules already derivable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Why can symbolic synthesis focus on canonical rules?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Keep validated CX and X cancellation rules.</a:t>
            </a:r>
          </a:p>
          <a:p xmlns:a="http://schemas.openxmlformats.org/drawingml/2006/main">
            <a:r>
              <a:t>NEXT: Consider CX → X → X rewriting to CX.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Equivalent matrices share a class; CZ and CX stay separate.</a:t>
            </a:r>
          </a:p>
          <a:p xmlns:a="http://schemas.openxmlformats.org/drawingml/2006/main">
            <a:r>
              <a:t>- Keep useful rules; discard rules already derivable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Why can symbolic synthesis focus on canonical rules?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Consider CX → X → X rewriting to CX.</a:t>
            </a:r>
          </a:p>
          <a:p xmlns:a="http://schemas.openxmlformats.org/drawingml/2006/main">
            <a:r>
              <a:t>NEXT: X cancellation already derives it: discard this redundant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Equivalent matrices share a class; CZ and CX stay separate.</a:t>
            </a:r>
          </a:p>
          <a:p xmlns:a="http://schemas.openxmlformats.org/drawingml/2006/main">
            <a:r>
              <a:t>- Keep useful rules; discard rules already derivable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Why can symbolic synthesis focus on canonical rules?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X cancellation already derives it: discard this redundant rule.</a:t>
            </a:r>
          </a:p>
          <a:p xmlns:a="http://schemas.openxmlformats.org/drawingml/2006/main">
            <a:r>
              <a:t>NEXT: Export the concrete basis and CZ/CX representatives.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Equivalent matrices share a class; CZ and CX stay separate.</a:t>
            </a:r>
          </a:p>
          <a:p xmlns:a="http://schemas.openxmlformats.org/drawingml/2006/main">
            <a:r>
              <a:t>- Keep useful rules; discard rules already derivable from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Why can symbolic synthesis focus on canonical rules?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Export the concrete basis and CZ/CX representatives.</a:t>
            </a:r>
          </a:p>
          <a:p xmlns:a="http://schemas.openxmlformats.org/drawingml/2006/main">
            <a:r>
              <a:t>NEXT: Why can symbolic synthesis focus on canonical rules?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Condition: implement each gate’s inverse within the same gate set.</a:t>
            </a:r>
          </a:p>
          <a:p xmlns:a="http://schemas.openxmlformats.org/drawingml/2006/main">
            <a:r>
              <a:t>- Theorem: every single-S rule has an equivalent canonical form.</a:t>
            </a:r>
          </a:p>
          <a:p xmlns:a="http://schemas.openxmlformats.org/drawingml/2006/main">
            <a:r>
              <a:t>- Circuit order: left → right. Matrix products: right → left.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For a chosen L and R, when does a unitary S exist?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Start with G₁ → S → G₂ = G₁′ → S → G₂′.</a:t>
            </a:r>
          </a:p>
          <a:p xmlns:a="http://schemas.openxmlformats.org/drawingml/2006/main">
            <a:r>
              <a:t>NEXT: Prepend (G₁′)⁻¹; append G₂⁻¹. Identify L and 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§5.3.1, Theorem 5.1 and Lemma 5.6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Condition: implement each gate’s inverse within the same gate set.</a:t>
            </a:r>
          </a:p>
          <a:p xmlns:a="http://schemas.openxmlformats.org/drawingml/2006/main">
            <a:r>
              <a:t>- Theorem: every single-S rule has an equivalent canonical form.</a:t>
            </a:r>
          </a:p>
          <a:p xmlns:a="http://schemas.openxmlformats.org/drawingml/2006/main">
            <a:r>
              <a:t>- Circuit order: left → right. Matrix products: right → left.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For a chosen L and R, when does a unitary S exist?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Prepend (G₁′)⁻¹; append G₂⁻¹. Identify L and R.</a:t>
            </a:r>
          </a:p>
          <a:p xmlns:a="http://schemas.openxmlformats.org/drawingml/2006/main">
            <a:r>
              <a:t>NEXT: Cancel inverse pairs: L → S = S → R, with the same constraints on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§5.3.1, Theorem 5.1 and Lemma 5.6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Condition: implement each gate’s inverse within the same gate set.</a:t>
            </a:r>
          </a:p>
          <a:p xmlns:a="http://schemas.openxmlformats.org/drawingml/2006/main">
            <a:r>
              <a:t>- Theorem: every single-S rule has an equivalent canonical form.</a:t>
            </a:r>
          </a:p>
          <a:p xmlns:a="http://schemas.openxmlformats.org/drawingml/2006/main">
            <a:r>
              <a:t>- Circuit order: left → right. Matrix products: right → left.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For a chosen L and R, when does a unitary S exist?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Cancel inverse pairs: L → S = S → R, with the same constraints on S.</a:t>
            </a:r>
          </a:p>
          <a:p xmlns:a="http://schemas.openxmlformats.org/drawingml/2006/main">
            <a:r>
              <a:t>NEXT: For a chosen L and R, when does a unitary S exist?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§5.3.1, Theorem 5.1 and Lemma 5.6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Enumerate all candidate pairs (L, R) within the synthesis bounds.</a:t>
            </a:r>
          </a:p>
          <a:p xmlns:a="http://schemas.openxmlformats.org/drawingml/2006/main">
            <a:r>
              <a:t>- For each pair: decide whether a unitary S exists.</a:t>
            </a:r>
          </a:p>
          <a:p xmlns:a="http://schemas.openxmlformats.org/drawingml/2006/main">
            <a:r>
              <a:t>- If yes: solve S L = R S for the matrix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Turn the theorem into a procedure: trace → eigenvalues →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First enumerate all candidate pairs within the bounds.</a:t>
            </a:r>
          </a:p>
          <a:p xmlns:a="http://schemas.openxmlformats.org/drawingml/2006/main">
            <a:r>
              <a:t>NEXT: For each pair: does S exist? If yes, we must find its solution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§5.3, Theorem 5.1, Lemmas 5.3–5.4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Enumerate all candidate pairs (L, R) within the synthesis bounds.</a:t>
            </a:r>
          </a:p>
          <a:p xmlns:a="http://schemas.openxmlformats.org/drawingml/2006/main">
            <a:r>
              <a:t>- For each pair: decide whether a unitary S exists.</a:t>
            </a:r>
          </a:p>
          <a:p xmlns:a="http://schemas.openxmlformats.org/drawingml/2006/main">
            <a:r>
              <a:t>- If yes: solve S L = R S for the matrix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Turn the theorem into a procedure: trace → eigenvalues →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For each pair: does S exist? If yes, we must find its solution space.</a:t>
            </a:r>
          </a:p>
          <a:p xmlns:a="http://schemas.openxmlformats.org/drawingml/2006/main">
            <a:r>
              <a:t>NEXT: Trace lemma: a solution implies equal traces. Different traces reject the 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§5.3, Theorem 5.1, Lemmas 5.3–5.4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Enumerate all candidate pairs (L, R) within the synthesis bounds.</a:t>
            </a:r>
          </a:p>
          <a:p xmlns:a="http://schemas.openxmlformats.org/drawingml/2006/main">
            <a:r>
              <a:t>- For each pair: decide whether a unitary S exists.</a:t>
            </a:r>
          </a:p>
          <a:p xmlns:a="http://schemas.openxmlformats.org/drawingml/2006/main">
            <a:r>
              <a:t>- If yes: solve S L = R S for the matrix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Turn the theorem into a procedure: trace → eigenvalues →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Trace lemma: a solution implies equal traces. Different traces reject the pair.</a:t>
            </a:r>
          </a:p>
          <a:p xmlns:a="http://schemas.openxmlformats.org/drawingml/2006/main">
            <a:r>
              <a:t>NEXT: Eigenvalue lemma: matching spectra and multiplicities are necessary and 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§5.3, Theorem 5.1, Lemmas 5.3–5.4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Enumerate all candidate pairs (L, R) within the synthesis bounds.</a:t>
            </a:r>
          </a:p>
          <a:p xmlns:a="http://schemas.openxmlformats.org/drawingml/2006/main">
            <a:r>
              <a:t>- For each pair: decide whether a unitary S exists.</a:t>
            </a:r>
          </a:p>
          <a:p xmlns:a="http://schemas.openxmlformats.org/drawingml/2006/main">
            <a:r>
              <a:t>- If yes: solve S L = R S for the matrix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Turn the theorem into a procedure: trace → eigenvalues →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Eigenvalue lemma: matching spectra and multiplicities are necessary and sufficient.</a:t>
            </a:r>
          </a:p>
          <a:p xmlns:a="http://schemas.openxmlformats.org/drawingml/2006/main">
            <a:r>
              <a:t>NEXT: CZ and CX both have trace 2 and spectrum {1, 1, 1, −1}.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§5.3, Theorem 5.1, Lemmas 5.3–5.4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Enumerate all candidate pairs (L, R) within the synthesis bounds.</a:t>
            </a:r>
          </a:p>
          <a:p xmlns:a="http://schemas.openxmlformats.org/drawingml/2006/main">
            <a:r>
              <a:t>- For each pair: decide whether a unitary S exists.</a:t>
            </a:r>
          </a:p>
          <a:p xmlns:a="http://schemas.openxmlformats.org/drawingml/2006/main">
            <a:r>
              <a:t>- If yes: solve S L = R S for the matrix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Turn the theorem into a procedure: trace → eigenvalues →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CZ and CX both have trace 2 and spectrum {1, 1, 1, −1}.</a:t>
            </a:r>
          </a:p>
          <a:p xmlns:a="http://schemas.openxmlformats.org/drawingml/2006/main">
            <a:r>
              <a:t>NEXT: A unitary S exists. Next, derive its matrix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§5.3, Theorem 5.1, Lemmas 5.3–5.4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Enumerate all candidate pairs (L, R) within the synthesis bounds.</a:t>
            </a:r>
          </a:p>
          <a:p xmlns:a="http://schemas.openxmlformats.org/drawingml/2006/main">
            <a:r>
              <a:t>- For each pair: decide whether a unitary S exists.</a:t>
            </a:r>
          </a:p>
          <a:p xmlns:a="http://schemas.openxmlformats.org/drawingml/2006/main">
            <a:r>
              <a:t>- If yes: solve S L = R S for the matrix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Turn the theorem into a procedure: trace → eigenvalues →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A unitary S exists. Next, derive its matrix space.</a:t>
            </a:r>
          </a:p>
          <a:p xmlns:a="http://schemas.openxmlformats.org/drawingml/2006/main">
            <a:r>
              <a:t>NEXT: Turn the theorem into a procedure: trace → eigenvalues →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§5.3, Theorem 5.1, Lemmas 5.3–5.4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Trace filters candidates; matching eigenvalues establish unitary existence.</a:t>
            </a:r>
          </a:p>
          <a:p xmlns:a="http://schemas.openxmlformats.org/drawingml/2006/main">
            <a:r>
              <a:t>- Solve S CZ = CX S: ten free complex variables.</a:t>
            </a:r>
          </a:p>
          <a:p xmlns:a="http://schemas.openxmlformats.org/drawingml/2006/main">
            <a:r>
              <a:t>- The linear space includes nonunitary matrices; circuit matches are unitary.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Match a real 12-gate circuit against this matrix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Group by trace: I = 4; CZ/CX = 2; target X = 0.</a:t>
            </a:r>
          </a:p>
          <a:p xmlns:a="http://schemas.openxmlformats.org/drawingml/2006/main">
            <a:r>
              <a:t>NEXT: Validate equal eigenvalues and multiplicities inside the trace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§§5.3.3–5.3.4, Lemmas 5.3–5.4; illustrative CZ → CX derivation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Trace filters candidates; matching eigenvalues establish unitary existence.</a:t>
            </a:r>
          </a:p>
          <a:p xmlns:a="http://schemas.openxmlformats.org/drawingml/2006/main">
            <a:r>
              <a:t>- Solve S CZ = CX S: ten free complex variables.</a:t>
            </a:r>
          </a:p>
          <a:p xmlns:a="http://schemas.openxmlformats.org/drawingml/2006/main">
            <a:r>
              <a:t>- The linear space includes nonunitary matrices; circuit matches are unitary.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Match a real 12-gate circuit against this matrix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Validate equal eigenvalues and multiplicities inside the trace group.</a:t>
            </a:r>
          </a:p>
          <a:p xmlns:a="http://schemas.openxmlformats.org/drawingml/2006/main">
            <a:r>
              <a:t>NEXT: Introduce sixteen unknown entries in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§§5.3.3–5.3.4, Lemmas 5.3–5.4; illustrative CZ → CX derivation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Trace filters candidates; matching eigenvalues establish unitary existence.</a:t>
            </a:r>
          </a:p>
          <a:p xmlns:a="http://schemas.openxmlformats.org/drawingml/2006/main">
            <a:r>
              <a:t>- Solve S CZ = CX S: ten free complex variables.</a:t>
            </a:r>
          </a:p>
          <a:p xmlns:a="http://schemas.openxmlformats.org/drawingml/2006/main">
            <a:r>
              <a:t>- The linear space includes nonunitary matrices; circuit matches are unitary.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Match a real 12-gate circuit against this matrix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Introduce sixteen unknown entries in S.</a:t>
            </a:r>
          </a:p>
          <a:p xmlns:a="http://schemas.openxmlformats.org/drawingml/2006/main">
            <a:r>
              <a:t>NEXT: S CZ negates column 4; CX S swaps rows 3 and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§§5.3.3–5.3.4, Lemmas 5.3–5.4; illustrative CZ → CX derivation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Trace filters candidates; matching eigenvalues establish unitary existence.</a:t>
            </a:r>
          </a:p>
          <a:p xmlns:a="http://schemas.openxmlformats.org/drawingml/2006/main">
            <a:r>
              <a:t>- Solve S CZ = CX S: ten free complex variables.</a:t>
            </a:r>
          </a:p>
          <a:p xmlns:a="http://schemas.openxmlformats.org/drawingml/2006/main">
            <a:r>
              <a:t>- The linear space includes nonunitary matrices; circuit matches are unitary.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Match a real 12-gate circuit against this matrix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S CZ negates column 4; CX S swaps rows 3 and 4.</a:t>
            </a:r>
          </a:p>
          <a:p xmlns:a="http://schemas.openxmlformats.org/drawingml/2006/main">
            <a:r>
              <a:t>NEXT: Equate entries: two zeros, repeated entries, one sign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§§5.3.3–5.3.4, Lemmas 5.3–5.4; illustrative CZ → CX derivation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Trace filters candidates; matching eigenvalues establish unitary existence.</a:t>
            </a:r>
          </a:p>
          <a:p xmlns:a="http://schemas.openxmlformats.org/drawingml/2006/main">
            <a:r>
              <a:t>- Solve S CZ = CX S: ten free complex variables.</a:t>
            </a:r>
          </a:p>
          <a:p xmlns:a="http://schemas.openxmlformats.org/drawingml/2006/main">
            <a:r>
              <a:t>- The linear space includes nonunitary matrices; circuit matches are unitary.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Match a real 12-gate circuit against this matrix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Equate entries: two zeros, repeated entries, one sign change.</a:t>
            </a:r>
          </a:p>
          <a:p xmlns:a="http://schemas.openxmlformats.org/drawingml/2006/main">
            <a:r>
              <a:t>NEXT: Collect ten free variables into the symbolic matrix.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§§5.3.3–5.3.4, Lemmas 5.3–5.4; illustrative CZ → CX derivation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Trace filters candidates; matching eigenvalues establish unitary existence.</a:t>
            </a:r>
          </a:p>
          <a:p xmlns:a="http://schemas.openxmlformats.org/drawingml/2006/main">
            <a:r>
              <a:t>- Solve S CZ = CX S: ten free complex variables.</a:t>
            </a:r>
          </a:p>
          <a:p xmlns:a="http://schemas.openxmlformats.org/drawingml/2006/main">
            <a:r>
              <a:t>- The linear space includes nonunitary matrices; circuit matches are unitary.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Match a real 12-gate circuit against this matrix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Collect ten free variables into the symbolic matrix.</a:t>
            </a:r>
          </a:p>
          <a:p xmlns:a="http://schemas.openxmlformats.org/drawingml/2006/main">
            <a:r>
              <a:t>NEXT: Target H is a unitary witness; use a longer member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§§5.3.3–5.3.4, Lemmas 5.3–5.4; illustrative CZ → CX derivation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Trace filters candidates; matching eigenvalues establish unitary existence.</a:t>
            </a:r>
          </a:p>
          <a:p xmlns:a="http://schemas.openxmlformats.org/drawingml/2006/main">
            <a:r>
              <a:t>- Solve S CZ = CX S: ten free complex variables.</a:t>
            </a:r>
          </a:p>
          <a:p xmlns:a="http://schemas.openxmlformats.org/drawingml/2006/main">
            <a:r>
              <a:t>- The linear space includes nonunitary matrices; circuit matches are unitary.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Match a real 12-gate circuit against this matrix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Target H is a unitary witness; use a longer member next.</a:t>
            </a:r>
          </a:p>
          <a:p xmlns:a="http://schemas.openxmlformats.org/drawingml/2006/main">
            <a:r>
              <a:t>NEXT: Match a real 12-gate circuit against this matrix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§§5.3.3–5.3.4, Lemmas 5.3–5.4; illustrative CZ → CX derivation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 has 12 gates: target H first, six Rz, five SX.</a:t>
            </a:r>
          </a:p>
          <a:p xmlns:a="http://schemas.openxmlformats.org/drawingml/2006/main">
            <a:r>
              <a:t>- Match first → convert CZ to CX → cancel the CX pair.</a:t>
            </a:r>
          </a:p>
          <a:p xmlns:a="http://schemas.openxmlformats.org/drawingml/2006/main">
            <a:r>
              <a:t>- Net saving: one CZ + one CX. All of 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Explain how anchoring makes this cancellation easy to expose.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Point to S: H executes before the target SX gates.</a:t>
            </a:r>
          </a:p>
          <a:p xmlns:a="http://schemas.openxmlformats.org/drawingml/2006/main">
            <a:r>
              <a:t>NEXT: Combine Rz angles; SX⁵ = SX. Compute 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§5.5 matching method; longer CZ → CX instance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 has 12 gates: target H first, six Rz, five SX.</a:t>
            </a:r>
          </a:p>
          <a:p xmlns:a="http://schemas.openxmlformats.org/drawingml/2006/main">
            <a:r>
              <a:t>- Match first → convert CZ to CX → cancel the CX pair.</a:t>
            </a:r>
          </a:p>
          <a:p xmlns:a="http://schemas.openxmlformats.org/drawingml/2006/main">
            <a:r>
              <a:t>- Net saving: one CZ + one CX. All of 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Explain how anchoring makes this cancellation easy to expose.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Combine Rz angles; SX⁵ = SX. Compute M.</a:t>
            </a:r>
          </a:p>
          <a:p xmlns:a="http://schemas.openxmlformats.org/drawingml/2006/main">
            <a:r>
              <a:t>NEXT: Compare M with the synthesized symbolic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§5.5 matching method; longer CZ → CX instance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 has 12 gates: target H first, six Rz, five SX.</a:t>
            </a:r>
          </a:p>
          <a:p xmlns:a="http://schemas.openxmlformats.org/drawingml/2006/main">
            <a:r>
              <a:t>- Match first → convert CZ to CX → cancel the CX pair.</a:t>
            </a:r>
          </a:p>
          <a:p xmlns:a="http://schemas.openxmlformats.org/drawingml/2006/main">
            <a:r>
              <a:t>- Net saving: one CZ + one CX. All of 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Explain how anchoring makes this cancellation easy to expose.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Compare M with the synthesized symbolic pattern.</a:t>
            </a:r>
          </a:p>
          <a:p xmlns:a="http://schemas.openxmlformats.org/drawingml/2006/main">
            <a:r>
              <a:t>NEXT: Assign coefficients: a=d=p, b=ip, e=−ip, j=r, k=ir; others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§5.5 matching method; longer CZ → CX instance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 has 12 gates: target H first, six Rz, five SX.</a:t>
            </a:r>
          </a:p>
          <a:p xmlns:a="http://schemas.openxmlformats.org/drawingml/2006/main">
            <a:r>
              <a:t>- Match first → convert CZ to CX → cancel the CX pair.</a:t>
            </a:r>
          </a:p>
          <a:p xmlns:a="http://schemas.openxmlformats.org/drawingml/2006/main">
            <a:r>
              <a:t>- Net saving: one CZ + one CX. All of 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Explain how anchoring makes this cancellation easy to expose.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Assign coefficients: a=d=p, b=ip, e=−ip, j=r, k=ir; others zero.</a:t>
            </a:r>
          </a:p>
          <a:p xmlns:a="http://schemas.openxmlformats.org/drawingml/2006/main">
            <a:r>
              <a:t>NEXT: Match accepted: CZ → S becomes S → CX.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§5.5 matching method; longer CZ → CX instance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 has 12 gates: target H first, six Rz, five SX.</a:t>
            </a:r>
          </a:p>
          <a:p xmlns:a="http://schemas.openxmlformats.org/drawingml/2006/main">
            <a:r>
              <a:t>- Match first → convert CZ to CX → cancel the CX pair.</a:t>
            </a:r>
          </a:p>
          <a:p xmlns:a="http://schemas.openxmlformats.org/drawingml/2006/main">
            <a:r>
              <a:t>- Net saving: one CZ + one CX. All of 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Explain how anchoring makes this cancellation easy to expose.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Match accepted: CZ → S becomes S → CX.</a:t>
            </a:r>
          </a:p>
          <a:p xmlns:a="http://schemas.openxmlformats.org/drawingml/2006/main">
            <a:r>
              <a:t>NEXT: Cancel CX → CX. Save one CZ and one CX overall.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§5.5 matching method; longer CZ → CX instance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 has 12 gates: target H first, six Rz, five SX.</a:t>
            </a:r>
          </a:p>
          <a:p xmlns:a="http://schemas.openxmlformats.org/drawingml/2006/main">
            <a:r>
              <a:t>- Match first → convert CZ to CX → cancel the CX pair.</a:t>
            </a:r>
          </a:p>
          <a:p xmlns:a="http://schemas.openxmlformats.org/drawingml/2006/main">
            <a:r>
              <a:t>- Net saving: one CZ + one CX. All of 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Explain how anchoring makes this cancellation easy to expose.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Cancel CX → CX. Save one CZ and one CX overall.</a:t>
            </a:r>
          </a:p>
          <a:p xmlns:a="http://schemas.openxmlformats.org/drawingml/2006/main">
            <a:r>
              <a:t>NEXT: Explain how anchoring makes this cancellation easy to expose.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§5.5 matching method; longer CZ → CX instance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Anchor the canonical rule by appending CX to both sides.</a:t>
            </a:r>
          </a:p>
          <a:p xmlns:a="http://schemas.openxmlformats.org/drawingml/2006/main">
            <a:r>
              <a:t>- Expose CX → CX so the concrete rule can cancel it.</a:t>
            </a:r>
          </a:p>
          <a:p xmlns:a="http://schemas.openxmlformats.org/drawingml/2006/main">
            <a:r>
              <a:t>- Original endpoints differ; the equal pair appears after rewriting.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How well does the full system work? Move to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Recall CZ → S = S → CX under S CZ = CX S.</a:t>
            </a:r>
          </a:p>
          <a:p xmlns:a="http://schemas.openxmlformats.org/drawingml/2006/main">
            <a:r>
              <a:t>NEXT: Append CX to both sides.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Anchor the canonical rule by appending CX to both sides.</a:t>
            </a:r>
          </a:p>
          <a:p xmlns:a="http://schemas.openxmlformats.org/drawingml/2006/main">
            <a:r>
              <a:t>- Expose CX → CX so the concrete rule can cancel it.</a:t>
            </a:r>
          </a:p>
          <a:p xmlns:a="http://schemas.openxmlformats.org/drawingml/2006/main">
            <a:r>
              <a:t>- Original endpoints differ; the equal pair appears after rewriting.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How well does the full system work? Move to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Append CX to both sides.</a:t>
            </a:r>
          </a:p>
          <a:p xmlns:a="http://schemas.openxmlformats.org/drawingml/2006/main">
            <a:r>
              <a:t>NEXT: Apply the concrete CX cancellation rule on the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Anchor the canonical rule by appending CX to both sides.</a:t>
            </a:r>
          </a:p>
          <a:p xmlns:a="http://schemas.openxmlformats.org/drawingml/2006/main">
            <a:r>
              <a:t>- Expose CX → CX so the concrete rule can cancel it.</a:t>
            </a:r>
          </a:p>
          <a:p xmlns:a="http://schemas.openxmlformats.org/drawingml/2006/main">
            <a:r>
              <a:t>- Original endpoints differ; the equal pair appears after rewriting.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How well does the full system work? Move to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Apply the concrete CX cancellation rule on the right.</a:t>
            </a:r>
          </a:p>
          <a:p xmlns:a="http://schemas.openxmlformats.org/drawingml/2006/main">
            <a:r>
              <a:t>NEXT: Obtain CZ → S → CX =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Anchor the canonical rule by appending CX to both sides.</a:t>
            </a:r>
          </a:p>
          <a:p xmlns:a="http://schemas.openxmlformats.org/drawingml/2006/main">
            <a:r>
              <a:t>- Expose CX → CX so the concrete rule can cancel it.</a:t>
            </a:r>
          </a:p>
          <a:p xmlns:a="http://schemas.openxmlformats.org/drawingml/2006/main">
            <a:r>
              <a:t>- Original endpoints differ; the equal pair appears after rewriting.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How well does the full system work? Move to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NOW: Obtain CZ → S → CX = S.</a:t>
            </a:r>
          </a:p>
          <a:p xmlns:a="http://schemas.openxmlformats.org/drawingml/2006/main">
            <a:r>
              <a:t>NEXT: How well does the full system work? Move to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QSymb synthesis / anchoring methods; CZ → CX illustration derived for this talk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- 135 circuits; 4–36 qubits; IBM-Eagle and Nam.</a:t>
            </a:r>
          </a:p>
          <a:p xmlns:a="http://schemas.openxmlformats.org/drawingml/2006/main">
            <a:r>
              <a:t>- 60-minute search budget; average three trials.</a:t>
            </a:r>
          </a:p>
          <a:p xmlns:a="http://schemas.openxmlformats.org/drawingml/2006/main">
            <a:r>
              <a:t>- Metric: two-qubit gates. Guoq-Rewrite only; fixed-pass tools finish sooner.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Show the strongest final gate-reduction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§6, Algorithm 3, §7.2, Table 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Final reductions: 27.44% IBM-Eagle; 29.95% Nam.</a:t>
            </a:r>
          </a:p>
          <a:p xmlns:a="http://schemas.openxmlformats.org/drawingml/2006/main">
            <a:r>
              <a:t>- Relative to original gate counts—not improvement over a baseline.</a:t>
            </a:r>
          </a:p>
          <a:p xmlns:a="http://schemas.openxmlformats.org/drawingml/2006/main">
            <a:r>
              <a:t>- Win rates count benchmark cases. Guoq starts faster; QSymb finishes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Which components cause the improvement? Show the ablations.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§7.2, Figs. 11–12 and runtime comparison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- 26–191× smaller concrete rule sets; same prior-rule coverage.</a:t>
            </a:r>
          </a:p>
          <a:p xmlns:a="http://schemas.openxmlformats.org/drawingml/2006/main">
            <a:r>
              <a:t>- Grouping speeds symbolic synthesis by 11.6×.</a:t>
            </a:r>
          </a:p>
          <a:p xmlns:a="http://schemas.openxmlformats.org/drawingml/2006/main">
            <a:r>
              <a:t>- Strict wins: 78% vs concrete only; 31% vs canonical symbolic.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Close with the role of symbolic rules and anchoring;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Tables 1–3, §7.3, Figs. 13–14</a:t>
            </a:r>
          </a:p>
          <a:p xmlns:a="http://schemas.openxmlformats.org/drawingml/2006/main">
            <a:r>
              <a:t>https://arxiv.org/pdf/2609.01762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fa0df827846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602453a80f420b" /><Relationship Type="http://schemas.openxmlformats.org/officeDocument/2006/relationships/slideLayout" Target="/ppt/slideLayouts/slideLayout1.xml" Id="R021101a7c6b840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1101a7c6b840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c3aea85fda3424c"/><Relationship Type="http://schemas.openxmlformats.org/officeDocument/2006/relationships/image" Target="/ppt/media/image.png" Id="R7e384d576f43411c"/><Relationship Type="http://schemas.openxmlformats.org/officeDocument/2006/relationships/image" Target="/ppt/media/image2.png" Id="R594db2dcd9ec4fa9"/><Relationship Type="http://schemas.openxmlformats.org/officeDocument/2006/relationships/notesSlide" Target="/ppt/notesSlides/notesSlide1.xml" Id="Rbed3283174e046ca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2c294b09f4f77" /><Relationship Type="http://schemas.openxmlformats.org/officeDocument/2006/relationships/notesSlide" Target="/ppt/notesSlides/notesSlide2.xml" Id="R25d60173281c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5d3e0efd24d3c" /><Relationship Type="http://schemas.openxmlformats.org/officeDocument/2006/relationships/notesSlide" Target="/ppt/notesSlides/notesSlide3.xml" Id="R0c7005158b8b4b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c219863eb4e56" /><Relationship Type="http://schemas.openxmlformats.org/officeDocument/2006/relationships/notesSlide" Target="/ppt/notesSlides/notesSlide4.xml" Id="Ra09aca45766f49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5ffe0d9824fc1" /><Relationship Type="http://schemas.openxmlformats.org/officeDocument/2006/relationships/notesSlide" Target="/ppt/notesSlides/notesSlide5.xml" Id="R8a5f70568caa45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1653eac3b4d49" /><Relationship Type="http://schemas.openxmlformats.org/officeDocument/2006/relationships/notesSlide" Target="/ppt/notesSlides/notesSlide6.xml" Id="R3e9fd484e8b945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0ca333ebb4bd6" /><Relationship Type="http://schemas.openxmlformats.org/officeDocument/2006/relationships/notesSlide" Target="/ppt/notesSlides/notesSlide7.xml" Id="R23dfbf77180d47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5ae1724994e2c" /><Relationship Type="http://schemas.openxmlformats.org/officeDocument/2006/relationships/notesSlide" Target="/ppt/notesSlides/notesSlide8.xml" Id="Rff42aff1db7643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19e2365cc40df" /><Relationship Type="http://schemas.openxmlformats.org/officeDocument/2006/relationships/notesSlide" Target="/ppt/notesSlides/notesSlide9.xml" Id="R3c53cb99fb3045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b24d793914742" /><Relationship Type="http://schemas.openxmlformats.org/officeDocument/2006/relationships/notesSlide" Target="/ppt/notesSlides/notesSlide10.xml" Id="R93926f2f5d5b4a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f0672a2aa45ac" /><Relationship Type="http://schemas.openxmlformats.org/officeDocument/2006/relationships/notesSlide" Target="/ppt/notesSlides/notesSlide11.xml" Id="R1c4d0d8752564d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369f8fcee4f51" /><Relationship Type="http://schemas.openxmlformats.org/officeDocument/2006/relationships/notesSlide" Target="/ppt/notesSlides/notesSlide12.xml" Id="R639d51943d4946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afb5e1235407d" /><Relationship Type="http://schemas.openxmlformats.org/officeDocument/2006/relationships/notesSlide" Target="/ppt/notesSlides/notesSlide13.xml" Id="R923d995b23a54c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6c740391e4809" /><Relationship Type="http://schemas.openxmlformats.org/officeDocument/2006/relationships/notesSlide" Target="/ppt/notesSlides/notesSlide14.xml" Id="Rddfeeaba5a044b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441600d38467d" /><Relationship Type="http://schemas.openxmlformats.org/officeDocument/2006/relationships/notesSlide" Target="/ppt/notesSlides/notesSlide15.xml" Id="R1c7bf917a66940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1f9720b66454e" /><Relationship Type="http://schemas.openxmlformats.org/officeDocument/2006/relationships/notesSlide" Target="/ppt/notesSlides/notesSlide16.xml" Id="R63fdba1d9f964a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d070ff9464d9e" /><Relationship Type="http://schemas.openxmlformats.org/officeDocument/2006/relationships/notesSlide" Target="/ppt/notesSlides/notesSlide17.xml" Id="R9c60712e6f3745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9a27d246d41aa" /><Relationship Type="http://schemas.openxmlformats.org/officeDocument/2006/relationships/notesSlide" Target="/ppt/notesSlides/notesSlide18.xml" Id="Reb6a9bde031f48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afea4482c4aec" /><Relationship Type="http://schemas.openxmlformats.org/officeDocument/2006/relationships/notesSlide" Target="/ppt/notesSlides/notesSlide19.xml" Id="Rbe826c3aae5f42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06677bb7c40af" /><Relationship Type="http://schemas.openxmlformats.org/officeDocument/2006/relationships/notesSlide" Target="/ppt/notesSlides/notesSlide20.xml" Id="R66a56c14123a45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0c0be8a0a466a" /><Relationship Type="http://schemas.openxmlformats.org/officeDocument/2006/relationships/notesSlide" Target="/ppt/notesSlides/notesSlide21.xml" Id="R1a95c6a3c7a342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bdd634cf841d4" /><Relationship Type="http://schemas.openxmlformats.org/officeDocument/2006/relationships/notesSlide" Target="/ppt/notesSlides/notesSlide22.xml" Id="R7ea55d6bb21b4b5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c47c8b41c48e8" /><Relationship Type="http://schemas.openxmlformats.org/officeDocument/2006/relationships/notesSlide" Target="/ppt/notesSlides/notesSlide23.xml" Id="Re12e97e93277478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5fcfedde144cb" /><Relationship Type="http://schemas.openxmlformats.org/officeDocument/2006/relationships/notesSlide" Target="/ppt/notesSlides/notesSlide24.xml" Id="R10d0040ff4e64d4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3c994527643b4" /><Relationship Type="http://schemas.openxmlformats.org/officeDocument/2006/relationships/notesSlide" Target="/ppt/notesSlides/notesSlide25.xml" Id="R826cc26b2a634b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483ac320543f9" /><Relationship Type="http://schemas.openxmlformats.org/officeDocument/2006/relationships/notesSlide" Target="/ppt/notesSlides/notesSlide26.xml" Id="Rbf61b432e3374fa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1ff39bb764417" /><Relationship Type="http://schemas.openxmlformats.org/officeDocument/2006/relationships/notesSlide" Target="/ppt/notesSlides/notesSlide27.xml" Id="R315e11178f43462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79828878144ed" /><Relationship Type="http://schemas.openxmlformats.org/officeDocument/2006/relationships/notesSlide" Target="/ppt/notesSlides/notesSlide28.xml" Id="Rc9e944f2e36f4a7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e3162ec4b4111" /><Relationship Type="http://schemas.openxmlformats.org/officeDocument/2006/relationships/notesSlide" Target="/ppt/notesSlides/notesSlide29.xml" Id="R6d0f20fa97c642e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453fe191f4d67" /><Relationship Type="http://schemas.openxmlformats.org/officeDocument/2006/relationships/notesSlide" Target="/ppt/notesSlides/notesSlide30.xml" Id="Rf625c7a05f334a3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c347614814ae1" /><Relationship Type="http://schemas.openxmlformats.org/officeDocument/2006/relationships/notesSlide" Target="/ppt/notesSlides/notesSlide31.xml" Id="R4265879f7af8467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802feff914a8f" /><Relationship Type="http://schemas.openxmlformats.org/officeDocument/2006/relationships/notesSlide" Target="/ppt/notesSlides/notesSlide32.xml" Id="R531d7fc1a44f423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8fbe3694f4caf" /><Relationship Type="http://schemas.openxmlformats.org/officeDocument/2006/relationships/notesSlide" Target="/ppt/notesSlides/notesSlide33.xml" Id="R26c4922d1dba4f8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c99c033c34ff3" /><Relationship Type="http://schemas.openxmlformats.org/officeDocument/2006/relationships/notesSlide" Target="/ppt/notesSlides/notesSlide34.xml" Id="R46f7ed05ce0a4b5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635cb1bce42d6" /><Relationship Type="http://schemas.openxmlformats.org/officeDocument/2006/relationships/notesSlide" Target="/ppt/notesSlides/notesSlide35.xml" Id="R71a7b2193ecd440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765d9445b4edc" /><Relationship Type="http://schemas.openxmlformats.org/officeDocument/2006/relationships/notesSlide" Target="/ppt/notesSlides/notesSlide36.xml" Id="R48481562165940c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f58fb82b04134" /><Relationship Type="http://schemas.openxmlformats.org/officeDocument/2006/relationships/notesSlide" Target="/ppt/notesSlides/notesSlide37.xml" Id="Rc01fb79e964b40e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925efe5314dee" /><Relationship Type="http://schemas.openxmlformats.org/officeDocument/2006/relationships/notesSlide" Target="/ppt/notesSlides/notesSlide38.xml" Id="Rbbbbd05b59ab425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7b80e89a549c4" /><Relationship Type="http://schemas.openxmlformats.org/officeDocument/2006/relationships/notesSlide" Target="/ppt/notesSlides/notesSlide39.xml" Id="Rfc7fef2db3a0497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c5bc302394f9f" /><Relationship Type="http://schemas.openxmlformats.org/officeDocument/2006/relationships/notesSlide" Target="/ppt/notesSlides/notesSlide40.xml" Id="Rb0317a88938c45b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a59d081f448d8" /><Relationship Type="http://schemas.openxmlformats.org/officeDocument/2006/relationships/notesSlide" Target="/ppt/notesSlides/notesSlide41.xml" Id="Rfdb11da3693f4dd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0284dc0a74da8" /><Relationship Type="http://schemas.openxmlformats.org/officeDocument/2006/relationships/notesSlide" Target="/ppt/notesSlides/notesSlide42.xml" Id="Rf22a1254868544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DE517D98-AA13-406A-81A1-89DECBBB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6B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7F25C273-6029-487B-88FC-EEAA5734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3"/>
            <a:ext cx="195277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71CED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1CED0"/>
                </a:solidFill>
                <a:latin typeface="Arial"/>
                <a:ea typeface="Arial"/>
                <a:cs typeface="Arial"/>
              </a:rPr>
              <a:t>OOPSLA 2026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08F8F433-34A3-414D-9ACC-F48A0EC1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3448"/>
            <a:ext cx="2970788" cy="1078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6450" b="1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QSymb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07CD7217-104A-477E-976D-C8832C9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481191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F8F6EF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F8F6EF"/>
                </a:solidFill>
                <a:latin typeface="Arial"/>
                <a:ea typeface="Arial"/>
                <a:cs typeface="Arial"/>
              </a:rPr>
              <a:t>Synthesis of Compact and Expressive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B862FEE1-5784-4615-B2A3-BFB1F7A2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444564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F8F6EF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F8F6EF"/>
                </a:solidFill>
                <a:latin typeface="Arial"/>
                <a:ea typeface="Arial"/>
                <a:cs typeface="Arial"/>
              </a:rPr>
              <a:t>Quantum-Circuit Optimizations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EBA533B3-D2A6-46A3-A487-0F5CA3BF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18363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8F6E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8F6EF"/>
                </a:solidFill>
                <a:latin typeface="Arial"/>
                <a:ea typeface="Arial"/>
                <a:cs typeface="Arial"/>
              </a:rPr>
              <a:t>Wei Qiang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2518643A-4F87-4C76-9B0B-97C179C5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755" y="3472547"/>
            <a:ext cx="161032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423AAB18-66DD-4CD1-BB6A-89FC9B6E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587" y="3467100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8F6E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8F6EF"/>
                </a:solidFill>
                <a:latin typeface="Arial"/>
                <a:ea typeface="Arial"/>
                <a:cs typeface="Arial"/>
              </a:rPr>
              <a:t> &amp; Ronghui Gu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3700DECB-E1C3-4F78-B44D-2B77D2F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262" y="3472547"/>
            <a:ext cx="28813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1,2</a:t>
            </a:r>
          </a:p>
        </p:txBody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C2B21FCE-18F4-4A9C-A397-E5F97487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6264"/>
            <a:ext cx="161032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84d576f43411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18282" y="4171504"/>
            <a:ext cx="2819400" cy="419844"/>
          </a:xfrm>
          <a:prstGeom xmlns:a="http://schemas.openxmlformats.org/drawingml/2006/main" prst="rect">
            <a:avLst/>
          </a:prstGeom>
        </p:spPr>
      </p:pic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1B0AC731-0C36-4959-B389-B4D42832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332" y="4175760"/>
            <a:ext cx="161032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4D4D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4D4D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db2dcd9ec4fa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646414" y="4228505"/>
            <a:ext cx="1524000" cy="305842"/>
          </a:xfrm>
          <a:prstGeom xmlns:a="http://schemas.openxmlformats.org/drawingml/2006/main" prst="rect">
            <a:avLst/>
          </a:prstGeom>
        </p:spPr>
      </p:pic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1D9DFA9F-B893-4CCA-8D7C-3BD4F33A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66269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33859870-F347-4DBD-A3BA-B740E300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6005"/>
            <a:ext cx="304933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7C9C9"/>
                </a:solidFill>
                <a:latin typeface="Arial"/>
                <a:ea typeface="Arial"/>
                <a:cs typeface="Arial"/>
              </a:rPr>
              <a:t>Compact rules. Long-distance rewrites.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EC9F4951-9FC5-48D3-BA03-514BE345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657" y="6136005"/>
            <a:ext cx="1867793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7C9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7C9C9"/>
                </a:solidFill>
                <a:latin typeface="Arial"/>
                <a:ea typeface="Arial"/>
                <a:cs typeface="Arial"/>
              </a:rPr>
              <a:t>15-minute research talk</a:t>
            </a:r>
          </a:p>
        </p:txBody>
      </p:sp>
    </p:spTree>
    <p:extLst>
      <p:ext uri="{BB962C8B-B14F-4D97-AF65-F5344CB8AC3E}">
        <p14:creationId xmlns:p14="http://schemas.microsoft.com/office/powerpoint/2010/main" val="1299872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-accent">
            <a:extLst xmlns:a="http://schemas.openxmlformats.org/drawingml/2006/main">
              <a:ext uri="{FF2B5EF4-FFF2-40B4-BE49-F238E27FC236}">
                <a16:creationId xmlns:a16="http://schemas.microsoft.com/office/drawing/2014/main" id="{0E2D1C29-375C-40E7-B593-7C4D2AEE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D70CA830-703C-4EA1-B031-8A9DDA69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5194429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Quantum-circuit optimization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F9C89C4F-EC65-40E1-9344-87061249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0544"/>
            <a:ext cx="836676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Given a quantum circuit, find a cheaper circuit with the same behavior.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84633015-8E8B-4496-99FD-E203D0B7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2029"/>
            <a:ext cx="7611219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Preserve its unitary transformation (up to global phase). Reduce gate cost.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B019DB46-7468-4AA0-A39B-D38548F2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4494"/>
            <a:ext cx="133350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INPUT CIRCUIT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CB5E2AE3-E799-49F9-B069-F2D98D9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4494"/>
            <a:ext cx="175260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OPTIMIZED CIRCUIT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34B45CDC-114D-4B20-BD06-981DA5CC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8864"/>
            <a:ext cx="4211955" cy="95"/>
          </a:xfrm>
          <a:custGeom xmlns:a="http://schemas.openxmlformats.org/drawingml/2006/main">
            <a:pathLst>
              <a:path w="4211955" h="95">
                <a:moveTo>
                  <a:pt x="0" y="0"/>
                </a:moveTo>
                <a:lnTo>
                  <a:pt x="42119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41CEE3BA-37EE-45FC-840A-F59F64AD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009"/>
            <a:ext cx="4211955" cy="95"/>
          </a:xfrm>
          <a:custGeom xmlns:a="http://schemas.openxmlformats.org/drawingml/2006/main">
            <a:pathLst>
              <a:path w="4211955" h="95">
                <a:moveTo>
                  <a:pt x="0" y="0"/>
                </a:moveTo>
                <a:lnTo>
                  <a:pt x="42119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BFEB8845-203B-4656-A3C3-DE29577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2901702"/>
            <a:ext cx="356235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4B1F0E8D-6A89-4AC3-8436-96DF0770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59" y="2941993"/>
            <a:ext cx="204936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4502A2DC-875E-4D18-A4E9-2B04CFB0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23" y="3058864"/>
            <a:ext cx="95" cy="398145"/>
          </a:xfrm>
          <a:custGeom xmlns:a="http://schemas.openxmlformats.org/drawingml/2006/main">
            <a:pathLst>
              <a:path w="95" h="398145">
                <a:moveTo>
                  <a:pt x="0" y="0"/>
                </a:moveTo>
                <a:lnTo>
                  <a:pt x="0" y="398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A26C15C2-F855-4C73-BFC7-6703489E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874" y="3011716"/>
            <a:ext cx="94297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478">
            <a:noFill/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B12F4D62-4197-410F-8B8D-B4938C9D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009" y="3346996"/>
            <a:ext cx="22002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C3912740-8E5E-4DC8-A77D-9A19D594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383667"/>
            <a:ext cx="146685" cy="146685"/>
          </a:xfrm>
          <a:custGeom xmlns:a="http://schemas.openxmlformats.org/drawingml/2006/main">
            <a:pathLst>
              <a:path w="146685" h="146685">
                <a:moveTo>
                  <a:pt x="0" y="73343"/>
                </a:moveTo>
                <a:lnTo>
                  <a:pt x="146685" y="73343"/>
                </a:lnTo>
              </a:path>
              <a:path w="146685" h="146685">
                <a:moveTo>
                  <a:pt x="73343" y="0"/>
                </a:moveTo>
                <a:lnTo>
                  <a:pt x="73343" y="1466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119358ED-D5C0-4AFB-A44F-344497F4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718" y="3058864"/>
            <a:ext cx="95" cy="398145"/>
          </a:xfrm>
          <a:custGeom xmlns:a="http://schemas.openxmlformats.org/drawingml/2006/main">
            <a:pathLst>
              <a:path w="95" h="398145">
                <a:moveTo>
                  <a:pt x="0" y="0"/>
                </a:moveTo>
                <a:lnTo>
                  <a:pt x="0" y="398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C5B1D29E-CD0B-4AFA-BE30-B2994C33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569" y="3011716"/>
            <a:ext cx="94298" cy="94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478">
            <a:noFill/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8410698E-184E-4610-982F-25F0CD9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704" y="3346996"/>
            <a:ext cx="220027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B10B1BFC-C72A-4DDC-82ED-694CE2BB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83667"/>
            <a:ext cx="146685" cy="146685"/>
          </a:xfrm>
          <a:custGeom xmlns:a="http://schemas.openxmlformats.org/drawingml/2006/main">
            <a:pathLst>
              <a:path w="146685" h="146685">
                <a:moveTo>
                  <a:pt x="0" y="73343"/>
                </a:moveTo>
                <a:lnTo>
                  <a:pt x="146685" y="73343"/>
                </a:lnTo>
              </a:path>
              <a:path w="146685" h="146685">
                <a:moveTo>
                  <a:pt x="73343" y="0"/>
                </a:moveTo>
                <a:lnTo>
                  <a:pt x="73343" y="1466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6194">
            <a:solidFill>
              <a:srgbClr val="D66A3E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F4EE00FF-F54C-4936-9845-B7F949F3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385" y="2901702"/>
            <a:ext cx="75438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FA4CCBC1-5CB6-4C37-BECD-5CA4076A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839" y="2941993"/>
            <a:ext cx="511671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Rz(θ)</a:t>
            </a:r>
          </a:p>
        </p:txBody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89D47E0B-825E-4B28-B0B6-1A15AB23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15" y="3299847"/>
            <a:ext cx="356235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6D221ED1-833E-479D-BED1-56CE378D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976" y="3340138"/>
            <a:ext cx="195114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EF7E0134-7599-4430-B78E-58070D6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010" y="3299847"/>
            <a:ext cx="356235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F91B938A-4593-4932-887C-F8BB4595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671" y="3340138"/>
            <a:ext cx="195114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57875239-CFDF-4576-BC70-8935CEE4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58889"/>
            <a:ext cx="2047875" cy="95"/>
          </a:xfrm>
          <a:custGeom xmlns:a="http://schemas.openxmlformats.org/drawingml/2006/main">
            <a:pathLst>
              <a:path w="2047875" h="95">
                <a:moveTo>
                  <a:pt x="0" y="0"/>
                </a:moveTo>
                <a:lnTo>
                  <a:pt x="2047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6" name="object-23-s0-ux-arrow">
            <a:extLst xmlns:a="http://schemas.openxmlformats.org/drawingml/2006/main">
              <a:ext uri="{FF2B5EF4-FFF2-40B4-BE49-F238E27FC236}">
                <a16:creationId xmlns:a16="http://schemas.microsoft.com/office/drawing/2014/main" id="{2B85CE6E-F4EF-4429-8D0D-6C313CE1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1739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7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AFAD023B-85A3-41A9-ACC8-75D758E6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10" y="2802642"/>
            <a:ext cx="149468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equivalent rewrite</a:t>
            </a:r>
          </a:p>
        </p:txBody>
      </p:sp>
      <p:sp>
        <p:nvSpPr>
          <p:cNvPr id="28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552D4FB0-BE78-43BE-9987-AB5CE504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58864"/>
            <a:ext cx="1781175" cy="95"/>
          </a:xfrm>
          <a:custGeom xmlns:a="http://schemas.openxmlformats.org/drawingml/2006/main">
            <a:pathLst>
              <a:path w="1781175" h="95">
                <a:moveTo>
                  <a:pt x="0" y="0"/>
                </a:moveTo>
                <a:lnTo>
                  <a:pt x="1781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29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4E11A506-762F-4EDE-92AF-415147F8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57009"/>
            <a:ext cx="1781175" cy="95"/>
          </a:xfrm>
          <a:custGeom xmlns:a="http://schemas.openxmlformats.org/drawingml/2006/main">
            <a:pathLst>
              <a:path w="1781175" h="95">
                <a:moveTo>
                  <a:pt x="0" y="0"/>
                </a:moveTo>
                <a:lnTo>
                  <a:pt x="1781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30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A65EF941-8956-47CB-900C-E813A475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635" y="2901702"/>
            <a:ext cx="356235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31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08595C2B-2AE7-4F4E-B784-0EA286F2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84" y="2941993"/>
            <a:ext cx="204936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2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EA63DAD9-2549-4B5E-94EF-32A405C7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20" y="2901702"/>
            <a:ext cx="75438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0955">
            <a:solidFill>
              <a:srgbClr val="123039"/>
            </a:solidFill>
            <a:prstDash val="solid"/>
          </a:ln>
        </p:spPr>
      </p:sp>
      <p:sp>
        <p:nvSpPr>
          <p:cNvPr id="33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CDD18906-34AD-4E6F-8B52-6ED5C49A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875" y="2941993"/>
            <a:ext cx="511671" cy="235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3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03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Rz(θ)</a:t>
            </a:r>
          </a:p>
        </p:txBody>
      </p:sp>
      <p:sp>
        <p:nvSpPr>
          <p:cNvPr id="34" name="object-31-s0-ux">
            <a:extLst xmlns:a="http://schemas.openxmlformats.org/drawingml/2006/main">
              <a:ext uri="{FF2B5EF4-FFF2-40B4-BE49-F238E27FC236}">
                <a16:creationId xmlns:a16="http://schemas.microsoft.com/office/drawing/2014/main" id="{A09CF6DF-4F93-438D-821D-DE60AE2F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651" y="3625602"/>
            <a:ext cx="857399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6 gates</a:t>
            </a:r>
          </a:p>
        </p:txBody>
      </p:sp>
      <p:sp>
        <p:nvSpPr>
          <p:cNvPr id="35" name="object-32-s0-ux">
            <a:extLst xmlns:a="http://schemas.openxmlformats.org/drawingml/2006/main">
              <a:ext uri="{FF2B5EF4-FFF2-40B4-BE49-F238E27FC236}">
                <a16:creationId xmlns:a16="http://schemas.microsoft.com/office/drawing/2014/main" id="{CD627D50-746E-4D75-8A0E-C04A669F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131" y="3625602"/>
            <a:ext cx="896987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2 gates</a:t>
            </a:r>
          </a:p>
        </p:txBody>
      </p:sp>
      <p:sp>
        <p:nvSpPr>
          <p:cNvPr id="36" name="object-33-s0-ux">
            <a:extLst xmlns:a="http://schemas.openxmlformats.org/drawingml/2006/main">
              <a:ext uri="{FF2B5EF4-FFF2-40B4-BE49-F238E27FC236}">
                <a16:creationId xmlns:a16="http://schemas.microsoft.com/office/drawing/2014/main" id="{3D0481BC-570B-4717-B1E5-D5247415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4239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37" name="object-34-s0-ux">
            <a:extLst xmlns:a="http://schemas.openxmlformats.org/drawingml/2006/main">
              <a:ext uri="{FF2B5EF4-FFF2-40B4-BE49-F238E27FC236}">
                <a16:creationId xmlns:a16="http://schemas.microsoft.com/office/drawing/2014/main" id="{B2E8D260-9E90-4FE0-ADDC-D79C9F12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0922"/>
            <a:ext cx="243518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Why reduce gates?</a:t>
            </a:r>
          </a:p>
        </p:txBody>
      </p:sp>
      <p:sp>
        <p:nvSpPr>
          <p:cNvPr id="38" name="object-35-s0-ux">
            <a:extLst xmlns:a="http://schemas.openxmlformats.org/drawingml/2006/main">
              <a:ext uri="{FF2B5EF4-FFF2-40B4-BE49-F238E27FC236}">
                <a16:creationId xmlns:a16="http://schemas.microsoft.com/office/drawing/2014/main" id="{4E7DE645-38D9-4D14-8A1B-6AEEB0C3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2877"/>
            <a:ext cx="354449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Each operation introduces noise.</a:t>
            </a:r>
          </a:p>
        </p:txBody>
      </p:sp>
      <p:sp>
        <p:nvSpPr>
          <p:cNvPr id="39" name="object-36-s0-ux">
            <a:extLst xmlns:a="http://schemas.openxmlformats.org/drawingml/2006/main">
              <a:ext uri="{FF2B5EF4-FFF2-40B4-BE49-F238E27FC236}">
                <a16:creationId xmlns:a16="http://schemas.microsoft.com/office/drawing/2014/main" id="{B676FA36-5EAD-4FA5-809A-3AC660D5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3877"/>
            <a:ext cx="436423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Short coherence times limit circuit depth.</a:t>
            </a:r>
          </a:p>
        </p:txBody>
      </p:sp>
      <p:sp>
        <p:nvSpPr>
          <p:cNvPr id="40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EA790D0A-CAA9-44BE-B1F1-68E3A95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280922"/>
            <a:ext cx="1106150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41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21A61941-8FDC-4FCC-847C-B093696C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682877"/>
            <a:ext cx="3491359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Reduce exposure to gate errors.</a:t>
            </a:r>
          </a:p>
        </p:txBody>
      </p:sp>
      <p:sp>
        <p:nvSpPr>
          <p:cNvPr id="42" name="object-39-s0-ux">
            <a:extLst xmlns:a="http://schemas.openxmlformats.org/drawingml/2006/main">
              <a:ext uri="{FF2B5EF4-FFF2-40B4-BE49-F238E27FC236}">
                <a16:creationId xmlns:a16="http://schemas.microsoft.com/office/drawing/2014/main" id="{08103380-3C93-48B1-BD00-5F23FA4E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063877"/>
            <a:ext cx="325278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Make execution more reliable.</a:t>
            </a:r>
          </a:p>
        </p:txBody>
      </p:sp>
      <p:sp>
        <p:nvSpPr>
          <p:cNvPr id="43" name="object-40-s0-ux">
            <a:extLst xmlns:a="http://schemas.openxmlformats.org/drawingml/2006/main">
              <a:ext uri="{FF2B5EF4-FFF2-40B4-BE49-F238E27FC236}">
                <a16:creationId xmlns:a16="http://schemas.microsoft.com/office/drawing/2014/main" id="{753A5072-82D1-4A36-BEB1-8309D123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36089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QSymb focuses on reducing two-qubit gates through equivalent circuit rewrites. Circuit time runs left to right.</a:t>
            </a:r>
          </a:p>
        </p:txBody>
      </p:sp>
      <p:sp>
        <p:nvSpPr>
          <p:cNvPr id="44" name="object-41-s0-ux">
            <a:extLst xmlns:a="http://schemas.openxmlformats.org/drawingml/2006/main">
              <a:ext uri="{FF2B5EF4-FFF2-40B4-BE49-F238E27FC236}">
                <a16:creationId xmlns:a16="http://schemas.microsoft.com/office/drawing/2014/main" id="{11CDDFF0-52CE-4378-9B6F-1FF00DD3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8545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§1 Introduction; §2 quantum-circuit semantics</a:t>
            </a:r>
          </a:p>
        </p:txBody>
      </p:sp>
      <p:sp>
        <p:nvSpPr>
          <p:cNvPr id="45" name="object-42-s0-ux">
            <a:extLst xmlns:a="http://schemas.openxmlformats.org/drawingml/2006/main">
              <a:ext uri="{FF2B5EF4-FFF2-40B4-BE49-F238E27FC236}">
                <a16:creationId xmlns:a16="http://schemas.microsoft.com/office/drawing/2014/main" id="{66B7C6AC-10BE-42F9-9BBE-7E96465D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742893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EF52E99E-B01B-4C67-A9DC-64201B79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DB90AE22-5E76-4356-BEB6-E2B863F6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4987588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Challenge 1: rule explosion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5833916C-62C0-402E-B3FF-995C60AF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3778"/>
            <a:ext cx="8114645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Thousands of concrete rules—many consequences of smaller rules.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66750" y="1893838"/>
          <a:ext xmlns:a="http://schemas.openxmlformats.org/drawingml/2006/main" cx="10858500" cy="3038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20045"/>
                <a:gridCol w="3234482"/>
                <a:gridCol w="4403973"/>
              </a:tblGrid>
              <a:tr h="4381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350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Gate set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350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Prior rule count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350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Prior systems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652463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IBM-Eagle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1">
                          <a:solidFill>
                            <a:srgbClr val="087E86"/>
                          </a:solidFill>
                          <a:latin typeface="Arial"/>
                          <a:ea typeface="Arial"/>
                          <a:cs typeface="Arial"/>
                        </a:rPr>
                        <a:t>4,615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64770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Nam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1">
                          <a:solidFill>
                            <a:srgbClr val="087E86"/>
                          </a:solidFill>
                          <a:latin typeface="Arial"/>
                          <a:ea typeface="Arial"/>
                          <a:cs typeface="Arial"/>
                        </a:rPr>
                        <a:t>8,816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Quartz / 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64770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Rigetti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1">
                          <a:solidFill>
                            <a:srgbClr val="087E86"/>
                          </a:solidFill>
                          <a:latin typeface="Arial"/>
                          <a:ea typeface="Arial"/>
                          <a:cs typeface="Arial"/>
                        </a:rPr>
                        <a:t>8,773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Quartz / 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64770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Ion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1">
                          <a:solidFill>
                            <a:srgbClr val="087E86"/>
                          </a:solidFill>
                          <a:latin typeface="Arial"/>
                          <a:ea typeface="Arial"/>
                          <a:cs typeface="Arial"/>
                        </a:rPr>
                        <a:t>11,777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950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</a:tbl>
          </a:graphicData>
        </a:graphic>
      </p:graphicFrame>
      <p:sp>
        <p:nvSpPr>
          <p:cNvPr id="5" name="object-2-s0-ux-border-244.828125">
            <a:extLst xmlns:a="http://schemas.openxmlformats.org/drawingml/2006/main">
              <a:ext uri="{FF2B5EF4-FFF2-40B4-BE49-F238E27FC236}">
                <a16:creationId xmlns:a16="http://schemas.microsoft.com/office/drawing/2014/main" id="{B4847065-578C-4ECB-BFF8-8B3B582E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1988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6" name="object-2-s0-ux-border-313.328125">
            <a:extLst xmlns:a="http://schemas.openxmlformats.org/drawingml/2006/main">
              <a:ext uri="{FF2B5EF4-FFF2-40B4-BE49-F238E27FC236}">
                <a16:creationId xmlns:a16="http://schemas.microsoft.com/office/drawing/2014/main" id="{D394EB1E-0C09-4495-B980-EA8637D3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7" name="object-2-s0-ux-border-381.328125">
            <a:extLst xmlns:a="http://schemas.openxmlformats.org/drawingml/2006/main">
              <a:ext uri="{FF2B5EF4-FFF2-40B4-BE49-F238E27FC236}">
                <a16:creationId xmlns:a16="http://schemas.microsoft.com/office/drawing/2014/main" id="{D52FF057-DC3E-401A-B4C4-16956A48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2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8" name="object-2-s0-ux-border-449.328125">
            <a:extLst xmlns:a="http://schemas.openxmlformats.org/drawingml/2006/main">
              <a:ext uri="{FF2B5EF4-FFF2-40B4-BE49-F238E27FC236}">
                <a16:creationId xmlns:a16="http://schemas.microsoft.com/office/drawing/2014/main" id="{24383063-ABF0-45C9-A6F8-436CE521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9" name="object-2-s0-ux-border-517.328125">
            <a:extLst xmlns:a="http://schemas.openxmlformats.org/drawingml/2006/main">
              <a:ext uri="{FF2B5EF4-FFF2-40B4-BE49-F238E27FC236}">
                <a16:creationId xmlns:a16="http://schemas.microsoft.com/office/drawing/2014/main" id="{3A839EA0-0BB2-43EA-897E-E5085821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7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0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68BB04DC-938B-497D-9E8D-E44F88F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5349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9CBC7"/>
            </a:solidFill>
            <a:prstDash val="solid"/>
          </a:ln>
        </p:spPr>
      </p:sp>
      <p:sp>
        <p:nvSpPr>
          <p:cNvPr id="11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2BC3957F-BD04-455B-A141-CDDC3AE2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992"/>
            <a:ext cx="7285434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Challenge: keep full coverage with a compact basis of non-derivable rules.</a:t>
            </a:r>
          </a:p>
        </p:txBody>
      </p:sp>
      <p:sp>
        <p:nvSpPr>
          <p:cNvPr id="12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2BA1C9B6-B399-4C6D-8D65-6312F18E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295977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Concrete rule-set counts reported in QSymb, Table 1, by gate set. Quartz / Queso is the table’s joint attribution, not a sum.</a:t>
            </a:r>
          </a:p>
        </p:txBody>
      </p:sp>
      <p:sp>
        <p:nvSpPr>
          <p:cNvPr id="13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5ABEC53F-5C77-46EB-956E-67F0FB8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9119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§7.1, Table 1: prior concrete rule sets</a:t>
            </a:r>
          </a:p>
        </p:txBody>
      </p:sp>
      <p:sp>
        <p:nvSpPr>
          <p:cNvPr id="14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14C9C33D-409C-4C32-8A91-4D4F2031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041796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top-accent">
            <a:extLst xmlns:a="http://schemas.openxmlformats.org/drawingml/2006/main">
              <a:ext uri="{FF2B5EF4-FFF2-40B4-BE49-F238E27FC236}">
                <a16:creationId xmlns:a16="http://schemas.microsoft.com/office/drawing/2014/main" id="{764AD640-E310-4CFF-B2D5-5FB55DC9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7959F755-91D0-4CC2-9EEF-C8326B69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9060567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Challenge 2: limited reach across long subcircuits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914268E4-A6ED-425E-88B3-C8377C94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4258"/>
            <a:ext cx="360432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INPUT: CZ AND CX SEPARATED BY A 12-GATE 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1D128A49-FDAA-44D1-B581-21082765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581448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295E2FCF-A867-4240-BAA4-DA2E8DEE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38598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1C129D83-6A6A-49BB-9E78-582E132D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1500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DCAA6B35-445B-4FDC-B7D8-27A5E838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8700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0D21EB19-3B37-416B-A826-C78EE8EF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243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51001A10-7644-4C58-92E9-D0844B7B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815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061160BA-B530-4B58-90C7-BE22DD8E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38698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061648A9-FB74-4B75-93F3-29EC389D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69178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9AAD7044-B9E3-4083-A40A-B28C6C9D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D4728260-2BDE-4BAF-B52B-1A6DABB7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E262110B-2D2F-4061-AF9D-0E26E140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AA66C791-B420-45F6-B2BA-F5ED3CA5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D5917121-9C38-44CC-A214-AA6E2817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F7EB438A-FDDA-449B-A978-34B083DC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464EE5AE-0D3E-404D-B7E0-9EF71566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C0BDAF8F-053F-42A5-96F8-0F05C209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3DDB02A5-D5ED-4BD7-A7B7-493E5172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34852012-C8B4-4FED-A3D7-B09E1373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01500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7EA422AE-A978-410B-A55E-BD25237A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44A789EF-6121-4A99-AD81-CF7279E8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BB539C71-D2AE-4C06-B5EF-249A18A3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BE5E0434-4F86-4EA2-B614-373FE24F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C03F6E98-132C-4668-B869-FA8F184A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0AB3E273-8347-44D4-BA60-09F0F5F2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2558AC7E-BD2C-43CE-9E8C-0CC9E760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B31CEED1-9C8E-4115-8A56-26794A61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015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B18E8713-906A-41B1-A080-276C511E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D182448F-2199-421D-9BB1-323C392B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4F15385C-2487-41C2-B0A2-1E21B660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31-s0-ux">
            <a:extLst xmlns:a="http://schemas.openxmlformats.org/drawingml/2006/main">
              <a:ext uri="{FF2B5EF4-FFF2-40B4-BE49-F238E27FC236}">
                <a16:creationId xmlns:a16="http://schemas.microsoft.com/office/drawing/2014/main" id="{366FC4C1-2D64-4885-B77A-66372C97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015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32-s0-ux">
            <a:extLst xmlns:a="http://schemas.openxmlformats.org/drawingml/2006/main">
              <a:ext uri="{FF2B5EF4-FFF2-40B4-BE49-F238E27FC236}">
                <a16:creationId xmlns:a16="http://schemas.microsoft.com/office/drawing/2014/main" id="{C7075B41-4452-4F7D-B7E0-80AF3286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243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5" name="object-33-s0-ux">
            <a:extLst xmlns:a="http://schemas.openxmlformats.org/drawingml/2006/main">
              <a:ext uri="{FF2B5EF4-FFF2-40B4-BE49-F238E27FC236}">
                <a16:creationId xmlns:a16="http://schemas.microsoft.com/office/drawing/2014/main" id="{0E40831C-9FCC-4A4E-95AB-C8D4E813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767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object-34-s0-ux">
            <a:extLst xmlns:a="http://schemas.openxmlformats.org/drawingml/2006/main">
              <a:ext uri="{FF2B5EF4-FFF2-40B4-BE49-F238E27FC236}">
                <a16:creationId xmlns:a16="http://schemas.microsoft.com/office/drawing/2014/main" id="{792C2D1B-73CB-46B0-B44D-C6B7284F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339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object-35-s0-ux">
            <a:extLst xmlns:a="http://schemas.openxmlformats.org/drawingml/2006/main">
              <a:ext uri="{FF2B5EF4-FFF2-40B4-BE49-F238E27FC236}">
                <a16:creationId xmlns:a16="http://schemas.microsoft.com/office/drawing/2014/main" id="{F85C2DF8-FC60-4EC8-8678-539E7A11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243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8" name="object-36-s0-ux">
            <a:extLst xmlns:a="http://schemas.openxmlformats.org/drawingml/2006/main">
              <a:ext uri="{FF2B5EF4-FFF2-40B4-BE49-F238E27FC236}">
                <a16:creationId xmlns:a16="http://schemas.microsoft.com/office/drawing/2014/main" id="{392D83CE-5E4F-41C5-99CA-1373ADA0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767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29F344EA-DF1D-450B-9691-082AF12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7679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0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433D1EEA-F9AA-4E4E-A02A-1702555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14898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1" name="object-39-s0-u0">
            <a:extLst xmlns:a="http://schemas.openxmlformats.org/drawingml/2006/main">
              <a:ext uri="{FF2B5EF4-FFF2-40B4-BE49-F238E27FC236}">
                <a16:creationId xmlns:a16="http://schemas.microsoft.com/office/drawing/2014/main" id="{26F9EDE1-4227-4F62-B69E-DBBD2BD1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87" y="3071158"/>
            <a:ext cx="713860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 bounded pattern cannot cover an arbitrarily long middle circuit.</a:t>
            </a:r>
          </a:p>
        </p:txBody>
      </p:sp>
      <p:sp>
        <p:nvSpPr>
          <p:cNvPr id="42" name="object-40-s0-u0">
            <a:extLst xmlns:a="http://schemas.openxmlformats.org/drawingml/2006/main">
              <a:ext uri="{FF2B5EF4-FFF2-40B4-BE49-F238E27FC236}">
                <a16:creationId xmlns:a16="http://schemas.microsoft.com/office/drawing/2014/main" id="{973EFB20-3FBF-4B03-B3E5-116B6C3C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5980"/>
            <a:ext cx="4336613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Here: 12 gates separate CZ from CX.</a:t>
            </a:r>
          </a:p>
        </p:txBody>
      </p:sp>
      <p:sp>
        <p:nvSpPr>
          <p:cNvPr id="43" name="object-41-s0-u0">
            <a:extLst xmlns:a="http://schemas.openxmlformats.org/drawingml/2006/main">
              <a:ext uri="{FF2B5EF4-FFF2-40B4-BE49-F238E27FC236}">
                <a16:creationId xmlns:a16="http://schemas.microsoft.com/office/drawing/2014/main" id="{F97FBAEF-43CE-43EE-BE65-1AFD1D57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01" y="4034135"/>
            <a:ext cx="718368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 local optimizer must discover and compose intermediate rewrites.</a:t>
            </a:r>
          </a:p>
        </p:txBody>
      </p:sp>
      <p:sp>
        <p:nvSpPr>
          <p:cNvPr id="44" name="object-42-s0-u0">
            <a:extLst xmlns:a="http://schemas.openxmlformats.org/drawingml/2006/main">
              <a:ext uri="{FF2B5EF4-FFF2-40B4-BE49-F238E27FC236}">
                <a16:creationId xmlns:a16="http://schemas.microsoft.com/office/drawing/2014/main" id="{289BEA04-5B12-4E9D-92C2-9C6923BC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53273"/>
            <a:ext cx="1400175" cy="95"/>
          </a:xfrm>
          <a:custGeom xmlns:a="http://schemas.openxmlformats.org/drawingml/2006/main">
            <a:pathLst>
              <a:path w="1400175" h="95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003">
            <a:solidFill>
              <a:srgbClr val="5E7275"/>
            </a:solidFill>
            <a:prstDash val="solid"/>
          </a:ln>
        </p:spPr>
      </p:sp>
      <p:sp>
        <p:nvSpPr>
          <p:cNvPr id="45" name="object-43-s0-u0">
            <a:extLst xmlns:a="http://schemas.openxmlformats.org/drawingml/2006/main">
              <a:ext uri="{FF2B5EF4-FFF2-40B4-BE49-F238E27FC236}">
                <a16:creationId xmlns:a16="http://schemas.microsoft.com/office/drawing/2014/main" id="{3797C205-FA74-4D10-BEBA-1C19826C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33320"/>
            <a:ext cx="1400175" cy="95"/>
          </a:xfrm>
          <a:custGeom xmlns:a="http://schemas.openxmlformats.org/drawingml/2006/main">
            <a:pathLst>
              <a:path w="1400175" h="95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003">
            <a:solidFill>
              <a:srgbClr val="5E7275"/>
            </a:solidFill>
            <a:prstDash val="solid"/>
          </a:ln>
        </p:spPr>
      </p:sp>
      <p:sp>
        <p:nvSpPr>
          <p:cNvPr id="46" name="object-44-s0-u0">
            <a:extLst xmlns:a="http://schemas.openxmlformats.org/drawingml/2006/main">
              <a:ext uri="{FF2B5EF4-FFF2-40B4-BE49-F238E27FC236}">
                <a16:creationId xmlns:a16="http://schemas.microsoft.com/office/drawing/2014/main" id="{628661BD-BF0D-413B-A276-6D0B58FC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051" y="4753273"/>
            <a:ext cx="95" cy="380047"/>
          </a:xfrm>
          <a:custGeom xmlns:a="http://schemas.openxmlformats.org/drawingml/2006/main">
            <a:pathLst>
              <a:path w="95" h="380047">
                <a:moveTo>
                  <a:pt x="0" y="0"/>
                </a:moveTo>
                <a:lnTo>
                  <a:pt x="0" y="3800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003">
            <a:solidFill>
              <a:srgbClr val="D66A3E"/>
            </a:solidFill>
            <a:prstDash val="solid"/>
          </a:ln>
        </p:spPr>
      </p:sp>
      <p:sp>
        <p:nvSpPr>
          <p:cNvPr id="47" name="object-45-s0-u0">
            <a:extLst xmlns:a="http://schemas.openxmlformats.org/drawingml/2006/main">
              <a:ext uri="{FF2B5EF4-FFF2-40B4-BE49-F238E27FC236}">
                <a16:creationId xmlns:a16="http://schemas.microsoft.com/office/drawing/2014/main" id="{147A3BA7-F483-420B-A488-28DBA571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046" y="4708267"/>
            <a:ext cx="90011" cy="90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001">
            <a:noFill/>
            <a:prstDash val="solid"/>
          </a:ln>
        </p:spPr>
      </p:sp>
      <p:sp>
        <p:nvSpPr>
          <p:cNvPr id="48" name="object-46-s0-u0">
            <a:extLst xmlns:a="http://schemas.openxmlformats.org/drawingml/2006/main">
              <a:ext uri="{FF2B5EF4-FFF2-40B4-BE49-F238E27FC236}">
                <a16:creationId xmlns:a16="http://schemas.microsoft.com/office/drawing/2014/main" id="{B744879A-0559-417D-9805-3DCC8523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046" y="5088314"/>
            <a:ext cx="90011" cy="90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001">
            <a:noFill/>
            <a:prstDash val="solid"/>
          </a:ln>
        </p:spPr>
      </p:sp>
      <p:sp>
        <p:nvSpPr>
          <p:cNvPr id="49" name="object-47-s0-u0">
            <a:extLst xmlns:a="http://schemas.openxmlformats.org/drawingml/2006/main">
              <a:ext uri="{FF2B5EF4-FFF2-40B4-BE49-F238E27FC236}">
                <a16:creationId xmlns:a16="http://schemas.microsoft.com/office/drawing/2014/main" id="{9A79660B-40E9-4E04-88E5-EFF9816A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096" y="4633258"/>
            <a:ext cx="440055" cy="620078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002">
            <a:solidFill>
              <a:srgbClr val="087E86"/>
            </a:solidFill>
            <a:prstDash val="solid"/>
          </a:ln>
        </p:spPr>
      </p:sp>
      <p:sp>
        <p:nvSpPr>
          <p:cNvPr id="50" name="object-48-s0-u0">
            <a:extLst xmlns:a="http://schemas.openxmlformats.org/drawingml/2006/main">
              <a:ext uri="{FF2B5EF4-FFF2-40B4-BE49-F238E27FC236}">
                <a16:creationId xmlns:a16="http://schemas.microsoft.com/office/drawing/2014/main" id="{7FF631E7-B70C-4330-BEDC-A5A0CB3D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705" y="4779704"/>
            <a:ext cx="243036" cy="335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6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6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1" name="object-49-s0-u0">
            <a:extLst xmlns:a="http://schemas.openxmlformats.org/drawingml/2006/main">
              <a:ext uri="{FF2B5EF4-FFF2-40B4-BE49-F238E27FC236}">
                <a16:creationId xmlns:a16="http://schemas.microsoft.com/office/drawing/2014/main" id="{32330437-3ADA-4050-8DF1-942AB258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652" y="4726079"/>
            <a:ext cx="274135" cy="4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4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4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52" name="object-50-s0-u0">
            <a:extLst xmlns:a="http://schemas.openxmlformats.org/drawingml/2006/main">
              <a:ext uri="{FF2B5EF4-FFF2-40B4-BE49-F238E27FC236}">
                <a16:creationId xmlns:a16="http://schemas.microsoft.com/office/drawing/2014/main" id="{BD9FF754-8D88-436C-829F-74562FCF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4753273"/>
            <a:ext cx="1400175" cy="95"/>
          </a:xfrm>
          <a:custGeom xmlns:a="http://schemas.openxmlformats.org/drawingml/2006/main">
            <a:pathLst>
              <a:path w="1400175" h="95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003">
            <a:solidFill>
              <a:srgbClr val="5E7275"/>
            </a:solidFill>
            <a:prstDash val="solid"/>
          </a:ln>
        </p:spPr>
      </p:sp>
      <p:sp>
        <p:nvSpPr>
          <p:cNvPr id="53" name="object-51-s0-u0">
            <a:extLst xmlns:a="http://schemas.openxmlformats.org/drawingml/2006/main">
              <a:ext uri="{FF2B5EF4-FFF2-40B4-BE49-F238E27FC236}">
                <a16:creationId xmlns:a16="http://schemas.microsoft.com/office/drawing/2014/main" id="{B2C0F514-1C06-44DF-9431-1F8AF976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5133320"/>
            <a:ext cx="1400175" cy="95"/>
          </a:xfrm>
          <a:custGeom xmlns:a="http://schemas.openxmlformats.org/drawingml/2006/main">
            <a:pathLst>
              <a:path w="1400175" h="95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003">
            <a:solidFill>
              <a:srgbClr val="5E7275"/>
            </a:solidFill>
            <a:prstDash val="solid"/>
          </a:ln>
        </p:spPr>
      </p:sp>
      <p:sp>
        <p:nvSpPr>
          <p:cNvPr id="54" name="object-52-s0-u0">
            <a:extLst xmlns:a="http://schemas.openxmlformats.org/drawingml/2006/main">
              <a:ext uri="{FF2B5EF4-FFF2-40B4-BE49-F238E27FC236}">
                <a16:creationId xmlns:a16="http://schemas.microsoft.com/office/drawing/2014/main" id="{E209A456-3070-49C2-B1E5-02ADFE2E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278" y="4633258"/>
            <a:ext cx="440055" cy="620078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002">
            <a:solidFill>
              <a:srgbClr val="087E86"/>
            </a:solidFill>
            <a:prstDash val="solid"/>
          </a:ln>
        </p:spPr>
      </p:sp>
      <p:sp>
        <p:nvSpPr>
          <p:cNvPr id="55" name="object-53-s0-u0">
            <a:extLst xmlns:a="http://schemas.openxmlformats.org/drawingml/2006/main">
              <a:ext uri="{FF2B5EF4-FFF2-40B4-BE49-F238E27FC236}">
                <a16:creationId xmlns:a16="http://schemas.microsoft.com/office/drawing/2014/main" id="{FAD76390-E3AF-4B6B-B4E1-EAE9EC49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888" y="4779704"/>
            <a:ext cx="243036" cy="335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6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6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6" name="object-54-s0-u0">
            <a:extLst xmlns:a="http://schemas.openxmlformats.org/drawingml/2006/main">
              <a:ext uri="{FF2B5EF4-FFF2-40B4-BE49-F238E27FC236}">
                <a16:creationId xmlns:a16="http://schemas.microsoft.com/office/drawing/2014/main" id="{DDAB16BD-A5B3-4949-B29D-E7690D89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379" y="4753273"/>
            <a:ext cx="95" cy="380047"/>
          </a:xfrm>
          <a:custGeom xmlns:a="http://schemas.openxmlformats.org/drawingml/2006/main">
            <a:pathLst>
              <a:path w="95" h="380047">
                <a:moveTo>
                  <a:pt x="0" y="0"/>
                </a:moveTo>
                <a:lnTo>
                  <a:pt x="0" y="3800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003">
            <a:solidFill>
              <a:srgbClr val="D66A3E"/>
            </a:solidFill>
            <a:prstDash val="solid"/>
          </a:ln>
        </p:spPr>
      </p:sp>
      <p:sp>
        <p:nvSpPr>
          <p:cNvPr id="57" name="object-55-s0-u0">
            <a:extLst xmlns:a="http://schemas.openxmlformats.org/drawingml/2006/main">
              <a:ext uri="{FF2B5EF4-FFF2-40B4-BE49-F238E27FC236}">
                <a16:creationId xmlns:a16="http://schemas.microsoft.com/office/drawing/2014/main" id="{4109C482-9A28-4085-B3FB-17D5BDCF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373" y="4708267"/>
            <a:ext cx="90011" cy="90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001">
            <a:noFill/>
            <a:prstDash val="solid"/>
          </a:ln>
        </p:spPr>
      </p:sp>
      <p:sp>
        <p:nvSpPr>
          <p:cNvPr id="58" name="object-56-s0-u0">
            <a:extLst xmlns:a="http://schemas.openxmlformats.org/drawingml/2006/main">
              <a:ext uri="{FF2B5EF4-FFF2-40B4-BE49-F238E27FC236}">
                <a16:creationId xmlns:a16="http://schemas.microsoft.com/office/drawing/2014/main" id="{D99CAD55-6C17-4402-923B-D041BE06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366" y="5028307"/>
            <a:ext cx="210026" cy="210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003">
            <a:solidFill>
              <a:srgbClr val="D66A3E"/>
            </a:solidFill>
            <a:prstDash val="solid"/>
          </a:ln>
        </p:spPr>
      </p:sp>
      <p:sp>
        <p:nvSpPr>
          <p:cNvPr id="59" name="object-57-s0-u0">
            <a:extLst xmlns:a="http://schemas.openxmlformats.org/drawingml/2006/main">
              <a:ext uri="{FF2B5EF4-FFF2-40B4-BE49-F238E27FC236}">
                <a16:creationId xmlns:a16="http://schemas.microsoft.com/office/drawing/2014/main" id="{0E3E1EBB-45C3-4DD0-9F4B-D7FA5726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70" y="5063311"/>
            <a:ext cx="140017" cy="140017"/>
          </a:xfrm>
          <a:custGeom xmlns:a="http://schemas.openxmlformats.org/drawingml/2006/main">
            <a:pathLst>
              <a:path w="140017" h="140017">
                <a:moveTo>
                  <a:pt x="0" y="70009"/>
                </a:moveTo>
                <a:lnTo>
                  <a:pt x="140017" y="70009"/>
                </a:lnTo>
              </a:path>
              <a:path w="140017" h="140017">
                <a:moveTo>
                  <a:pt x="70009" y="0"/>
                </a:moveTo>
                <a:lnTo>
                  <a:pt x="70009" y="1400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003">
            <a:solidFill>
              <a:srgbClr val="D66A3E"/>
            </a:solidFill>
            <a:prstDash val="solid"/>
          </a:ln>
        </p:spPr>
      </p:sp>
      <p:sp>
        <p:nvSpPr>
          <p:cNvPr id="60" name="object-58-s0-u0">
            <a:extLst xmlns:a="http://schemas.openxmlformats.org/drawingml/2006/main">
              <a:ext uri="{FF2B5EF4-FFF2-40B4-BE49-F238E27FC236}">
                <a16:creationId xmlns:a16="http://schemas.microsoft.com/office/drawing/2014/main" id="{BA9063B2-BDC1-4523-B348-BFBC0879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5190"/>
            <a:ext cx="1506736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if S CZ = CX S</a:t>
            </a:r>
          </a:p>
        </p:txBody>
      </p:sp>
      <p:sp>
        <p:nvSpPr>
          <p:cNvPr id="61" name="object-135-s0-ux">
            <a:extLst xmlns:a="http://schemas.openxmlformats.org/drawingml/2006/main">
              <a:ext uri="{FF2B5EF4-FFF2-40B4-BE49-F238E27FC236}">
                <a16:creationId xmlns:a16="http://schemas.microsoft.com/office/drawing/2014/main" id="{936FF647-4649-4D02-8F3A-2E81944A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23337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 constrained symbolic S can cover a long subcircuit. Local rewrite sequences may also derive this illustrative example.</a:t>
            </a:r>
          </a:p>
        </p:txBody>
      </p:sp>
      <p:sp>
        <p:nvSpPr>
          <p:cNvPr id="62" name="object-136-s0-ux">
            <a:extLst xmlns:a="http://schemas.openxmlformats.org/drawingml/2006/main">
              <a:ext uri="{FF2B5EF4-FFF2-40B4-BE49-F238E27FC236}">
                <a16:creationId xmlns:a16="http://schemas.microsoft.com/office/drawing/2014/main" id="{8B023A3E-6269-4071-BDE1-189A486E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62039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§§2–3, 5.5; illustrative CZ → CX instance</a:t>
            </a:r>
          </a:p>
        </p:txBody>
      </p:sp>
      <p:sp>
        <p:nvSpPr>
          <p:cNvPr id="63" name="object-137-s0-ux">
            <a:extLst xmlns:a="http://schemas.openxmlformats.org/drawingml/2006/main">
              <a:ext uri="{FF2B5EF4-FFF2-40B4-BE49-F238E27FC236}">
                <a16:creationId xmlns:a16="http://schemas.microsoft.com/office/drawing/2014/main" id="{EA6EA619-C371-41F4-87C7-6E44710F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64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B282B70D-DA79-4EB7-952F-3D8E63D9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1 / 3</a:t>
            </a:r>
          </a:p>
        </p:txBody>
      </p:sp>
    </p:spTree>
    <p:extLst>
      <p:ext uri="{BB962C8B-B14F-4D97-AF65-F5344CB8AC3E}">
        <p14:creationId xmlns:p14="http://schemas.microsoft.com/office/powerpoint/2010/main" val="1677960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top-accent">
            <a:extLst xmlns:a="http://schemas.openxmlformats.org/drawingml/2006/main">
              <a:ext uri="{FF2B5EF4-FFF2-40B4-BE49-F238E27FC236}">
                <a16:creationId xmlns:a16="http://schemas.microsoft.com/office/drawing/2014/main" id="{C076084D-DD92-47D7-8DD0-EA0CF54D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C1B16B7E-8241-498A-B7D9-63F60CB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9060567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Challenge 2: limited reach across long subcircuits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3D41A9D4-B105-4A04-A6C1-4252CD52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4258"/>
            <a:ext cx="360432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INPUT: CZ AND CX SEPARATED BY A 12-GATE 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78180E3B-EE0E-408D-B997-F2080310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581448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3C9D4132-F465-4C02-8C7F-0BAF5D2A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38598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6DF27A69-DFAE-4BB0-81C3-CFD3CD5D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1500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9480EA6E-19A8-4F6F-B81B-39D8499F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8700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B64FCC50-85BD-4B92-A2A5-FBCCA48B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243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636FFA5C-94DB-47F4-A123-65E81D6C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815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EEDDECBA-D556-434C-93BF-5437C12F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38698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372275C0-5273-453E-A134-ED5243E3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69178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52C6BA0A-FD78-4C49-88BA-628D0D61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91961637-78BB-4139-8ABE-F34AC75C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F629E780-87BC-4D15-A737-64EC8738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0BD2C8E0-EC14-41D3-AA3F-0E2AB714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2AEB86F0-E3BE-4F52-98C5-434D712E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BF8845EE-7E2F-4950-BCBD-2A7F4CA5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4F3C36EA-2BB7-4CDE-A590-7A08E843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88481DB5-27C3-498E-B383-9A01394D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3E6DAB4C-D94D-4E74-BC53-FBA127D0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58E89786-DE75-4CCB-B25A-7DEB6A2A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01500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9FA2EB62-C8A7-41B7-9FA0-90278A58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5EBD5612-E6CC-49BF-BEC0-2A1DCBCD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E34A8693-D501-416E-AB0A-FFF36438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917C5988-9C70-4BE1-8DF0-AFC2E3FB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2DF6BA73-3484-4FA7-9681-EFFA2979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42DCB1F2-94AC-4166-8E59-72D532F8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3D48337F-CD4A-45EC-9799-3B80458D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9A252C8A-2385-4B20-8110-FD691DB7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015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5FCC749D-4A66-4AED-BE74-FE1D472D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34E0C417-3743-4E91-AD87-9303B33E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9A071539-7E9A-4AB1-9BE0-86AB1247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31-s0-ux">
            <a:extLst xmlns:a="http://schemas.openxmlformats.org/drawingml/2006/main">
              <a:ext uri="{FF2B5EF4-FFF2-40B4-BE49-F238E27FC236}">
                <a16:creationId xmlns:a16="http://schemas.microsoft.com/office/drawing/2014/main" id="{6A5C6237-BB75-4463-973D-921B41D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015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32-s0-ux">
            <a:extLst xmlns:a="http://schemas.openxmlformats.org/drawingml/2006/main">
              <a:ext uri="{FF2B5EF4-FFF2-40B4-BE49-F238E27FC236}">
                <a16:creationId xmlns:a16="http://schemas.microsoft.com/office/drawing/2014/main" id="{DBFA12E6-0363-406B-8708-90B1B254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243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5" name="object-33-s0-ux">
            <a:extLst xmlns:a="http://schemas.openxmlformats.org/drawingml/2006/main">
              <a:ext uri="{FF2B5EF4-FFF2-40B4-BE49-F238E27FC236}">
                <a16:creationId xmlns:a16="http://schemas.microsoft.com/office/drawing/2014/main" id="{6F075540-5A06-4B14-A79A-47A4EB43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767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object-34-s0-ux">
            <a:extLst xmlns:a="http://schemas.openxmlformats.org/drawingml/2006/main">
              <a:ext uri="{FF2B5EF4-FFF2-40B4-BE49-F238E27FC236}">
                <a16:creationId xmlns:a16="http://schemas.microsoft.com/office/drawing/2014/main" id="{1D8BA8E9-980B-4DB0-ABE1-B68021C8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339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object-35-s0-ux">
            <a:extLst xmlns:a="http://schemas.openxmlformats.org/drawingml/2006/main">
              <a:ext uri="{FF2B5EF4-FFF2-40B4-BE49-F238E27FC236}">
                <a16:creationId xmlns:a16="http://schemas.microsoft.com/office/drawing/2014/main" id="{871DA643-8456-4107-866A-97FA7548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243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8" name="object-36-s0-ux">
            <a:extLst xmlns:a="http://schemas.openxmlformats.org/drawingml/2006/main">
              <a:ext uri="{FF2B5EF4-FFF2-40B4-BE49-F238E27FC236}">
                <a16:creationId xmlns:a16="http://schemas.microsoft.com/office/drawing/2014/main" id="{77E824A4-59CE-4E7B-A68D-D4E2518A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767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434850E7-1CEC-4F01-8AE2-DAF7DE6C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7679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0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B4E2FDCA-A621-43D0-AD45-2E28C137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14898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1" name="object-59-s1-ux">
            <a:extLst xmlns:a="http://schemas.openxmlformats.org/drawingml/2006/main">
              <a:ext uri="{FF2B5EF4-FFF2-40B4-BE49-F238E27FC236}">
                <a16:creationId xmlns:a16="http://schemas.microsoft.com/office/drawing/2014/main" id="{ADF5C3B6-F3BA-4C48-ACEB-F748E82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67348"/>
            <a:ext cx="8343900" cy="95"/>
          </a:xfrm>
          <a:custGeom xmlns:a="http://schemas.openxmlformats.org/drawingml/2006/main">
            <a:pathLst>
              <a:path w="8343900" h="95">
                <a:moveTo>
                  <a:pt x="0" y="0"/>
                </a:moveTo>
                <a:lnTo>
                  <a:pt x="834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2" name="object-59-s1-ux-arrow">
            <a:extLst xmlns:a="http://schemas.openxmlformats.org/drawingml/2006/main">
              <a:ext uri="{FF2B5EF4-FFF2-40B4-BE49-F238E27FC236}">
                <a16:creationId xmlns:a16="http://schemas.microsoft.com/office/drawing/2014/main" id="{BDA65966-C1A6-4103-87E3-C64524D5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10198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D66A3E"/>
          </a:solidFill>
          <a:ln xmlns:a="http://schemas.openxmlformats.org/drawingml/2006/main" w="0">
            <a:noFill/>
          </a:ln>
        </p:spPr>
      </p:sp>
      <p:sp>
        <p:nvSpPr>
          <p:cNvPr id="43" name="object-60-s1-ux">
            <a:extLst xmlns:a="http://schemas.openxmlformats.org/drawingml/2006/main">
              <a:ext uri="{FF2B5EF4-FFF2-40B4-BE49-F238E27FC236}">
                <a16:creationId xmlns:a16="http://schemas.microsoft.com/office/drawing/2014/main" id="{03209AF2-A267-40B7-BEE1-CBBD3607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728" y="3186410"/>
            <a:ext cx="480774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Move across the whole S when S CZ = CX S</a:t>
            </a:r>
          </a:p>
        </p:txBody>
      </p:sp>
      <p:sp>
        <p:nvSpPr>
          <p:cNvPr id="44" name="object-61-s1-u1">
            <a:extLst xmlns:a="http://schemas.openxmlformats.org/drawingml/2006/main">
              <a:ext uri="{FF2B5EF4-FFF2-40B4-BE49-F238E27FC236}">
                <a16:creationId xmlns:a16="http://schemas.microsoft.com/office/drawing/2014/main" id="{84FAAC2A-FEF4-433B-B3EC-26E45FB0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8858"/>
            <a:ext cx="3736628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MATCH ACCEPTED: MOVE CZ THROUGH S AS CX</a:t>
            </a:r>
          </a:p>
        </p:txBody>
      </p:sp>
      <p:sp>
        <p:nvSpPr>
          <p:cNvPr id="45" name="object-62-s1-u1">
            <a:extLst xmlns:a="http://schemas.openxmlformats.org/drawingml/2006/main">
              <a:ext uri="{FF2B5EF4-FFF2-40B4-BE49-F238E27FC236}">
                <a16:creationId xmlns:a16="http://schemas.microsoft.com/office/drawing/2014/main" id="{435830FC-14B6-4898-9452-CC5F2440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96048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46" name="object-63-s1-u1">
            <a:extLst xmlns:a="http://schemas.openxmlformats.org/drawingml/2006/main">
              <a:ext uri="{FF2B5EF4-FFF2-40B4-BE49-F238E27FC236}">
                <a16:creationId xmlns:a16="http://schemas.microsoft.com/office/drawing/2014/main" id="{BAA6E480-9782-4A34-909E-9D072256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4153198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47" name="object-64-s1-u1">
            <a:extLst xmlns:a="http://schemas.openxmlformats.org/drawingml/2006/main">
              <a:ext uri="{FF2B5EF4-FFF2-40B4-BE49-F238E27FC236}">
                <a16:creationId xmlns:a16="http://schemas.microsoft.com/office/drawing/2014/main" id="{91FBC2BF-88F8-4CF3-A1DE-AB27274E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6100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48" name="object-65-s1-u1">
            <a:extLst xmlns:a="http://schemas.openxmlformats.org/drawingml/2006/main">
              <a:ext uri="{FF2B5EF4-FFF2-40B4-BE49-F238E27FC236}">
                <a16:creationId xmlns:a16="http://schemas.microsoft.com/office/drawing/2014/main" id="{D224F24F-DD12-4FEC-B935-A1E3AC7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3300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49" name="object-66-s1-u1">
            <a:extLst xmlns:a="http://schemas.openxmlformats.org/drawingml/2006/main">
              <a:ext uri="{FF2B5EF4-FFF2-40B4-BE49-F238E27FC236}">
                <a16:creationId xmlns:a16="http://schemas.microsoft.com/office/drawing/2014/main" id="{E254F43D-EB76-4D12-988F-0F7F7304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389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50" name="object-67-s1-u1">
            <a:extLst xmlns:a="http://schemas.openxmlformats.org/drawingml/2006/main">
              <a:ext uri="{FF2B5EF4-FFF2-40B4-BE49-F238E27FC236}">
                <a16:creationId xmlns:a16="http://schemas.microsoft.com/office/drawing/2014/main" id="{5E302A0F-59CB-43DB-A4ED-DDBA36F9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61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51" name="object-68-s1-u1">
            <a:extLst xmlns:a="http://schemas.openxmlformats.org/drawingml/2006/main">
              <a:ext uri="{FF2B5EF4-FFF2-40B4-BE49-F238E27FC236}">
                <a16:creationId xmlns:a16="http://schemas.microsoft.com/office/drawing/2014/main" id="{1EB545C7-7FA1-4693-9803-EF705BEE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298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2" name="object-69-s1-u1">
            <a:extLst xmlns:a="http://schemas.openxmlformats.org/drawingml/2006/main">
              <a:ext uri="{FF2B5EF4-FFF2-40B4-BE49-F238E27FC236}">
                <a16:creationId xmlns:a16="http://schemas.microsoft.com/office/drawing/2014/main" id="{C3DBA028-972D-45A5-9FAD-AF2A6AC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4983778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3" name="object-70-s1-u1">
            <a:extLst xmlns:a="http://schemas.openxmlformats.org/drawingml/2006/main">
              <a:ext uri="{FF2B5EF4-FFF2-40B4-BE49-F238E27FC236}">
                <a16:creationId xmlns:a16="http://schemas.microsoft.com/office/drawing/2014/main" id="{EC547B7E-4959-42FB-8B75-8AB5E8F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4" name="object-71-s1-u1">
            <a:extLst xmlns:a="http://schemas.openxmlformats.org/drawingml/2006/main">
              <a:ext uri="{FF2B5EF4-FFF2-40B4-BE49-F238E27FC236}">
                <a16:creationId xmlns:a16="http://schemas.microsoft.com/office/drawing/2014/main" id="{02402F4B-6216-4D60-8B5B-F1F9294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45161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55" name="object-72-s1-u1">
            <a:extLst xmlns:a="http://schemas.openxmlformats.org/drawingml/2006/main">
              <a:ext uri="{FF2B5EF4-FFF2-40B4-BE49-F238E27FC236}">
                <a16:creationId xmlns:a16="http://schemas.microsoft.com/office/drawing/2014/main" id="{9463B858-6E56-4F5C-8144-4B59C5F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6" name="object-73-s1-u1">
            <a:extLst xmlns:a="http://schemas.openxmlformats.org/drawingml/2006/main">
              <a:ext uri="{FF2B5EF4-FFF2-40B4-BE49-F238E27FC236}">
                <a16:creationId xmlns:a16="http://schemas.microsoft.com/office/drawing/2014/main" id="{5AA5F99D-03C2-4E01-A73C-F01A7B14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57" name="object-74-s1-u1">
            <a:extLst xmlns:a="http://schemas.openxmlformats.org/drawingml/2006/main">
              <a:ext uri="{FF2B5EF4-FFF2-40B4-BE49-F238E27FC236}">
                <a16:creationId xmlns:a16="http://schemas.microsoft.com/office/drawing/2014/main" id="{689E7469-2641-499F-AA25-DCD88893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8" name="object-75-s1-u1">
            <a:extLst xmlns:a="http://schemas.openxmlformats.org/drawingml/2006/main">
              <a:ext uri="{FF2B5EF4-FFF2-40B4-BE49-F238E27FC236}">
                <a16:creationId xmlns:a16="http://schemas.microsoft.com/office/drawing/2014/main" id="{E71BEAA4-C757-4CEF-BC07-2A64392D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45161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59" name="object-76-s1-u1">
            <a:extLst xmlns:a="http://schemas.openxmlformats.org/drawingml/2006/main">
              <a:ext uri="{FF2B5EF4-FFF2-40B4-BE49-F238E27FC236}">
                <a16:creationId xmlns:a16="http://schemas.microsoft.com/office/drawing/2014/main" id="{5B30D9F5-0FEF-4FE5-A4AF-8670F2E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0" name="object-77-s1-u1">
            <a:extLst xmlns:a="http://schemas.openxmlformats.org/drawingml/2006/main">
              <a:ext uri="{FF2B5EF4-FFF2-40B4-BE49-F238E27FC236}">
                <a16:creationId xmlns:a16="http://schemas.microsoft.com/office/drawing/2014/main" id="{34310964-D7D3-40FC-AA87-C51012C5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61" name="object-78-s1-u1">
            <a:extLst xmlns:a="http://schemas.openxmlformats.org/drawingml/2006/main">
              <a:ext uri="{FF2B5EF4-FFF2-40B4-BE49-F238E27FC236}">
                <a16:creationId xmlns:a16="http://schemas.microsoft.com/office/drawing/2014/main" id="{171AC5EC-6F12-4BF9-BEFF-B3070992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2" name="object-79-s1-u1">
            <a:extLst xmlns:a="http://schemas.openxmlformats.org/drawingml/2006/main">
              <a:ext uri="{FF2B5EF4-FFF2-40B4-BE49-F238E27FC236}">
                <a16:creationId xmlns:a16="http://schemas.microsoft.com/office/drawing/2014/main" id="{E893F1A3-51E8-4DF6-A336-A8AC836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4516100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63" name="object-80-s1-u1">
            <a:extLst xmlns:a="http://schemas.openxmlformats.org/drawingml/2006/main">
              <a:ext uri="{FF2B5EF4-FFF2-40B4-BE49-F238E27FC236}">
                <a16:creationId xmlns:a16="http://schemas.microsoft.com/office/drawing/2014/main" id="{6E21B503-23B7-4795-B7FC-2E88905F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4" name="object-81-s1-u1">
            <a:extLst xmlns:a="http://schemas.openxmlformats.org/drawingml/2006/main">
              <a:ext uri="{FF2B5EF4-FFF2-40B4-BE49-F238E27FC236}">
                <a16:creationId xmlns:a16="http://schemas.microsoft.com/office/drawing/2014/main" id="{F46D3E37-EF5C-42AB-8D0C-464C4F08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65" name="object-82-s1-u1">
            <a:extLst xmlns:a="http://schemas.openxmlformats.org/drawingml/2006/main">
              <a:ext uri="{FF2B5EF4-FFF2-40B4-BE49-F238E27FC236}">
                <a16:creationId xmlns:a16="http://schemas.microsoft.com/office/drawing/2014/main" id="{E683A393-85E0-4452-A795-F71F0AD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6" name="object-83-s1-u1">
            <a:extLst xmlns:a="http://schemas.openxmlformats.org/drawingml/2006/main">
              <a:ext uri="{FF2B5EF4-FFF2-40B4-BE49-F238E27FC236}">
                <a16:creationId xmlns:a16="http://schemas.microsoft.com/office/drawing/2014/main" id="{7D6334BC-C6BB-4775-9669-5A7B22F3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45161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67" name="object-84-s1-u1">
            <a:extLst xmlns:a="http://schemas.openxmlformats.org/drawingml/2006/main">
              <a:ext uri="{FF2B5EF4-FFF2-40B4-BE49-F238E27FC236}">
                <a16:creationId xmlns:a16="http://schemas.microsoft.com/office/drawing/2014/main" id="{08368636-D075-489F-87D2-F3AB1536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85-s1-u1">
            <a:extLst xmlns:a="http://schemas.openxmlformats.org/drawingml/2006/main">
              <a:ext uri="{FF2B5EF4-FFF2-40B4-BE49-F238E27FC236}">
                <a16:creationId xmlns:a16="http://schemas.microsoft.com/office/drawing/2014/main" id="{0846689A-A37C-4DD8-8199-CA304231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69" name="object-86-s1-u1">
            <a:extLst xmlns:a="http://schemas.openxmlformats.org/drawingml/2006/main">
              <a:ext uri="{FF2B5EF4-FFF2-40B4-BE49-F238E27FC236}">
                <a16:creationId xmlns:a16="http://schemas.microsoft.com/office/drawing/2014/main" id="{5E603FEA-AA92-4252-8060-C220C3C4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0" name="object-87-s1-u1">
            <a:extLst xmlns:a="http://schemas.openxmlformats.org/drawingml/2006/main">
              <a:ext uri="{FF2B5EF4-FFF2-40B4-BE49-F238E27FC236}">
                <a16:creationId xmlns:a16="http://schemas.microsoft.com/office/drawing/2014/main" id="{465FCA06-99BB-4C1B-9912-72834BB5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45161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71" name="object-88-s1-u1">
            <a:extLst xmlns:a="http://schemas.openxmlformats.org/drawingml/2006/main">
              <a:ext uri="{FF2B5EF4-FFF2-40B4-BE49-F238E27FC236}">
                <a16:creationId xmlns:a16="http://schemas.microsoft.com/office/drawing/2014/main" id="{2507572A-CE62-4CBE-9116-537F9B1B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2" name="object-89-s1-u1">
            <a:extLst xmlns:a="http://schemas.openxmlformats.org/drawingml/2006/main">
              <a:ext uri="{FF2B5EF4-FFF2-40B4-BE49-F238E27FC236}">
                <a16:creationId xmlns:a16="http://schemas.microsoft.com/office/drawing/2014/main" id="{5593D9B4-D54B-4536-8ECD-EA9F2809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73" name="object-90-s1-u1">
            <a:extLst xmlns:a="http://schemas.openxmlformats.org/drawingml/2006/main">
              <a:ext uri="{FF2B5EF4-FFF2-40B4-BE49-F238E27FC236}">
                <a16:creationId xmlns:a16="http://schemas.microsoft.com/office/drawing/2014/main" id="{25257E42-C312-4F62-9F94-AE1C3A7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4" name="object-91-s1-u1">
            <a:extLst xmlns:a="http://schemas.openxmlformats.org/drawingml/2006/main">
              <a:ext uri="{FF2B5EF4-FFF2-40B4-BE49-F238E27FC236}">
                <a16:creationId xmlns:a16="http://schemas.microsoft.com/office/drawing/2014/main" id="{C78CA55C-42C7-4D3E-A162-804FC44B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45161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75" name="object-92-s1-u1">
            <a:extLst xmlns:a="http://schemas.openxmlformats.org/drawingml/2006/main">
              <a:ext uri="{FF2B5EF4-FFF2-40B4-BE49-F238E27FC236}">
                <a16:creationId xmlns:a16="http://schemas.microsoft.com/office/drawing/2014/main" id="{E2181187-82A7-4DB3-A73F-401C14C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389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76" name="object-93-s1-u1">
            <a:extLst xmlns:a="http://schemas.openxmlformats.org/drawingml/2006/main">
              <a:ext uri="{FF2B5EF4-FFF2-40B4-BE49-F238E27FC236}">
                <a16:creationId xmlns:a16="http://schemas.microsoft.com/office/drawing/2014/main" id="{5DECA453-8EF4-43AE-B8E4-13D189AC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3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7" name="object-94-s1-u1">
            <a:extLst xmlns:a="http://schemas.openxmlformats.org/drawingml/2006/main">
              <a:ext uri="{FF2B5EF4-FFF2-40B4-BE49-F238E27FC236}">
                <a16:creationId xmlns:a16="http://schemas.microsoft.com/office/drawing/2014/main" id="{FC5289E0-DAB5-4C19-A4DE-2A71A6A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9139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78" name="object-95-s1-u1">
            <a:extLst xmlns:a="http://schemas.openxmlformats.org/drawingml/2006/main">
              <a:ext uri="{FF2B5EF4-FFF2-40B4-BE49-F238E27FC236}">
                <a16:creationId xmlns:a16="http://schemas.microsoft.com/office/drawing/2014/main" id="{3578A7AB-D3FC-468E-9203-1A77F51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29498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79" name="object-96-s1-u1">
            <a:extLst xmlns:a="http://schemas.openxmlformats.org/drawingml/2006/main">
              <a:ext uri="{FF2B5EF4-FFF2-40B4-BE49-F238E27FC236}">
                <a16:creationId xmlns:a16="http://schemas.microsoft.com/office/drawing/2014/main" id="{3C1F0179-B160-442B-9E10-A3764768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6389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80" name="object-97-s1-u1">
            <a:extLst xmlns:a="http://schemas.openxmlformats.org/drawingml/2006/main">
              <a:ext uri="{FF2B5EF4-FFF2-40B4-BE49-F238E27FC236}">
                <a16:creationId xmlns:a16="http://schemas.microsoft.com/office/drawing/2014/main" id="{7741ECC8-2CD6-4434-AF90-F578A6BC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5913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1" name="object-98-s1-u1">
            <a:extLst xmlns:a="http://schemas.openxmlformats.org/drawingml/2006/main">
              <a:ext uri="{FF2B5EF4-FFF2-40B4-BE49-F238E27FC236}">
                <a16:creationId xmlns:a16="http://schemas.microsoft.com/office/drawing/2014/main" id="{DA9515F6-7371-4EC5-93B8-A278BB1C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99139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82" name="object-99-s1-u1">
            <a:extLst xmlns:a="http://schemas.openxmlformats.org/drawingml/2006/main">
              <a:ext uri="{FF2B5EF4-FFF2-40B4-BE49-F238E27FC236}">
                <a16:creationId xmlns:a16="http://schemas.microsoft.com/office/drawing/2014/main" id="{053236B9-B748-43C3-A45E-58EF899F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029498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83" name="object-100-s1-u1">
            <a:extLst xmlns:a="http://schemas.openxmlformats.org/drawingml/2006/main">
              <a:ext uri="{FF2B5EF4-FFF2-40B4-BE49-F238E27FC236}">
                <a16:creationId xmlns:a16="http://schemas.microsoft.com/office/drawing/2014/main" id="{7D163C28-5C9E-4CE2-9CC6-BD29FE87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67523"/>
            <a:ext cx="1038225" cy="8001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D66A3E"/>
            </a:solidFill>
            <a:prstDash val="dash"/>
          </a:ln>
        </p:spPr>
      </p:sp>
      <p:sp>
        <p:nvSpPr>
          <p:cNvPr id="84" name="object-101-s1-u1">
            <a:extLst xmlns:a="http://schemas.openxmlformats.org/drawingml/2006/main">
              <a:ext uri="{FF2B5EF4-FFF2-40B4-BE49-F238E27FC236}">
                <a16:creationId xmlns:a16="http://schemas.microsoft.com/office/drawing/2014/main" id="{881FD953-FACB-4E63-9BD0-08E538E3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005" y="4125575"/>
            <a:ext cx="99179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cancel next</a:t>
            </a:r>
          </a:p>
        </p:txBody>
      </p:sp>
      <p:sp>
        <p:nvSpPr>
          <p:cNvPr id="85" name="object-135-s0-ux">
            <a:extLst xmlns:a="http://schemas.openxmlformats.org/drawingml/2006/main">
              <a:ext uri="{FF2B5EF4-FFF2-40B4-BE49-F238E27FC236}">
                <a16:creationId xmlns:a16="http://schemas.microsoft.com/office/drawing/2014/main" id="{C70129F6-C9F9-406C-AAE2-404B1284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23337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 constrained symbolic S can cover a long subcircuit. Local rewrite sequences may also derive this illustrative example.</a:t>
            </a:r>
          </a:p>
        </p:txBody>
      </p:sp>
      <p:sp>
        <p:nvSpPr>
          <p:cNvPr id="86" name="object-136-s0-ux">
            <a:extLst xmlns:a="http://schemas.openxmlformats.org/drawingml/2006/main">
              <a:ext uri="{FF2B5EF4-FFF2-40B4-BE49-F238E27FC236}">
                <a16:creationId xmlns:a16="http://schemas.microsoft.com/office/drawing/2014/main" id="{CEA9DEE0-C87F-44D8-81E1-D70EDD7A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62039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§§2–3, 5.5; illustrative CZ → CX instance</a:t>
            </a:r>
          </a:p>
        </p:txBody>
      </p:sp>
      <p:sp>
        <p:nvSpPr>
          <p:cNvPr id="87" name="object-137-s0-ux">
            <a:extLst xmlns:a="http://schemas.openxmlformats.org/drawingml/2006/main">
              <a:ext uri="{FF2B5EF4-FFF2-40B4-BE49-F238E27FC236}">
                <a16:creationId xmlns:a16="http://schemas.microsoft.com/office/drawing/2014/main" id="{CC79B316-1CA2-4FF2-B2D8-D913D483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88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27B9562C-91D3-4DD7-AFA2-AEC28628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2 / 3</a:t>
            </a:r>
          </a:p>
        </p:txBody>
      </p:sp>
    </p:spTree>
    <p:extLst>
      <p:ext uri="{BB962C8B-B14F-4D97-AF65-F5344CB8AC3E}">
        <p14:creationId xmlns:p14="http://schemas.microsoft.com/office/powerpoint/2010/main" val="1191957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top-accent">
            <a:extLst xmlns:a="http://schemas.openxmlformats.org/drawingml/2006/main">
              <a:ext uri="{FF2B5EF4-FFF2-40B4-BE49-F238E27FC236}">
                <a16:creationId xmlns:a16="http://schemas.microsoft.com/office/drawing/2014/main" id="{9EFB8114-A2CD-4E11-B3B7-C4D11F6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ADBF4937-632A-4643-B69E-53108178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9060567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Challenge 2: limited reach across long subcircuits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3343DA03-785B-4744-9DCE-9D04ED87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4258"/>
            <a:ext cx="360432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INPUT: CZ AND CX SEPARATED BY A 12-GATE 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47475E38-6E0B-4D28-8286-E52EC6B6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581448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344D46AC-C837-423B-8858-CF38F587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38598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28282EBE-2A92-42A9-B8CD-4F015A52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1500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6E60EC90-8235-4ADB-B507-2BA46587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8700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55B6CC1A-478A-48FA-A85C-65F643A1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243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0C53BC82-EE51-4D10-9519-68C94AD7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81573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4A06BCAD-F18F-4245-B03C-F17244B5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38698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234308B4-E392-4C16-BD1E-BDF4BA9B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69178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70B7FEFB-304B-4859-9BEC-3851FCE0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AC6821F5-66DA-47A4-9E77-B9D2C7DA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A77CD196-5527-40B2-BC45-04D89428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5BBCD17E-BFBE-418A-9075-BBDA4558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42AE0A2A-126F-41E8-B786-462D9525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31510C7F-B6EE-4CA0-96C6-018A5678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56516376-8DB2-4187-9BE8-B44244BD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3D7129BD-F812-4333-8350-F079F954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F2136C91-B34F-4293-A52E-399B0653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8C9B087C-B0BC-495E-98B5-C2D0E4B5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01500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47EE76CE-5138-4B17-A588-E07830DA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02D1FADD-CDBC-40AA-95D2-7ED3C3EF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795AFE01-28F3-4A84-8BFA-6DFE8CAA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F8462AE3-A63D-4540-9B31-718E3142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015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88D41ACC-6529-4A20-A73D-E24EE8E1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5421F563-B4CA-421E-87A9-7CFBC47B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ADE9FD3D-069B-4B5F-B317-13D7B5E2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0512A83B-2016-4912-8BA5-15D49A19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015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0316EC06-4AC5-4152-BF54-5C389146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6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362A8CF4-D3F8-4578-9D9D-B6C3EDA7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691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650733F2-D040-4B8E-BF7E-D32E712E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4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31-s0-ux">
            <a:extLst xmlns:a="http://schemas.openxmlformats.org/drawingml/2006/main">
              <a:ext uri="{FF2B5EF4-FFF2-40B4-BE49-F238E27FC236}">
                <a16:creationId xmlns:a16="http://schemas.microsoft.com/office/drawing/2014/main" id="{458FD549-5D9D-441C-9018-BFCF43C2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015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32-s0-ux">
            <a:extLst xmlns:a="http://schemas.openxmlformats.org/drawingml/2006/main">
              <a:ext uri="{FF2B5EF4-FFF2-40B4-BE49-F238E27FC236}">
                <a16:creationId xmlns:a16="http://schemas.microsoft.com/office/drawing/2014/main" id="{10D21DB6-8420-4922-84A8-9AA199B3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243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5" name="object-33-s0-ux">
            <a:extLst xmlns:a="http://schemas.openxmlformats.org/drawingml/2006/main">
              <a:ext uri="{FF2B5EF4-FFF2-40B4-BE49-F238E27FC236}">
                <a16:creationId xmlns:a16="http://schemas.microsoft.com/office/drawing/2014/main" id="{81C954B8-8713-4BA7-9A9A-3FA03660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767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object-34-s0-ux">
            <a:extLst xmlns:a="http://schemas.openxmlformats.org/drawingml/2006/main">
              <a:ext uri="{FF2B5EF4-FFF2-40B4-BE49-F238E27FC236}">
                <a16:creationId xmlns:a16="http://schemas.microsoft.com/office/drawing/2014/main" id="{DE0C3A96-7AE7-4BF4-883E-D345DFC1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339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object-35-s0-ux">
            <a:extLst xmlns:a="http://schemas.openxmlformats.org/drawingml/2006/main">
              <a:ext uri="{FF2B5EF4-FFF2-40B4-BE49-F238E27FC236}">
                <a16:creationId xmlns:a16="http://schemas.microsoft.com/office/drawing/2014/main" id="{D8B3724A-25A3-4CA3-924A-BA16F429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24373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8" name="object-36-s0-ux">
            <a:extLst xmlns:a="http://schemas.openxmlformats.org/drawingml/2006/main">
              <a:ext uri="{FF2B5EF4-FFF2-40B4-BE49-F238E27FC236}">
                <a16:creationId xmlns:a16="http://schemas.microsoft.com/office/drawing/2014/main" id="{AE0612CF-7C27-4C7F-A211-C29B3BF9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767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1EF9CFB9-2080-46EB-8DD9-C1133A3C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7679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0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EE90382D-F03E-4C8D-9E18-8D5E8DED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14898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1" name="object-59-s1-ux">
            <a:extLst xmlns:a="http://schemas.openxmlformats.org/drawingml/2006/main">
              <a:ext uri="{FF2B5EF4-FFF2-40B4-BE49-F238E27FC236}">
                <a16:creationId xmlns:a16="http://schemas.microsoft.com/office/drawing/2014/main" id="{C433E18A-9570-4313-8919-2FEA429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67348"/>
            <a:ext cx="8343900" cy="95"/>
          </a:xfrm>
          <a:custGeom xmlns:a="http://schemas.openxmlformats.org/drawingml/2006/main">
            <a:pathLst>
              <a:path w="8343900" h="95">
                <a:moveTo>
                  <a:pt x="0" y="0"/>
                </a:moveTo>
                <a:lnTo>
                  <a:pt x="834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2" name="object-59-s1-ux-arrow">
            <a:extLst xmlns:a="http://schemas.openxmlformats.org/drawingml/2006/main">
              <a:ext uri="{FF2B5EF4-FFF2-40B4-BE49-F238E27FC236}">
                <a16:creationId xmlns:a16="http://schemas.microsoft.com/office/drawing/2014/main" id="{DA10E9A0-1CB6-4A1C-BD5E-82F28C47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10198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D66A3E"/>
          </a:solidFill>
          <a:ln xmlns:a="http://schemas.openxmlformats.org/drawingml/2006/main" w="0">
            <a:noFill/>
          </a:ln>
        </p:spPr>
      </p:sp>
      <p:sp>
        <p:nvSpPr>
          <p:cNvPr id="43" name="object-60-s1-ux">
            <a:extLst xmlns:a="http://schemas.openxmlformats.org/drawingml/2006/main">
              <a:ext uri="{FF2B5EF4-FFF2-40B4-BE49-F238E27FC236}">
                <a16:creationId xmlns:a16="http://schemas.microsoft.com/office/drawing/2014/main" id="{F93AE360-AC4F-4C69-895C-ACEB9D69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728" y="3186410"/>
            <a:ext cx="480774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Move across the whole S when S CZ = CX S</a:t>
            </a:r>
          </a:p>
        </p:txBody>
      </p:sp>
      <p:sp>
        <p:nvSpPr>
          <p:cNvPr id="44" name="object-102-s2-ux">
            <a:extLst xmlns:a="http://schemas.openxmlformats.org/drawingml/2006/main">
              <a:ext uri="{FF2B5EF4-FFF2-40B4-BE49-F238E27FC236}">
                <a16:creationId xmlns:a16="http://schemas.microsoft.com/office/drawing/2014/main" id="{D8319168-85D9-47D9-981F-E538245E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8858"/>
            <a:ext cx="2571304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CANCEL THE ADJACENT CX PAIR</a:t>
            </a:r>
          </a:p>
        </p:txBody>
      </p:sp>
      <p:sp>
        <p:nvSpPr>
          <p:cNvPr id="45" name="object-103-s2-ux">
            <a:extLst xmlns:a="http://schemas.openxmlformats.org/drawingml/2006/main">
              <a:ext uri="{FF2B5EF4-FFF2-40B4-BE49-F238E27FC236}">
                <a16:creationId xmlns:a16="http://schemas.microsoft.com/office/drawing/2014/main" id="{26E03EC8-FF55-421C-AA3A-045C845D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96048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46" name="object-104-s2-ux">
            <a:extLst xmlns:a="http://schemas.openxmlformats.org/drawingml/2006/main">
              <a:ext uri="{FF2B5EF4-FFF2-40B4-BE49-F238E27FC236}">
                <a16:creationId xmlns:a16="http://schemas.microsoft.com/office/drawing/2014/main" id="{3ADC70A1-728E-4B22-9673-5C36702E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4153198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47" name="object-105-s2-ux">
            <a:extLst xmlns:a="http://schemas.openxmlformats.org/drawingml/2006/main">
              <a:ext uri="{FF2B5EF4-FFF2-40B4-BE49-F238E27FC236}">
                <a16:creationId xmlns:a16="http://schemas.microsoft.com/office/drawing/2014/main" id="{3616A0FE-90D0-411D-9419-10B67747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6100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48" name="object-106-s2-ux">
            <a:extLst xmlns:a="http://schemas.openxmlformats.org/drawingml/2006/main">
              <a:ext uri="{FF2B5EF4-FFF2-40B4-BE49-F238E27FC236}">
                <a16:creationId xmlns:a16="http://schemas.microsoft.com/office/drawing/2014/main" id="{A449B3EF-3669-4137-BDE5-A652E1DA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3300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49" name="object-107-s2-ux">
            <a:extLst xmlns:a="http://schemas.openxmlformats.org/drawingml/2006/main">
              <a:ext uri="{FF2B5EF4-FFF2-40B4-BE49-F238E27FC236}">
                <a16:creationId xmlns:a16="http://schemas.microsoft.com/office/drawing/2014/main" id="{9BADB822-A143-4DC2-A9CB-C7C235AF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38973"/>
            <a:ext cx="8305800" cy="95"/>
          </a:xfrm>
          <a:custGeom xmlns:a="http://schemas.openxmlformats.org/drawingml/2006/main">
            <a:pathLst>
              <a:path w="8305800" h="95">
                <a:moveTo>
                  <a:pt x="0" y="0"/>
                </a:moveTo>
                <a:lnTo>
                  <a:pt x="830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50" name="object-108-s2-ux">
            <a:extLst xmlns:a="http://schemas.openxmlformats.org/drawingml/2006/main">
              <a:ext uri="{FF2B5EF4-FFF2-40B4-BE49-F238E27FC236}">
                <a16:creationId xmlns:a16="http://schemas.microsoft.com/office/drawing/2014/main" id="{60E507DE-44E6-4058-8010-88365A48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6173"/>
            <a:ext cx="8305800" cy="95"/>
          </a:xfrm>
          <a:custGeom xmlns:a="http://schemas.openxmlformats.org/drawingml/2006/main">
            <a:pathLst>
              <a:path w="8305800" h="95">
                <a:moveTo>
                  <a:pt x="0" y="0"/>
                </a:moveTo>
                <a:lnTo>
                  <a:pt x="830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51" name="object-109-s2-ux">
            <a:extLst xmlns:a="http://schemas.openxmlformats.org/drawingml/2006/main">
              <a:ext uri="{FF2B5EF4-FFF2-40B4-BE49-F238E27FC236}">
                <a16:creationId xmlns:a16="http://schemas.microsoft.com/office/drawing/2014/main" id="{F27F9BE0-30F7-427C-A725-4785ED72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298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2" name="object-110-s2-ux">
            <a:extLst xmlns:a="http://schemas.openxmlformats.org/drawingml/2006/main">
              <a:ext uri="{FF2B5EF4-FFF2-40B4-BE49-F238E27FC236}">
                <a16:creationId xmlns:a16="http://schemas.microsoft.com/office/drawing/2014/main" id="{E3E8FC21-C0CD-4040-A926-2159D894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4983778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3" name="object-111-s2-ux">
            <a:extLst xmlns:a="http://schemas.openxmlformats.org/drawingml/2006/main">
              <a:ext uri="{FF2B5EF4-FFF2-40B4-BE49-F238E27FC236}">
                <a16:creationId xmlns:a16="http://schemas.microsoft.com/office/drawing/2014/main" id="{25E5F6FD-8FDD-4D05-A778-9592F3CD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4" name="object-112-s2-ux">
            <a:extLst xmlns:a="http://schemas.openxmlformats.org/drawingml/2006/main">
              <a:ext uri="{FF2B5EF4-FFF2-40B4-BE49-F238E27FC236}">
                <a16:creationId xmlns:a16="http://schemas.microsoft.com/office/drawing/2014/main" id="{FC6AB531-A8F3-4A88-A848-0E10EAD4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45161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55" name="object-113-s2-ux">
            <a:extLst xmlns:a="http://schemas.openxmlformats.org/drawingml/2006/main">
              <a:ext uri="{FF2B5EF4-FFF2-40B4-BE49-F238E27FC236}">
                <a16:creationId xmlns:a16="http://schemas.microsoft.com/office/drawing/2014/main" id="{22ECB89A-C824-423E-B9D4-18C81358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6" name="object-114-s2-ux">
            <a:extLst xmlns:a="http://schemas.openxmlformats.org/drawingml/2006/main">
              <a:ext uri="{FF2B5EF4-FFF2-40B4-BE49-F238E27FC236}">
                <a16:creationId xmlns:a16="http://schemas.microsoft.com/office/drawing/2014/main" id="{29862255-E2C4-427D-A8A2-40AA393E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57" name="object-115-s2-ux">
            <a:extLst xmlns:a="http://schemas.openxmlformats.org/drawingml/2006/main">
              <a:ext uri="{FF2B5EF4-FFF2-40B4-BE49-F238E27FC236}">
                <a16:creationId xmlns:a16="http://schemas.microsoft.com/office/drawing/2014/main" id="{55960059-153B-4FEF-83A0-201B999B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58" name="object-116-s2-ux">
            <a:extLst xmlns:a="http://schemas.openxmlformats.org/drawingml/2006/main">
              <a:ext uri="{FF2B5EF4-FFF2-40B4-BE49-F238E27FC236}">
                <a16:creationId xmlns:a16="http://schemas.microsoft.com/office/drawing/2014/main" id="{16DDF662-AB74-435E-AADA-FD620220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45161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59" name="object-117-s2-ux">
            <a:extLst xmlns:a="http://schemas.openxmlformats.org/drawingml/2006/main">
              <a:ext uri="{FF2B5EF4-FFF2-40B4-BE49-F238E27FC236}">
                <a16:creationId xmlns:a16="http://schemas.microsoft.com/office/drawing/2014/main" id="{6520DE15-7FD1-49BC-A98B-18B71BE8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0" name="object-118-s2-ux">
            <a:extLst xmlns:a="http://schemas.openxmlformats.org/drawingml/2006/main">
              <a:ext uri="{FF2B5EF4-FFF2-40B4-BE49-F238E27FC236}">
                <a16:creationId xmlns:a16="http://schemas.microsoft.com/office/drawing/2014/main" id="{207A9CBE-62C8-4E4E-8BAA-71633FAB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61" name="object-119-s2-ux">
            <a:extLst xmlns:a="http://schemas.openxmlformats.org/drawingml/2006/main">
              <a:ext uri="{FF2B5EF4-FFF2-40B4-BE49-F238E27FC236}">
                <a16:creationId xmlns:a16="http://schemas.microsoft.com/office/drawing/2014/main" id="{ECBB5684-498B-4D36-A9C2-F90A29EE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2" name="object-120-s2-ux">
            <a:extLst xmlns:a="http://schemas.openxmlformats.org/drawingml/2006/main">
              <a:ext uri="{FF2B5EF4-FFF2-40B4-BE49-F238E27FC236}">
                <a16:creationId xmlns:a16="http://schemas.microsoft.com/office/drawing/2014/main" id="{7CE05E7B-360B-4C56-B587-ADE3CC4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4516100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63" name="object-121-s2-ux">
            <a:extLst xmlns:a="http://schemas.openxmlformats.org/drawingml/2006/main">
              <a:ext uri="{FF2B5EF4-FFF2-40B4-BE49-F238E27FC236}">
                <a16:creationId xmlns:a16="http://schemas.microsoft.com/office/drawing/2014/main" id="{28895CC7-BF8A-4BB9-A60B-BA711E84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4" name="object-122-s2-ux">
            <a:extLst xmlns:a="http://schemas.openxmlformats.org/drawingml/2006/main">
              <a:ext uri="{FF2B5EF4-FFF2-40B4-BE49-F238E27FC236}">
                <a16:creationId xmlns:a16="http://schemas.microsoft.com/office/drawing/2014/main" id="{64633782-9E24-4CD6-B5E2-FE110BCF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65" name="object-123-s2-ux">
            <a:extLst xmlns:a="http://schemas.openxmlformats.org/drawingml/2006/main">
              <a:ext uri="{FF2B5EF4-FFF2-40B4-BE49-F238E27FC236}">
                <a16:creationId xmlns:a16="http://schemas.microsoft.com/office/drawing/2014/main" id="{5A24DCDE-22CF-4C36-95C8-D5A060A7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6" name="object-124-s2-ux">
            <a:extLst xmlns:a="http://schemas.openxmlformats.org/drawingml/2006/main">
              <a:ext uri="{FF2B5EF4-FFF2-40B4-BE49-F238E27FC236}">
                <a16:creationId xmlns:a16="http://schemas.microsoft.com/office/drawing/2014/main" id="{30810402-E466-419B-B3D3-74601F58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4516100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67" name="object-125-s2-ux">
            <a:extLst xmlns:a="http://schemas.openxmlformats.org/drawingml/2006/main">
              <a:ext uri="{FF2B5EF4-FFF2-40B4-BE49-F238E27FC236}">
                <a16:creationId xmlns:a16="http://schemas.microsoft.com/office/drawing/2014/main" id="{025414B6-0E3F-4F5F-A69A-98B242BD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126-s2-ux">
            <a:extLst xmlns:a="http://schemas.openxmlformats.org/drawingml/2006/main">
              <a:ext uri="{FF2B5EF4-FFF2-40B4-BE49-F238E27FC236}">
                <a16:creationId xmlns:a16="http://schemas.microsoft.com/office/drawing/2014/main" id="{DFD9EC72-6DD1-40B9-BDE4-D48F0D11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69" name="object-127-s2-ux">
            <a:extLst xmlns:a="http://schemas.openxmlformats.org/drawingml/2006/main">
              <a:ext uri="{FF2B5EF4-FFF2-40B4-BE49-F238E27FC236}">
                <a16:creationId xmlns:a16="http://schemas.microsoft.com/office/drawing/2014/main" id="{D533294B-95A0-4607-B639-3EE3D7C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0" name="object-128-s2-ux">
            <a:extLst xmlns:a="http://schemas.openxmlformats.org/drawingml/2006/main">
              <a:ext uri="{FF2B5EF4-FFF2-40B4-BE49-F238E27FC236}">
                <a16:creationId xmlns:a16="http://schemas.microsoft.com/office/drawing/2014/main" id="{C98208BC-AFF0-42B5-86BE-C57724FA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45161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71" name="object-129-s2-ux">
            <a:extLst xmlns:a="http://schemas.openxmlformats.org/drawingml/2006/main">
              <a:ext uri="{FF2B5EF4-FFF2-40B4-BE49-F238E27FC236}">
                <a16:creationId xmlns:a16="http://schemas.microsoft.com/office/drawing/2014/main" id="{FF99E633-77E5-461C-ACA6-CE4DD382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53298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2" name="object-130-s2-ux">
            <a:extLst xmlns:a="http://schemas.openxmlformats.org/drawingml/2006/main">
              <a:ext uri="{FF2B5EF4-FFF2-40B4-BE49-F238E27FC236}">
                <a16:creationId xmlns:a16="http://schemas.microsoft.com/office/drawing/2014/main" id="{75FC51B2-020E-4162-BACA-A45777DB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4983778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73" name="object-131-s2-ux">
            <a:extLst xmlns:a="http://schemas.openxmlformats.org/drawingml/2006/main">
              <a:ext uri="{FF2B5EF4-FFF2-40B4-BE49-F238E27FC236}">
                <a16:creationId xmlns:a16="http://schemas.microsoft.com/office/drawing/2014/main" id="{2EE2D382-E714-49E3-AB6D-8591BF4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96098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4" name="object-132-s2-ux">
            <a:extLst xmlns:a="http://schemas.openxmlformats.org/drawingml/2006/main">
              <a:ext uri="{FF2B5EF4-FFF2-40B4-BE49-F238E27FC236}">
                <a16:creationId xmlns:a16="http://schemas.microsoft.com/office/drawing/2014/main" id="{AEFF9489-FA7B-4AA9-ADC0-5A39B2F1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4516100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75" name="object-133-s2-ux">
            <a:extLst xmlns:a="http://schemas.openxmlformats.org/drawingml/2006/main">
              <a:ext uri="{FF2B5EF4-FFF2-40B4-BE49-F238E27FC236}">
                <a16:creationId xmlns:a16="http://schemas.microsoft.com/office/drawing/2014/main" id="{1C4DFF36-9AEE-4D4E-BC62-07976C6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604" y="4653260"/>
            <a:ext cx="73134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−1 CZ</a:t>
            </a:r>
          </a:p>
        </p:txBody>
      </p:sp>
      <p:sp>
        <p:nvSpPr>
          <p:cNvPr id="76" name="object-134-s2-ux">
            <a:extLst xmlns:a="http://schemas.openxmlformats.org/drawingml/2006/main">
              <a:ext uri="{FF2B5EF4-FFF2-40B4-BE49-F238E27FC236}">
                <a16:creationId xmlns:a16="http://schemas.microsoft.com/office/drawing/2014/main" id="{0B91A313-69C4-4C8F-82A8-C3F15BB1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907" y="4948535"/>
            <a:ext cx="74473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−1 CX</a:t>
            </a:r>
          </a:p>
        </p:txBody>
      </p:sp>
      <p:sp>
        <p:nvSpPr>
          <p:cNvPr id="77" name="object-135-s0-ux">
            <a:extLst xmlns:a="http://schemas.openxmlformats.org/drawingml/2006/main">
              <a:ext uri="{FF2B5EF4-FFF2-40B4-BE49-F238E27FC236}">
                <a16:creationId xmlns:a16="http://schemas.microsoft.com/office/drawing/2014/main" id="{815AC290-BD7D-4EE2-9433-62174D59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23337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 constrained symbolic S can cover a long subcircuit. Local rewrite sequences may also derive this illustrative example.</a:t>
            </a:r>
          </a:p>
        </p:txBody>
      </p:sp>
      <p:sp>
        <p:nvSpPr>
          <p:cNvPr id="78" name="object-136-s0-ux">
            <a:extLst xmlns:a="http://schemas.openxmlformats.org/drawingml/2006/main">
              <a:ext uri="{FF2B5EF4-FFF2-40B4-BE49-F238E27FC236}">
                <a16:creationId xmlns:a16="http://schemas.microsoft.com/office/drawing/2014/main" id="{BD669B9A-AA1F-4D1E-903C-D4D270A6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62039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§§2–3, 5.5; illustrative CZ → CX instance</a:t>
            </a:r>
          </a:p>
        </p:txBody>
      </p:sp>
      <p:sp>
        <p:nvSpPr>
          <p:cNvPr id="79" name="object-137-s0-ux">
            <a:extLst xmlns:a="http://schemas.openxmlformats.org/drawingml/2006/main">
              <a:ext uri="{FF2B5EF4-FFF2-40B4-BE49-F238E27FC236}">
                <a16:creationId xmlns:a16="http://schemas.microsoft.com/office/drawing/2014/main" id="{6F066E1D-E819-454F-9C00-8340761E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80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5E7C310D-434B-4035-9668-8EE8C137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3 / 3</a:t>
            </a:r>
          </a:p>
        </p:txBody>
      </p:sp>
    </p:spTree>
    <p:extLst>
      <p:ext uri="{BB962C8B-B14F-4D97-AF65-F5344CB8AC3E}">
        <p14:creationId xmlns:p14="http://schemas.microsoft.com/office/powerpoint/2010/main" val="2040375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top-accent">
            <a:extLst xmlns:a="http://schemas.openxmlformats.org/drawingml/2006/main">
              <a:ext uri="{FF2B5EF4-FFF2-40B4-BE49-F238E27FC236}">
                <a16:creationId xmlns:a16="http://schemas.microsoft.com/office/drawing/2014/main" id="{9C68DE55-C0E4-419B-AED2-4281C183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9BDF0EF6-19E2-46BD-AEAE-EAAFC106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627918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The running example through the workflow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CBA1E665-274A-435C-8E1C-490F055D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0564"/>
            <a:ext cx="4476750" cy="12192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3E3AA6A3-CD65-4021-B0C2-7001D3A8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548199"/>
            <a:ext cx="2457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C1A77B6F-3CF7-4116-B82C-899D71EE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095" y="1452949"/>
            <a:ext cx="2361009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synthesis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3A6D02F5-8989-4C85-AD60-CF45AD8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0564"/>
            <a:ext cx="4476750" cy="12192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78CB6D5D-93F7-428C-815C-DB7F1F41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548199"/>
            <a:ext cx="2457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7684F709-7854-4D85-8097-7638675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329" y="1452949"/>
            <a:ext cx="2388543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9A5CE699-729A-44CF-98E1-83B5A391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96989"/>
            <a:ext cx="4476750" cy="12192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1AE56B17-D1B8-4CF0-9195-8BA1845E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24624"/>
            <a:ext cx="2457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44117827-61DF-4FE8-A47B-B4E7594F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197" y="3329374"/>
            <a:ext cx="187880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Rule anchoring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F7F717EE-D054-479A-ABDF-18A5D129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96989"/>
            <a:ext cx="4476750" cy="1219200"/>
          </a:xfrm>
          <a:prstGeom xmlns:a="http://schemas.openxmlformats.org/drawingml/2006/main" prst="roundRect">
            <a:avLst>
              <a:gd name="adj" fmla="val 46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CAB44FDF-99F2-4C5F-92F2-C3711C8B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24624"/>
            <a:ext cx="2457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4918286B-09D3-462E-A73C-7058195B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775" y="3329374"/>
            <a:ext cx="238765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Circuit optimization</a:t>
            </a:r>
          </a:p>
        </p:txBody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BB49FB50-B13A-469B-AB0D-95D7384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20639"/>
            <a:ext cx="1226820" cy="95"/>
          </a:xfrm>
          <a:custGeom xmlns:a="http://schemas.openxmlformats.org/drawingml/2006/main">
            <a:pathLst>
              <a:path w="1226820" h="95">
                <a:moveTo>
                  <a:pt x="0" y="0"/>
                </a:moveTo>
                <a:lnTo>
                  <a:pt x="1226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E7275"/>
            </a:solidFill>
            <a:prstDash val="solid"/>
          </a:ln>
        </p:spPr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C60ED52E-47D9-4FCB-B5D4-DF4A97FD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53633"/>
            <a:ext cx="1226820" cy="95"/>
          </a:xfrm>
          <a:custGeom xmlns:a="http://schemas.openxmlformats.org/drawingml/2006/main">
            <a:pathLst>
              <a:path w="1226820" h="95">
                <a:moveTo>
                  <a:pt x="0" y="0"/>
                </a:moveTo>
                <a:lnTo>
                  <a:pt x="1226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E7275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BF917D4F-3885-4058-ADDC-F21351E4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433" y="2020639"/>
            <a:ext cx="95" cy="332994"/>
          </a:xfrm>
          <a:custGeom xmlns:a="http://schemas.openxmlformats.org/drawingml/2006/main">
            <a:pathLst>
              <a:path w="95" h="332994">
                <a:moveTo>
                  <a:pt x="0" y="0"/>
                </a:moveTo>
                <a:lnTo>
                  <a:pt x="0" y="3329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68DD491D-6FED-4240-81D9-30F7AE8E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000" y="1981206"/>
            <a:ext cx="78867" cy="7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763">
            <a:noFill/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4852CCAF-A810-4018-89DD-675F6B3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421" y="2261622"/>
            <a:ext cx="184023" cy="18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9DC485BB-1885-4B9C-AC8C-5A1D1D44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092" y="2292292"/>
            <a:ext cx="122682" cy="122682"/>
          </a:xfrm>
          <a:custGeom xmlns:a="http://schemas.openxmlformats.org/drawingml/2006/main">
            <a:pathLst>
              <a:path w="122682" h="122682">
                <a:moveTo>
                  <a:pt x="0" y="61341"/>
                </a:moveTo>
                <a:lnTo>
                  <a:pt x="122682" y="61341"/>
                </a:lnTo>
              </a:path>
              <a:path w="122682" h="122682">
                <a:moveTo>
                  <a:pt x="61341" y="0"/>
                </a:moveTo>
                <a:lnTo>
                  <a:pt x="61341" y="1226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4C8D1A1D-C006-43D7-83B2-84D2C9A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687" y="2020639"/>
            <a:ext cx="95" cy="332994"/>
          </a:xfrm>
          <a:custGeom xmlns:a="http://schemas.openxmlformats.org/drawingml/2006/main">
            <a:pathLst>
              <a:path w="95" h="332994">
                <a:moveTo>
                  <a:pt x="0" y="0"/>
                </a:moveTo>
                <a:lnTo>
                  <a:pt x="0" y="3329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62BCBE1E-BA84-4531-A887-3FA3E6A2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254" y="1981206"/>
            <a:ext cx="78867" cy="7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763">
            <a:noFill/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25C75118-7E1A-4C44-849D-A9785D44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675" y="2261622"/>
            <a:ext cx="184023" cy="184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4E3AABD6-3E4D-462E-A1D7-DE857764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46" y="2292292"/>
            <a:ext cx="122682" cy="122682"/>
          </a:xfrm>
          <a:custGeom xmlns:a="http://schemas.openxmlformats.org/drawingml/2006/main">
            <a:pathLst>
              <a:path w="122682" h="122682">
                <a:moveTo>
                  <a:pt x="0" y="61341"/>
                </a:moveTo>
                <a:lnTo>
                  <a:pt x="122682" y="61341"/>
                </a:lnTo>
              </a:path>
              <a:path w="122682" h="122682">
                <a:moveTo>
                  <a:pt x="61341" y="0"/>
                </a:moveTo>
                <a:lnTo>
                  <a:pt x="61341" y="1226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908">
            <a:solidFill>
              <a:srgbClr val="D66A3E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F0D3990D-D597-4F27-A480-A0A23C41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126" y="2187136"/>
            <a:ext cx="332994" cy="95"/>
          </a:xfrm>
          <a:custGeom xmlns:a="http://schemas.openxmlformats.org/drawingml/2006/main">
            <a:pathLst>
              <a:path w="332994" h="95">
                <a:moveTo>
                  <a:pt x="0" y="0"/>
                </a:moveTo>
                <a:lnTo>
                  <a:pt x="332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087E86"/>
            </a:solidFill>
            <a:prstDash val="solid"/>
          </a:ln>
        </p:spPr>
      </p:sp>
      <p:sp>
        <p:nvSpPr>
          <p:cNvPr id="26" name="object-23-s0-ux-arrow">
            <a:extLst xmlns:a="http://schemas.openxmlformats.org/drawingml/2006/main">
              <a:ext uri="{FF2B5EF4-FFF2-40B4-BE49-F238E27FC236}">
                <a16:creationId xmlns:a16="http://schemas.microsoft.com/office/drawing/2014/main" id="{4CF00CAD-B149-4CFE-A47C-017760F1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295" y="2129986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7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93A592AD-27C9-4FDE-997D-A0A315FA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802" y="2020639"/>
            <a:ext cx="771144" cy="95"/>
          </a:xfrm>
          <a:custGeom xmlns:a="http://schemas.openxmlformats.org/drawingml/2006/main">
            <a:pathLst>
              <a:path w="771144" h="95">
                <a:moveTo>
                  <a:pt x="0" y="0"/>
                </a:moveTo>
                <a:lnTo>
                  <a:pt x="7711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E7275"/>
            </a:solidFill>
            <a:prstDash val="solid"/>
          </a:ln>
        </p:spPr>
      </p:sp>
      <p:sp>
        <p:nvSpPr>
          <p:cNvPr id="28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21CA8344-74D1-40F1-A29B-B5159ADE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802" y="2353633"/>
            <a:ext cx="771144" cy="95"/>
          </a:xfrm>
          <a:custGeom xmlns:a="http://schemas.openxmlformats.org/drawingml/2006/main">
            <a:pathLst>
              <a:path w="771144" h="95">
                <a:moveTo>
                  <a:pt x="0" y="0"/>
                </a:moveTo>
                <a:lnTo>
                  <a:pt x="7711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E7275"/>
            </a:solidFill>
            <a:prstDash val="solid"/>
          </a:ln>
        </p:spPr>
      </p:sp>
      <p:sp>
        <p:nvSpPr>
          <p:cNvPr id="29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E3980C95-146A-405C-A4E9-AF19D257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20639"/>
            <a:ext cx="1253490" cy="95"/>
          </a:xfrm>
          <a:custGeom xmlns:a="http://schemas.openxmlformats.org/drawingml/2006/main">
            <a:pathLst>
              <a:path w="1253490" h="95">
                <a:moveTo>
                  <a:pt x="0" y="0"/>
                </a:moveTo>
                <a:lnTo>
                  <a:pt x="1253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84">
            <a:solidFill>
              <a:srgbClr val="5E7275"/>
            </a:solidFill>
            <a:prstDash val="solid"/>
          </a:ln>
        </p:spPr>
      </p:sp>
      <p:sp>
        <p:nvSpPr>
          <p:cNvPr id="30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091FCA98-6FFE-4624-8EDC-3471E9BC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60872"/>
            <a:ext cx="1253490" cy="95"/>
          </a:xfrm>
          <a:custGeom xmlns:a="http://schemas.openxmlformats.org/drawingml/2006/main">
            <a:pathLst>
              <a:path w="1253490" h="95">
                <a:moveTo>
                  <a:pt x="0" y="0"/>
                </a:moveTo>
                <a:lnTo>
                  <a:pt x="1253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84">
            <a:solidFill>
              <a:srgbClr val="5E7275"/>
            </a:solidFill>
            <a:prstDash val="solid"/>
          </a:ln>
        </p:spPr>
      </p:sp>
      <p:sp>
        <p:nvSpPr>
          <p:cNvPr id="31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4304950E-4D0E-4063-A64B-3D5A5E27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969" y="2020639"/>
            <a:ext cx="95" cy="340233"/>
          </a:xfrm>
          <a:custGeom xmlns:a="http://schemas.openxmlformats.org/drawingml/2006/main">
            <a:pathLst>
              <a:path w="95" h="340233">
                <a:moveTo>
                  <a:pt x="0" y="0"/>
                </a:moveTo>
                <a:lnTo>
                  <a:pt x="0" y="3402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384">
            <a:solidFill>
              <a:srgbClr val="D66A3E"/>
            </a:solidFill>
            <a:prstDash val="solid"/>
          </a:ln>
        </p:spPr>
      </p:sp>
      <p:sp>
        <p:nvSpPr>
          <p:cNvPr id="32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CF62D404-C0E3-4BE5-988B-DB10943A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678" y="1980349"/>
            <a:ext cx="80582" cy="80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954">
            <a:noFill/>
            <a:prstDash val="solid"/>
          </a:ln>
        </p:spPr>
      </p:sp>
      <p:sp>
        <p:nvSpPr>
          <p:cNvPr id="33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7DED4339-5DF3-478A-B528-4D3E7AE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678" y="2320582"/>
            <a:ext cx="80582" cy="80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954">
            <a:noFill/>
            <a:prstDash val="solid"/>
          </a:ln>
        </p:spPr>
      </p:sp>
      <p:sp>
        <p:nvSpPr>
          <p:cNvPr id="34" name="object-31-s0-ux">
            <a:extLst xmlns:a="http://schemas.openxmlformats.org/drawingml/2006/main">
              <a:ext uri="{FF2B5EF4-FFF2-40B4-BE49-F238E27FC236}">
                <a16:creationId xmlns:a16="http://schemas.microsoft.com/office/drawing/2014/main" id="{BFDC1E8E-D9F8-486B-9122-67AE31A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295" y="1913197"/>
            <a:ext cx="393954" cy="555117"/>
          </a:xfrm>
          <a:prstGeom xmlns:a="http://schemas.openxmlformats.org/drawingml/2006/main" prst="roundRect">
            <a:avLst>
              <a:gd name="adj" fmla="val 725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907">
            <a:solidFill>
              <a:srgbClr val="087E86"/>
            </a:solidFill>
            <a:prstDash val="solid"/>
          </a:ln>
        </p:spPr>
      </p:sp>
      <p:sp>
        <p:nvSpPr>
          <p:cNvPr id="35" name="object-32-s0-ux">
            <a:extLst xmlns:a="http://schemas.openxmlformats.org/drawingml/2006/main">
              <a:ext uri="{FF2B5EF4-FFF2-40B4-BE49-F238E27FC236}">
                <a16:creationId xmlns:a16="http://schemas.microsoft.com/office/drawing/2014/main" id="{61AA21CD-54D0-4DFA-8C02-81E78DDD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560" y="2048929"/>
            <a:ext cx="225623" cy="29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6" name="object-33-s0-ux">
            <a:extLst xmlns:a="http://schemas.openxmlformats.org/drawingml/2006/main">
              <a:ext uri="{FF2B5EF4-FFF2-40B4-BE49-F238E27FC236}">
                <a16:creationId xmlns:a16="http://schemas.microsoft.com/office/drawing/2014/main" id="{8E7E054B-34BE-479A-B951-7225B89D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1812" y="1995932"/>
            <a:ext cx="245490" cy="36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86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86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37" name="object-34-s0-ux">
            <a:extLst xmlns:a="http://schemas.openxmlformats.org/drawingml/2006/main">
              <a:ext uri="{FF2B5EF4-FFF2-40B4-BE49-F238E27FC236}">
                <a16:creationId xmlns:a16="http://schemas.microsoft.com/office/drawing/2014/main" id="{2880B715-2038-48E8-873B-364AC775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389" y="2020639"/>
            <a:ext cx="1253490" cy="95"/>
          </a:xfrm>
          <a:custGeom xmlns:a="http://schemas.openxmlformats.org/drawingml/2006/main">
            <a:pathLst>
              <a:path w="1253490" h="95">
                <a:moveTo>
                  <a:pt x="0" y="0"/>
                </a:moveTo>
                <a:lnTo>
                  <a:pt x="1253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84">
            <a:solidFill>
              <a:srgbClr val="5E7275"/>
            </a:solidFill>
            <a:prstDash val="solid"/>
          </a:ln>
        </p:spPr>
      </p:sp>
      <p:sp>
        <p:nvSpPr>
          <p:cNvPr id="38" name="object-35-s0-ux">
            <a:extLst xmlns:a="http://schemas.openxmlformats.org/drawingml/2006/main">
              <a:ext uri="{FF2B5EF4-FFF2-40B4-BE49-F238E27FC236}">
                <a16:creationId xmlns:a16="http://schemas.microsoft.com/office/drawing/2014/main" id="{7201A021-2553-4522-B4B6-25EC7FCC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389" y="2360872"/>
            <a:ext cx="1253490" cy="95"/>
          </a:xfrm>
          <a:custGeom xmlns:a="http://schemas.openxmlformats.org/drawingml/2006/main">
            <a:pathLst>
              <a:path w="1253490" h="95">
                <a:moveTo>
                  <a:pt x="0" y="0"/>
                </a:moveTo>
                <a:lnTo>
                  <a:pt x="1253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84">
            <a:solidFill>
              <a:srgbClr val="5E7275"/>
            </a:solidFill>
            <a:prstDash val="solid"/>
          </a:ln>
        </p:spPr>
      </p:sp>
      <p:sp>
        <p:nvSpPr>
          <p:cNvPr id="39" name="object-36-s0-ux">
            <a:extLst xmlns:a="http://schemas.openxmlformats.org/drawingml/2006/main">
              <a:ext uri="{FF2B5EF4-FFF2-40B4-BE49-F238E27FC236}">
                <a16:creationId xmlns:a16="http://schemas.microsoft.com/office/drawing/2014/main" id="{3D324514-20DD-437F-B6FB-18BDE05E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505" y="1913197"/>
            <a:ext cx="393954" cy="555117"/>
          </a:xfrm>
          <a:prstGeom xmlns:a="http://schemas.openxmlformats.org/drawingml/2006/main" prst="roundRect">
            <a:avLst>
              <a:gd name="adj" fmla="val 725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907">
            <a:solidFill>
              <a:srgbClr val="087E86"/>
            </a:solidFill>
            <a:prstDash val="solid"/>
          </a:ln>
        </p:spPr>
      </p:sp>
      <p:sp>
        <p:nvSpPr>
          <p:cNvPr id="40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66292D78-2575-4119-878E-2F6934CB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771" y="2048929"/>
            <a:ext cx="225624" cy="292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41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9D35AB66-4AAE-4CE3-876A-7A524F0B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786" y="2020639"/>
            <a:ext cx="95" cy="340233"/>
          </a:xfrm>
          <a:custGeom xmlns:a="http://schemas.openxmlformats.org/drawingml/2006/main">
            <a:pathLst>
              <a:path w="95" h="340233">
                <a:moveTo>
                  <a:pt x="0" y="0"/>
                </a:moveTo>
                <a:lnTo>
                  <a:pt x="0" y="3402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384">
            <a:solidFill>
              <a:srgbClr val="D66A3E"/>
            </a:solidFill>
            <a:prstDash val="solid"/>
          </a:ln>
        </p:spPr>
      </p:sp>
      <p:sp>
        <p:nvSpPr>
          <p:cNvPr id="42" name="object-39-s0-ux">
            <a:extLst xmlns:a="http://schemas.openxmlformats.org/drawingml/2006/main">
              <a:ext uri="{FF2B5EF4-FFF2-40B4-BE49-F238E27FC236}">
                <a16:creationId xmlns:a16="http://schemas.microsoft.com/office/drawing/2014/main" id="{A5DDCEC0-BB70-492D-BC84-4394D10C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96" y="1980349"/>
            <a:ext cx="80581" cy="805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954">
            <a:noFill/>
            <a:prstDash val="solid"/>
          </a:ln>
        </p:spPr>
      </p:sp>
      <p:sp>
        <p:nvSpPr>
          <p:cNvPr id="43" name="object-40-s0-ux">
            <a:extLst xmlns:a="http://schemas.openxmlformats.org/drawingml/2006/main">
              <a:ext uri="{FF2B5EF4-FFF2-40B4-BE49-F238E27FC236}">
                <a16:creationId xmlns:a16="http://schemas.microsoft.com/office/drawing/2014/main" id="{13AECDAF-5F0D-4E00-99F1-5FECC6B5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773" y="2266861"/>
            <a:ext cx="188023" cy="188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384">
            <a:solidFill>
              <a:srgbClr val="D66A3E"/>
            </a:solidFill>
            <a:prstDash val="solid"/>
          </a:ln>
        </p:spPr>
      </p:sp>
      <p:sp>
        <p:nvSpPr>
          <p:cNvPr id="44" name="object-41-s0-ux">
            <a:extLst xmlns:a="http://schemas.openxmlformats.org/drawingml/2006/main">
              <a:ext uri="{FF2B5EF4-FFF2-40B4-BE49-F238E27FC236}">
                <a16:creationId xmlns:a16="http://schemas.microsoft.com/office/drawing/2014/main" id="{34225CE3-EFC8-420E-8A55-E9D99654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111" y="2298198"/>
            <a:ext cx="125349" cy="125349"/>
          </a:xfrm>
          <a:custGeom xmlns:a="http://schemas.openxmlformats.org/drawingml/2006/main">
            <a:pathLst>
              <a:path w="125349" h="125349">
                <a:moveTo>
                  <a:pt x="0" y="62675"/>
                </a:moveTo>
                <a:lnTo>
                  <a:pt x="125349" y="62675"/>
                </a:lnTo>
              </a:path>
              <a:path w="125349" h="125349">
                <a:moveTo>
                  <a:pt x="62675" y="0"/>
                </a:moveTo>
                <a:lnTo>
                  <a:pt x="62675" y="1253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384">
            <a:solidFill>
              <a:srgbClr val="D66A3E"/>
            </a:solidFill>
            <a:prstDash val="solid"/>
          </a:ln>
        </p:spPr>
      </p:sp>
      <p:sp>
        <p:nvSpPr>
          <p:cNvPr id="45" name="object-42-s0-ux">
            <a:extLst xmlns:a="http://schemas.openxmlformats.org/drawingml/2006/main">
              <a:ext uri="{FF2B5EF4-FFF2-40B4-BE49-F238E27FC236}">
                <a16:creationId xmlns:a16="http://schemas.microsoft.com/office/drawing/2014/main" id="{D3C763D3-A9EA-4C5B-9CBD-B848836A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97064"/>
            <a:ext cx="1753934" cy="95"/>
          </a:xfrm>
          <a:custGeom xmlns:a="http://schemas.openxmlformats.org/drawingml/2006/main">
            <a:pathLst>
              <a:path w="1753934" h="95">
                <a:moveTo>
                  <a:pt x="0" y="0"/>
                </a:moveTo>
                <a:lnTo>
                  <a:pt x="17539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5E7275"/>
            </a:solidFill>
            <a:prstDash val="solid"/>
          </a:ln>
        </p:spPr>
      </p:sp>
      <p:sp>
        <p:nvSpPr>
          <p:cNvPr id="46" name="object-43-s0-ux">
            <a:extLst xmlns:a="http://schemas.openxmlformats.org/drawingml/2006/main">
              <a:ext uri="{FF2B5EF4-FFF2-40B4-BE49-F238E27FC236}">
                <a16:creationId xmlns:a16="http://schemas.microsoft.com/office/drawing/2014/main" id="{45EF5CAD-9157-4E58-9367-0CEF66CA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3678"/>
            <a:ext cx="1753934" cy="95"/>
          </a:xfrm>
          <a:custGeom xmlns:a="http://schemas.openxmlformats.org/drawingml/2006/main">
            <a:pathLst>
              <a:path w="1753934" h="95">
                <a:moveTo>
                  <a:pt x="0" y="0"/>
                </a:moveTo>
                <a:lnTo>
                  <a:pt x="17539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5E7275"/>
            </a:solidFill>
            <a:prstDash val="solid"/>
          </a:ln>
        </p:spPr>
      </p:sp>
      <p:sp>
        <p:nvSpPr>
          <p:cNvPr id="47" name="object-44-s0-ux">
            <a:extLst xmlns:a="http://schemas.openxmlformats.org/drawingml/2006/main">
              <a:ext uri="{FF2B5EF4-FFF2-40B4-BE49-F238E27FC236}">
                <a16:creationId xmlns:a16="http://schemas.microsoft.com/office/drawing/2014/main" id="{1E04102B-EC31-4A9D-BFB1-C650C99F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813" y="3897064"/>
            <a:ext cx="95" cy="336614"/>
          </a:xfrm>
          <a:custGeom xmlns:a="http://schemas.openxmlformats.org/drawingml/2006/main">
            <a:pathLst>
              <a:path w="95" h="336614">
                <a:moveTo>
                  <a:pt x="0" y="0"/>
                </a:moveTo>
                <a:lnTo>
                  <a:pt x="0" y="3366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48" name="object-45-s0-ux">
            <a:extLst xmlns:a="http://schemas.openxmlformats.org/drawingml/2006/main">
              <a:ext uri="{FF2B5EF4-FFF2-40B4-BE49-F238E27FC236}">
                <a16:creationId xmlns:a16="http://schemas.microsoft.com/office/drawing/2014/main" id="{2AA5EC8E-EA01-4D92-8DB3-12A5C4E0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951" y="3857202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49" name="object-46-s0-ux">
            <a:extLst xmlns:a="http://schemas.openxmlformats.org/drawingml/2006/main">
              <a:ext uri="{FF2B5EF4-FFF2-40B4-BE49-F238E27FC236}">
                <a16:creationId xmlns:a16="http://schemas.microsoft.com/office/drawing/2014/main" id="{647915BC-BF58-4C1B-B15A-4CB3BEC5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951" y="4193816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50" name="object-47-s0-ux">
            <a:extLst xmlns:a="http://schemas.openxmlformats.org/drawingml/2006/main">
              <a:ext uri="{FF2B5EF4-FFF2-40B4-BE49-F238E27FC236}">
                <a16:creationId xmlns:a16="http://schemas.microsoft.com/office/drawing/2014/main" id="{14039457-2761-48CA-9A24-EF5A7F45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710" y="3790765"/>
            <a:ext cx="389763" cy="549212"/>
          </a:xfrm>
          <a:prstGeom xmlns:a="http://schemas.openxmlformats.org/drawingml/2006/main" prst="roundRect">
            <a:avLst>
              <a:gd name="adj" fmla="val 733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717">
            <a:solidFill>
              <a:srgbClr val="087E86"/>
            </a:solidFill>
            <a:prstDash val="solid"/>
          </a:ln>
        </p:spPr>
      </p:sp>
      <p:sp>
        <p:nvSpPr>
          <p:cNvPr id="51" name="object-48-s0-ux">
            <a:extLst xmlns:a="http://schemas.openxmlformats.org/drawingml/2006/main">
              <a:ext uri="{FF2B5EF4-FFF2-40B4-BE49-F238E27FC236}">
                <a16:creationId xmlns:a16="http://schemas.microsoft.com/office/drawing/2014/main" id="{21DF1DF1-9B84-4BD4-8F34-62E9A3D6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699" y="3922925"/>
            <a:ext cx="223986" cy="291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44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2" name="object-49-s0-ux">
            <a:extLst xmlns:a="http://schemas.openxmlformats.org/drawingml/2006/main">
              <a:ext uri="{FF2B5EF4-FFF2-40B4-BE49-F238E27FC236}">
                <a16:creationId xmlns:a16="http://schemas.microsoft.com/office/drawing/2014/main" id="{15BBF8FA-5B70-4D1A-8113-4A039B47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370" y="3897064"/>
            <a:ext cx="95" cy="336614"/>
          </a:xfrm>
          <a:custGeom xmlns:a="http://schemas.openxmlformats.org/drawingml/2006/main">
            <a:pathLst>
              <a:path w="95" h="336614">
                <a:moveTo>
                  <a:pt x="0" y="0"/>
                </a:moveTo>
                <a:lnTo>
                  <a:pt x="0" y="3366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53" name="object-50-s0-ux">
            <a:extLst xmlns:a="http://schemas.openxmlformats.org/drawingml/2006/main">
              <a:ext uri="{FF2B5EF4-FFF2-40B4-BE49-F238E27FC236}">
                <a16:creationId xmlns:a16="http://schemas.microsoft.com/office/drawing/2014/main" id="{1A0B103B-B35F-44A3-838C-E4D9A295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08" y="3857202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54" name="object-51-s0-ux">
            <a:extLst xmlns:a="http://schemas.openxmlformats.org/drawingml/2006/main">
              <a:ext uri="{FF2B5EF4-FFF2-40B4-BE49-F238E27FC236}">
                <a16:creationId xmlns:a16="http://schemas.microsoft.com/office/drawing/2014/main" id="{FE1554B0-72CB-4163-A35C-FBF1F33D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359" y="4140666"/>
            <a:ext cx="186024" cy="186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55" name="object-52-s0-ux">
            <a:extLst xmlns:a="http://schemas.openxmlformats.org/drawingml/2006/main">
              <a:ext uri="{FF2B5EF4-FFF2-40B4-BE49-F238E27FC236}">
                <a16:creationId xmlns:a16="http://schemas.microsoft.com/office/drawing/2014/main" id="{1889EA64-4160-424D-995C-95C8BB2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4171670"/>
            <a:ext cx="124016" cy="124016"/>
          </a:xfrm>
          <a:custGeom xmlns:a="http://schemas.openxmlformats.org/drawingml/2006/main">
            <a:pathLst>
              <a:path w="124016" h="124016">
                <a:moveTo>
                  <a:pt x="0" y="62008"/>
                </a:moveTo>
                <a:lnTo>
                  <a:pt x="124016" y="62008"/>
                </a:lnTo>
              </a:path>
              <a:path w="124016" h="124016">
                <a:moveTo>
                  <a:pt x="62008" y="0"/>
                </a:moveTo>
                <a:lnTo>
                  <a:pt x="62008" y="124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56" name="object-53-s0-ux">
            <a:extLst xmlns:a="http://schemas.openxmlformats.org/drawingml/2006/main">
              <a:ext uri="{FF2B5EF4-FFF2-40B4-BE49-F238E27FC236}">
                <a16:creationId xmlns:a16="http://schemas.microsoft.com/office/drawing/2014/main" id="{A5CBD110-E581-4530-8A5E-17986FD9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858" y="4065371"/>
            <a:ext cx="336614" cy="95"/>
          </a:xfrm>
          <a:custGeom xmlns:a="http://schemas.openxmlformats.org/drawingml/2006/main">
            <a:pathLst>
              <a:path w="336614" h="95">
                <a:moveTo>
                  <a:pt x="0" y="0"/>
                </a:moveTo>
                <a:lnTo>
                  <a:pt x="3366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087E86"/>
            </a:solidFill>
            <a:prstDash val="solid"/>
          </a:ln>
        </p:spPr>
      </p:sp>
      <p:sp>
        <p:nvSpPr>
          <p:cNvPr id="57" name="object-53-s0-ux-arrow">
            <a:extLst xmlns:a="http://schemas.openxmlformats.org/drawingml/2006/main">
              <a:ext uri="{FF2B5EF4-FFF2-40B4-BE49-F238E27FC236}">
                <a16:creationId xmlns:a16="http://schemas.microsoft.com/office/drawing/2014/main" id="{20B09824-DA0B-4A8E-BFDE-F037C79D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646" y="4008221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58" name="object-54-s0-ux">
            <a:extLst xmlns:a="http://schemas.openxmlformats.org/drawingml/2006/main">
              <a:ext uri="{FF2B5EF4-FFF2-40B4-BE49-F238E27FC236}">
                <a16:creationId xmlns:a16="http://schemas.microsoft.com/office/drawing/2014/main" id="{05DE49BF-2B35-4665-9EE1-37E1280B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487" y="3897064"/>
            <a:ext cx="1753934" cy="95"/>
          </a:xfrm>
          <a:custGeom xmlns:a="http://schemas.openxmlformats.org/drawingml/2006/main">
            <a:pathLst>
              <a:path w="1753934" h="95">
                <a:moveTo>
                  <a:pt x="0" y="0"/>
                </a:moveTo>
                <a:lnTo>
                  <a:pt x="17539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5E7275"/>
            </a:solidFill>
            <a:prstDash val="solid"/>
          </a:ln>
        </p:spPr>
      </p:sp>
      <p:sp>
        <p:nvSpPr>
          <p:cNvPr id="59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5A09239D-78A9-49E2-AA27-A35AE59B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487" y="4233678"/>
            <a:ext cx="1753934" cy="95"/>
          </a:xfrm>
          <a:custGeom xmlns:a="http://schemas.openxmlformats.org/drawingml/2006/main">
            <a:pathLst>
              <a:path w="1753934" h="95">
                <a:moveTo>
                  <a:pt x="0" y="0"/>
                </a:moveTo>
                <a:lnTo>
                  <a:pt x="17539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146">
            <a:solidFill>
              <a:srgbClr val="5E7275"/>
            </a:solidFill>
            <a:prstDash val="solid"/>
          </a:ln>
        </p:spPr>
      </p:sp>
      <p:sp>
        <p:nvSpPr>
          <p:cNvPr id="60" name="object-56-s0-ux">
            <a:extLst xmlns:a="http://schemas.openxmlformats.org/drawingml/2006/main">
              <a:ext uri="{FF2B5EF4-FFF2-40B4-BE49-F238E27FC236}">
                <a16:creationId xmlns:a16="http://schemas.microsoft.com/office/drawing/2014/main" id="{10630AFE-19A1-4FD9-8F39-E5F76F5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793" y="3790765"/>
            <a:ext cx="389763" cy="549212"/>
          </a:xfrm>
          <a:prstGeom xmlns:a="http://schemas.openxmlformats.org/drawingml/2006/main" prst="roundRect">
            <a:avLst>
              <a:gd name="adj" fmla="val 733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717">
            <a:solidFill>
              <a:srgbClr val="087E86"/>
            </a:solidFill>
            <a:prstDash val="solid"/>
          </a:ln>
        </p:spPr>
      </p:sp>
      <p:sp>
        <p:nvSpPr>
          <p:cNvPr id="61" name="object-57-s0-ux">
            <a:extLst xmlns:a="http://schemas.openxmlformats.org/drawingml/2006/main">
              <a:ext uri="{FF2B5EF4-FFF2-40B4-BE49-F238E27FC236}">
                <a16:creationId xmlns:a16="http://schemas.microsoft.com/office/drawing/2014/main" id="{97ABC85E-CC8B-421D-B5CE-78F5C6D4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782" y="3922925"/>
            <a:ext cx="223986" cy="291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44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2" name="object-58-s0-ux">
            <a:extLst xmlns:a="http://schemas.openxmlformats.org/drawingml/2006/main">
              <a:ext uri="{FF2B5EF4-FFF2-40B4-BE49-F238E27FC236}">
                <a16:creationId xmlns:a16="http://schemas.microsoft.com/office/drawing/2014/main" id="{AAF5360D-7B77-4667-9EC8-5255FB8F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453" y="3897064"/>
            <a:ext cx="95" cy="336614"/>
          </a:xfrm>
          <a:custGeom xmlns:a="http://schemas.openxmlformats.org/drawingml/2006/main">
            <a:pathLst>
              <a:path w="95" h="336614">
                <a:moveTo>
                  <a:pt x="0" y="0"/>
                </a:moveTo>
                <a:lnTo>
                  <a:pt x="0" y="3366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3" name="object-59-s0-ux">
            <a:extLst xmlns:a="http://schemas.openxmlformats.org/drawingml/2006/main">
              <a:ext uri="{FF2B5EF4-FFF2-40B4-BE49-F238E27FC236}">
                <a16:creationId xmlns:a16="http://schemas.microsoft.com/office/drawing/2014/main" id="{949A9D87-278B-4F62-A4A7-CA31A7C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592" y="3857202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64" name="object-60-s0-ux">
            <a:extLst xmlns:a="http://schemas.openxmlformats.org/drawingml/2006/main">
              <a:ext uri="{FF2B5EF4-FFF2-40B4-BE49-F238E27FC236}">
                <a16:creationId xmlns:a16="http://schemas.microsoft.com/office/drawing/2014/main" id="{5CC19EBB-5787-4CAE-ACAB-C60C15BA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442" y="4140666"/>
            <a:ext cx="186022" cy="186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5" name="object-61-s0-ux">
            <a:extLst xmlns:a="http://schemas.openxmlformats.org/drawingml/2006/main">
              <a:ext uri="{FF2B5EF4-FFF2-40B4-BE49-F238E27FC236}">
                <a16:creationId xmlns:a16="http://schemas.microsoft.com/office/drawing/2014/main" id="{40F690FD-230E-43F4-85DA-29C25CB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446" y="4171670"/>
            <a:ext cx="124016" cy="124016"/>
          </a:xfrm>
          <a:custGeom xmlns:a="http://schemas.openxmlformats.org/drawingml/2006/main">
            <a:pathLst>
              <a:path w="124016" h="124016">
                <a:moveTo>
                  <a:pt x="0" y="62008"/>
                </a:moveTo>
                <a:lnTo>
                  <a:pt x="124016" y="62008"/>
                </a:lnTo>
              </a:path>
              <a:path w="124016" h="124016">
                <a:moveTo>
                  <a:pt x="62008" y="0"/>
                </a:moveTo>
                <a:lnTo>
                  <a:pt x="62008" y="124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6" name="object-62-s0-ux">
            <a:extLst xmlns:a="http://schemas.openxmlformats.org/drawingml/2006/main">
              <a:ext uri="{FF2B5EF4-FFF2-40B4-BE49-F238E27FC236}">
                <a16:creationId xmlns:a16="http://schemas.microsoft.com/office/drawing/2014/main" id="{7AF58A36-5EF0-45B8-A285-A9A41635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232" y="3897064"/>
            <a:ext cx="95" cy="336614"/>
          </a:xfrm>
          <a:custGeom xmlns:a="http://schemas.openxmlformats.org/drawingml/2006/main">
            <a:pathLst>
              <a:path w="95" h="336614">
                <a:moveTo>
                  <a:pt x="0" y="0"/>
                </a:moveTo>
                <a:lnTo>
                  <a:pt x="0" y="3366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7" name="object-63-s0-ux">
            <a:extLst xmlns:a="http://schemas.openxmlformats.org/drawingml/2006/main">
              <a:ext uri="{FF2B5EF4-FFF2-40B4-BE49-F238E27FC236}">
                <a16:creationId xmlns:a16="http://schemas.microsoft.com/office/drawing/2014/main" id="{95ACA0F6-C977-49F4-95ED-A93742AC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369" y="3857202"/>
            <a:ext cx="79724" cy="79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858">
            <a:noFill/>
            <a:prstDash val="solid"/>
          </a:ln>
        </p:spPr>
      </p:sp>
      <p:sp>
        <p:nvSpPr>
          <p:cNvPr id="68" name="object-64-s0-ux">
            <a:extLst xmlns:a="http://schemas.openxmlformats.org/drawingml/2006/main">
              <a:ext uri="{FF2B5EF4-FFF2-40B4-BE49-F238E27FC236}">
                <a16:creationId xmlns:a16="http://schemas.microsoft.com/office/drawing/2014/main" id="{CE392E47-CC32-40D3-BE71-40D4BD78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220" y="4140666"/>
            <a:ext cx="186024" cy="186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69" name="object-65-s0-ux">
            <a:extLst xmlns:a="http://schemas.openxmlformats.org/drawingml/2006/main">
              <a:ext uri="{FF2B5EF4-FFF2-40B4-BE49-F238E27FC236}">
                <a16:creationId xmlns:a16="http://schemas.microsoft.com/office/drawing/2014/main" id="{0BAA4760-7348-4F3B-AF78-14C7F310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224" y="4171670"/>
            <a:ext cx="124016" cy="124016"/>
          </a:xfrm>
          <a:custGeom xmlns:a="http://schemas.openxmlformats.org/drawingml/2006/main">
            <a:pathLst>
              <a:path w="124016" h="124016">
                <a:moveTo>
                  <a:pt x="0" y="62008"/>
                </a:moveTo>
                <a:lnTo>
                  <a:pt x="124016" y="62008"/>
                </a:lnTo>
              </a:path>
              <a:path w="124016" h="124016">
                <a:moveTo>
                  <a:pt x="62008" y="0"/>
                </a:moveTo>
                <a:lnTo>
                  <a:pt x="62008" y="124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146">
            <a:solidFill>
              <a:srgbClr val="D66A3E"/>
            </a:solidFill>
            <a:prstDash val="solid"/>
          </a:ln>
        </p:spPr>
      </p:sp>
      <p:sp>
        <p:nvSpPr>
          <p:cNvPr id="70" name="object-66-s0-ux">
            <a:extLst xmlns:a="http://schemas.openxmlformats.org/drawingml/2006/main">
              <a:ext uri="{FF2B5EF4-FFF2-40B4-BE49-F238E27FC236}">
                <a16:creationId xmlns:a16="http://schemas.microsoft.com/office/drawing/2014/main" id="{978C1C94-6CD3-4270-BFB8-2F5B91B0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897064"/>
            <a:ext cx="1923669" cy="95"/>
          </a:xfrm>
          <a:custGeom xmlns:a="http://schemas.openxmlformats.org/drawingml/2006/main">
            <a:pathLst>
              <a:path w="1923669" h="95">
                <a:moveTo>
                  <a:pt x="0" y="0"/>
                </a:moveTo>
                <a:lnTo>
                  <a:pt x="1923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5E7275"/>
            </a:solidFill>
            <a:prstDash val="solid"/>
          </a:ln>
        </p:spPr>
      </p:sp>
      <p:sp>
        <p:nvSpPr>
          <p:cNvPr id="71" name="object-67-s0-ux">
            <a:extLst xmlns:a="http://schemas.openxmlformats.org/drawingml/2006/main">
              <a:ext uri="{FF2B5EF4-FFF2-40B4-BE49-F238E27FC236}">
                <a16:creationId xmlns:a16="http://schemas.microsoft.com/office/drawing/2014/main" id="{A4DB4440-03F8-4C47-A03B-73836B10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266253"/>
            <a:ext cx="1923669" cy="95"/>
          </a:xfrm>
          <a:custGeom xmlns:a="http://schemas.openxmlformats.org/drawingml/2006/main">
            <a:pathLst>
              <a:path w="1923669" h="95">
                <a:moveTo>
                  <a:pt x="0" y="0"/>
                </a:moveTo>
                <a:lnTo>
                  <a:pt x="19236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5E7275"/>
            </a:solidFill>
            <a:prstDash val="solid"/>
          </a:ln>
        </p:spPr>
      </p:sp>
      <p:sp>
        <p:nvSpPr>
          <p:cNvPr id="72" name="object-68-s0-ux">
            <a:extLst xmlns:a="http://schemas.openxmlformats.org/drawingml/2006/main">
              <a:ext uri="{FF2B5EF4-FFF2-40B4-BE49-F238E27FC236}">
                <a16:creationId xmlns:a16="http://schemas.microsoft.com/office/drawing/2014/main" id="{C43BEFF8-355C-4EBD-A8FA-26BB1FD4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060" y="3897064"/>
            <a:ext cx="95" cy="369189"/>
          </a:xfrm>
          <a:custGeom xmlns:a="http://schemas.openxmlformats.org/drawingml/2006/main">
            <a:pathLst>
              <a:path w="95" h="369189">
                <a:moveTo>
                  <a:pt x="0" y="0"/>
                </a:moveTo>
                <a:lnTo>
                  <a:pt x="0" y="3691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4289">
            <a:solidFill>
              <a:srgbClr val="D66A3E"/>
            </a:solidFill>
            <a:prstDash val="solid"/>
          </a:ln>
        </p:spPr>
      </p:sp>
      <p:sp>
        <p:nvSpPr>
          <p:cNvPr id="73" name="object-69-s0-ux">
            <a:extLst xmlns:a="http://schemas.openxmlformats.org/drawingml/2006/main">
              <a:ext uri="{FF2B5EF4-FFF2-40B4-BE49-F238E27FC236}">
                <a16:creationId xmlns:a16="http://schemas.microsoft.com/office/drawing/2014/main" id="{570404C5-3C81-4914-A104-C9AA5404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341" y="3853345"/>
            <a:ext cx="87440" cy="874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715">
            <a:noFill/>
            <a:prstDash val="solid"/>
          </a:ln>
        </p:spPr>
      </p:sp>
      <p:sp>
        <p:nvSpPr>
          <p:cNvPr id="74" name="object-70-s0-ux">
            <a:extLst xmlns:a="http://schemas.openxmlformats.org/drawingml/2006/main">
              <a:ext uri="{FF2B5EF4-FFF2-40B4-BE49-F238E27FC236}">
                <a16:creationId xmlns:a16="http://schemas.microsoft.com/office/drawing/2014/main" id="{B3BD12B7-32F9-402C-9EA0-5B4EE18C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341" y="4222534"/>
            <a:ext cx="87440" cy="874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715">
            <a:noFill/>
            <a:prstDash val="solid"/>
          </a:ln>
        </p:spPr>
      </p:sp>
      <p:sp>
        <p:nvSpPr>
          <p:cNvPr id="75" name="object-71-s0-ux">
            <a:extLst xmlns:a="http://schemas.openxmlformats.org/drawingml/2006/main">
              <a:ext uri="{FF2B5EF4-FFF2-40B4-BE49-F238E27FC236}">
                <a16:creationId xmlns:a16="http://schemas.microsoft.com/office/drawing/2014/main" id="{A61F686E-486B-4102-BF7C-BCD20D1F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818" y="3780479"/>
            <a:ext cx="427482" cy="602361"/>
          </a:xfrm>
          <a:prstGeom xmlns:a="http://schemas.openxmlformats.org/drawingml/2006/main" prst="roundRect">
            <a:avLst>
              <a:gd name="adj" fmla="val 6684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431">
            <a:solidFill>
              <a:srgbClr val="087E86"/>
            </a:solidFill>
            <a:prstDash val="solid"/>
          </a:ln>
        </p:spPr>
      </p:sp>
      <p:sp>
        <p:nvSpPr>
          <p:cNvPr id="76" name="object-72-s0-ux">
            <a:extLst xmlns:a="http://schemas.openxmlformats.org/drawingml/2006/main">
              <a:ext uri="{FF2B5EF4-FFF2-40B4-BE49-F238E27FC236}">
                <a16:creationId xmlns:a16="http://schemas.microsoft.com/office/drawing/2014/main" id="{E540EFDE-7A3E-4458-B3C4-B8056F99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522" y="3925735"/>
            <a:ext cx="238274" cy="315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2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12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7" name="object-73-s0-ux">
            <a:extLst xmlns:a="http://schemas.openxmlformats.org/drawingml/2006/main">
              <a:ext uri="{FF2B5EF4-FFF2-40B4-BE49-F238E27FC236}">
                <a16:creationId xmlns:a16="http://schemas.microsoft.com/office/drawing/2014/main" id="{A93B35BB-788A-4DA2-9455-A54E091B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058" y="3897064"/>
            <a:ext cx="95" cy="369189"/>
          </a:xfrm>
          <a:custGeom xmlns:a="http://schemas.openxmlformats.org/drawingml/2006/main">
            <a:pathLst>
              <a:path w="95" h="369189">
                <a:moveTo>
                  <a:pt x="0" y="0"/>
                </a:moveTo>
                <a:lnTo>
                  <a:pt x="0" y="3691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4289">
            <a:solidFill>
              <a:srgbClr val="D66A3E"/>
            </a:solidFill>
            <a:prstDash val="solid"/>
          </a:ln>
        </p:spPr>
      </p:sp>
      <p:sp>
        <p:nvSpPr>
          <p:cNvPr id="78" name="object-74-s0-ux">
            <a:extLst xmlns:a="http://schemas.openxmlformats.org/drawingml/2006/main">
              <a:ext uri="{FF2B5EF4-FFF2-40B4-BE49-F238E27FC236}">
                <a16:creationId xmlns:a16="http://schemas.microsoft.com/office/drawing/2014/main" id="{47D378DE-2590-4536-9CA3-7B636454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339" y="3853345"/>
            <a:ext cx="87440" cy="874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715">
            <a:noFill/>
            <a:prstDash val="solid"/>
          </a:ln>
        </p:spPr>
      </p:sp>
      <p:sp>
        <p:nvSpPr>
          <p:cNvPr id="79" name="object-75-s0-ux">
            <a:extLst xmlns:a="http://schemas.openxmlformats.org/drawingml/2006/main">
              <a:ext uri="{FF2B5EF4-FFF2-40B4-BE49-F238E27FC236}">
                <a16:creationId xmlns:a16="http://schemas.microsoft.com/office/drawing/2014/main" id="{78E01D8A-4CC4-43B8-BBB6-54245714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046" y="4164241"/>
            <a:ext cx="204026" cy="204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4289">
            <a:solidFill>
              <a:srgbClr val="D66A3E"/>
            </a:solidFill>
            <a:prstDash val="solid"/>
          </a:ln>
        </p:spPr>
      </p:sp>
      <p:sp>
        <p:nvSpPr>
          <p:cNvPr id="80" name="object-76-s0-ux">
            <a:extLst xmlns:a="http://schemas.openxmlformats.org/drawingml/2006/main">
              <a:ext uri="{FF2B5EF4-FFF2-40B4-BE49-F238E27FC236}">
                <a16:creationId xmlns:a16="http://schemas.microsoft.com/office/drawing/2014/main" id="{0EA13ADE-B88C-47B1-9FC8-674B5B5C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98245"/>
            <a:ext cx="136017" cy="136017"/>
          </a:xfrm>
          <a:custGeom xmlns:a="http://schemas.openxmlformats.org/drawingml/2006/main">
            <a:pathLst>
              <a:path w="136017" h="136017">
                <a:moveTo>
                  <a:pt x="0" y="68008"/>
                </a:moveTo>
                <a:lnTo>
                  <a:pt x="136017" y="68008"/>
                </a:lnTo>
              </a:path>
              <a:path w="136017" h="136017">
                <a:moveTo>
                  <a:pt x="68008" y="0"/>
                </a:moveTo>
                <a:lnTo>
                  <a:pt x="68008" y="1360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4289">
            <a:solidFill>
              <a:srgbClr val="D66A3E"/>
            </a:solidFill>
            <a:prstDash val="solid"/>
          </a:ln>
        </p:spPr>
      </p:sp>
      <p:sp>
        <p:nvSpPr>
          <p:cNvPr id="81" name="object-77-s0-ux">
            <a:extLst xmlns:a="http://schemas.openxmlformats.org/drawingml/2006/main">
              <a:ext uri="{FF2B5EF4-FFF2-40B4-BE49-F238E27FC236}">
                <a16:creationId xmlns:a16="http://schemas.microsoft.com/office/drawing/2014/main" id="{C1AF6D6D-EE05-4D94-8BDC-4714B27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980" y="4081659"/>
            <a:ext cx="369189" cy="95"/>
          </a:xfrm>
          <a:custGeom xmlns:a="http://schemas.openxmlformats.org/drawingml/2006/main">
            <a:pathLst>
              <a:path w="369189" h="95">
                <a:moveTo>
                  <a:pt x="0" y="0"/>
                </a:moveTo>
                <a:lnTo>
                  <a:pt x="3691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087E86"/>
            </a:solidFill>
            <a:prstDash val="solid"/>
          </a:ln>
        </p:spPr>
      </p:sp>
      <p:sp>
        <p:nvSpPr>
          <p:cNvPr id="82" name="object-77-s0-ux-arrow">
            <a:extLst xmlns:a="http://schemas.openxmlformats.org/drawingml/2006/main">
              <a:ext uri="{FF2B5EF4-FFF2-40B4-BE49-F238E27FC236}">
                <a16:creationId xmlns:a16="http://schemas.microsoft.com/office/drawing/2014/main" id="{8AF5102A-EA13-4327-B585-9CA14FBD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44" y="4024509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83" name="object-78-s0-ux">
            <a:extLst xmlns:a="http://schemas.openxmlformats.org/drawingml/2006/main">
              <a:ext uri="{FF2B5EF4-FFF2-40B4-BE49-F238E27FC236}">
                <a16:creationId xmlns:a16="http://schemas.microsoft.com/office/drawing/2014/main" id="{E88C3D0A-3B1A-4B69-9BB5-27729D5F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186" y="3897064"/>
            <a:ext cx="796671" cy="95"/>
          </a:xfrm>
          <a:custGeom xmlns:a="http://schemas.openxmlformats.org/drawingml/2006/main">
            <a:pathLst>
              <a:path w="796671" h="95">
                <a:moveTo>
                  <a:pt x="0" y="0"/>
                </a:moveTo>
                <a:lnTo>
                  <a:pt x="7966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5E7275"/>
            </a:solidFill>
            <a:prstDash val="solid"/>
          </a:ln>
        </p:spPr>
      </p:sp>
      <p:sp>
        <p:nvSpPr>
          <p:cNvPr id="84" name="object-79-s0-ux">
            <a:extLst xmlns:a="http://schemas.openxmlformats.org/drawingml/2006/main">
              <a:ext uri="{FF2B5EF4-FFF2-40B4-BE49-F238E27FC236}">
                <a16:creationId xmlns:a16="http://schemas.microsoft.com/office/drawing/2014/main" id="{2AAFB339-C28D-441A-BA99-18C04259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186" y="4266253"/>
            <a:ext cx="796671" cy="95"/>
          </a:xfrm>
          <a:custGeom xmlns:a="http://schemas.openxmlformats.org/drawingml/2006/main">
            <a:pathLst>
              <a:path w="796671" h="95">
                <a:moveTo>
                  <a:pt x="0" y="0"/>
                </a:moveTo>
                <a:lnTo>
                  <a:pt x="7966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289">
            <a:solidFill>
              <a:srgbClr val="5E7275"/>
            </a:solidFill>
            <a:prstDash val="solid"/>
          </a:ln>
        </p:spPr>
      </p:sp>
      <p:sp>
        <p:nvSpPr>
          <p:cNvPr id="85" name="object-80-s0-ux">
            <a:extLst xmlns:a="http://schemas.openxmlformats.org/drawingml/2006/main">
              <a:ext uri="{FF2B5EF4-FFF2-40B4-BE49-F238E27FC236}">
                <a16:creationId xmlns:a16="http://schemas.microsoft.com/office/drawing/2014/main" id="{064DBE94-7953-44D0-8FE7-9A9121B0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780" y="3780479"/>
            <a:ext cx="427482" cy="602361"/>
          </a:xfrm>
          <a:prstGeom xmlns:a="http://schemas.openxmlformats.org/drawingml/2006/main" prst="roundRect">
            <a:avLst>
              <a:gd name="adj" fmla="val 6684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431">
            <a:solidFill>
              <a:srgbClr val="087E86"/>
            </a:solidFill>
            <a:prstDash val="solid"/>
          </a:ln>
        </p:spPr>
      </p:sp>
      <p:sp>
        <p:nvSpPr>
          <p:cNvPr id="86" name="object-81-s0-ux">
            <a:extLst xmlns:a="http://schemas.openxmlformats.org/drawingml/2006/main">
              <a:ext uri="{FF2B5EF4-FFF2-40B4-BE49-F238E27FC236}">
                <a16:creationId xmlns:a16="http://schemas.microsoft.com/office/drawing/2014/main" id="{5A02ABDC-B921-4BB3-AD6D-FF0CA620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485" y="3925735"/>
            <a:ext cx="238274" cy="315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2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12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87" name="object-82-s0-ux">
            <a:extLst xmlns:a="http://schemas.openxmlformats.org/drawingml/2006/main">
              <a:ext uri="{FF2B5EF4-FFF2-40B4-BE49-F238E27FC236}">
                <a16:creationId xmlns:a16="http://schemas.microsoft.com/office/drawing/2014/main" id="{854073C2-F039-4D0A-AF1E-44344054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30164"/>
            <a:ext cx="990600" cy="95"/>
          </a:xfrm>
          <a:custGeom xmlns:a="http://schemas.openxmlformats.org/drawingml/2006/main">
            <a:pathLst>
              <a:path w="990600" h="9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88" name="object-82-s0-ux-arrow">
            <a:extLst xmlns:a="http://schemas.openxmlformats.org/drawingml/2006/main">
              <a:ext uri="{FF2B5EF4-FFF2-40B4-BE49-F238E27FC236}">
                <a16:creationId xmlns:a16="http://schemas.microsoft.com/office/drawing/2014/main" id="{0A694119-F855-44A2-A919-331C4880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73014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89" name="object-83-s0-ux">
            <a:extLst xmlns:a="http://schemas.openxmlformats.org/drawingml/2006/main">
              <a:ext uri="{FF2B5EF4-FFF2-40B4-BE49-F238E27FC236}">
                <a16:creationId xmlns:a16="http://schemas.microsoft.com/office/drawing/2014/main" id="{277F1719-9CE7-4170-8E9F-5E445FAE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027" y="1672024"/>
            <a:ext cx="1118146" cy="194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representatives</a:t>
            </a:r>
          </a:p>
        </p:txBody>
      </p:sp>
      <p:sp>
        <p:nvSpPr>
          <p:cNvPr id="90" name="object-84-s0-ux">
            <a:extLst xmlns:a="http://schemas.openxmlformats.org/drawingml/2006/main">
              <a:ext uri="{FF2B5EF4-FFF2-40B4-BE49-F238E27FC236}">
                <a16:creationId xmlns:a16="http://schemas.microsoft.com/office/drawing/2014/main" id="{B76FD0BE-82C7-4C75-BA18-ED6C8316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3501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91" name="object-84-s0-ux-arrow">
            <a:extLst xmlns:a="http://schemas.openxmlformats.org/drawingml/2006/main">
              <a:ext uri="{FF2B5EF4-FFF2-40B4-BE49-F238E27FC236}">
                <a16:creationId xmlns:a16="http://schemas.microsoft.com/office/drawing/2014/main" id="{B790A3FE-F997-4918-8D3B-8813A7B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8389"/>
            <a:ext cx="114300" cy="123825"/>
          </a:xfrm>
          <a:custGeom xmlns:a="http://schemas.openxmlformats.org/drawingml/2006/main">
            <a:pathLst>
              <a:path w="114300" h="123825">
                <a:moveTo>
                  <a:pt x="57150" y="1238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2" name="object-85-s0-ux">
            <a:extLst xmlns:a="http://schemas.openxmlformats.org/drawingml/2006/main">
              <a:ext uri="{FF2B5EF4-FFF2-40B4-BE49-F238E27FC236}">
                <a16:creationId xmlns:a16="http://schemas.microsoft.com/office/drawing/2014/main" id="{925E5841-DBC9-4CB1-8261-3F97FE9B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2169"/>
            <a:ext cx="106233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 CZ = CX S</a:t>
            </a:r>
          </a:p>
        </p:txBody>
      </p:sp>
      <p:sp>
        <p:nvSpPr>
          <p:cNvPr id="93" name="object-86-s0-ux">
            <a:extLst xmlns:a="http://schemas.openxmlformats.org/drawingml/2006/main">
              <a:ext uri="{FF2B5EF4-FFF2-40B4-BE49-F238E27FC236}">
                <a16:creationId xmlns:a16="http://schemas.microsoft.com/office/drawing/2014/main" id="{FD56FBD0-DCC6-4733-AF56-2FBB759B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06589"/>
            <a:ext cx="990600" cy="95"/>
          </a:xfrm>
          <a:custGeom xmlns:a="http://schemas.openxmlformats.org/drawingml/2006/main">
            <a:pathLst>
              <a:path w="990600" h="95">
                <a:moveTo>
                  <a:pt x="9906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94" name="object-86-s0-ux-arrow">
            <a:extLst xmlns:a="http://schemas.openxmlformats.org/drawingml/2006/main">
              <a:ext uri="{FF2B5EF4-FFF2-40B4-BE49-F238E27FC236}">
                <a16:creationId xmlns:a16="http://schemas.microsoft.com/office/drawing/2014/main" id="{CE474684-06FB-4B2D-A578-429D5FBA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49439"/>
            <a:ext cx="123825" cy="114300"/>
          </a:xfrm>
          <a:custGeom xmlns:a="http://schemas.openxmlformats.org/drawingml/2006/main">
            <a:pathLst>
              <a:path w="123825" h="114300">
                <a:moveTo>
                  <a:pt x="0" y="57150"/>
                </a:moveTo>
                <a:lnTo>
                  <a:pt x="123825" y="114300"/>
                </a:lnTo>
                <a:lnTo>
                  <a:pt x="123825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5" name="object-87-s0-ux">
            <a:extLst xmlns:a="http://schemas.openxmlformats.org/drawingml/2006/main">
              <a:ext uri="{FF2B5EF4-FFF2-40B4-BE49-F238E27FC236}">
                <a16:creationId xmlns:a16="http://schemas.microsoft.com/office/drawing/2014/main" id="{FAE76259-0E29-44C6-BE3D-5A1E7136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019" y="3548449"/>
            <a:ext cx="1008162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anchored rule</a:t>
            </a:r>
          </a:p>
        </p:txBody>
      </p:sp>
      <p:sp>
        <p:nvSpPr>
          <p:cNvPr id="96" name="object-88-s0-ux">
            <a:extLst xmlns:a="http://schemas.openxmlformats.org/drawingml/2006/main">
              <a:ext uri="{FF2B5EF4-FFF2-40B4-BE49-F238E27FC236}">
                <a16:creationId xmlns:a16="http://schemas.microsoft.com/office/drawing/2014/main" id="{CD1D531F-D22C-400D-B58E-208B8DBF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3501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97" name="object-88-s0-ux-arrow">
            <a:extLst xmlns:a="http://schemas.openxmlformats.org/drawingml/2006/main">
              <a:ext uri="{FF2B5EF4-FFF2-40B4-BE49-F238E27FC236}">
                <a16:creationId xmlns:a16="http://schemas.microsoft.com/office/drawing/2014/main" id="{CDFEE114-C2E1-40D5-8A1E-E83D445C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8389"/>
            <a:ext cx="114300" cy="123825"/>
          </a:xfrm>
          <a:custGeom xmlns:a="http://schemas.openxmlformats.org/drawingml/2006/main">
            <a:pathLst>
              <a:path w="114300" h="123825">
                <a:moveTo>
                  <a:pt x="57150" y="1238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8" name="object-89-s0-ux">
            <a:extLst xmlns:a="http://schemas.openxmlformats.org/drawingml/2006/main">
              <a:ext uri="{FF2B5EF4-FFF2-40B4-BE49-F238E27FC236}">
                <a16:creationId xmlns:a16="http://schemas.microsoft.com/office/drawing/2014/main" id="{CDC9B775-98C5-4291-99DE-1101E82E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2172"/>
            <a:ext cx="1093291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concrete rules</a:t>
            </a:r>
          </a:p>
        </p:txBody>
      </p:sp>
      <p:sp>
        <p:nvSpPr>
          <p:cNvPr id="99" name="object-90-s0-ux">
            <a:extLst xmlns:a="http://schemas.openxmlformats.org/drawingml/2006/main">
              <a:ext uri="{FF2B5EF4-FFF2-40B4-BE49-F238E27FC236}">
                <a16:creationId xmlns:a16="http://schemas.microsoft.com/office/drawing/2014/main" id="{899E1BB1-B705-4D18-BAE6-A271A8D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2877"/>
            <a:ext cx="78864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L = CZ</a:t>
            </a:r>
          </a:p>
        </p:txBody>
      </p:sp>
      <p:sp>
        <p:nvSpPr>
          <p:cNvPr id="100" name="object-91-s0-ux">
            <a:extLst xmlns:a="http://schemas.openxmlformats.org/drawingml/2006/main">
              <a:ext uri="{FF2B5EF4-FFF2-40B4-BE49-F238E27FC236}">
                <a16:creationId xmlns:a16="http://schemas.microsoft.com/office/drawing/2014/main" id="{581A5A82-854E-42FF-A93F-E6BCB4DA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2877"/>
            <a:ext cx="85040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R = CX</a:t>
            </a:r>
          </a:p>
        </p:txBody>
      </p:sp>
      <p:sp>
        <p:nvSpPr>
          <p:cNvPr id="101" name="object-92-s0-ux">
            <a:extLst xmlns:a="http://schemas.openxmlformats.org/drawingml/2006/main">
              <a:ext uri="{FF2B5EF4-FFF2-40B4-BE49-F238E27FC236}">
                <a16:creationId xmlns:a16="http://schemas.microsoft.com/office/drawing/2014/main" id="{8D3DB8DD-CB50-4073-932E-23FDF79E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13407"/>
            <a:ext cx="426154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Different gates; equal eigenvalue multisets.</a:t>
            </a:r>
          </a:p>
        </p:txBody>
      </p:sp>
      <p:sp>
        <p:nvSpPr>
          <p:cNvPr id="102" name="object-93-s0-ux">
            <a:extLst xmlns:a="http://schemas.openxmlformats.org/drawingml/2006/main">
              <a:ext uri="{FF2B5EF4-FFF2-40B4-BE49-F238E27FC236}">
                <a16:creationId xmlns:a16="http://schemas.microsoft.com/office/drawing/2014/main" id="{3F30360D-6132-4DF7-8B4F-219582A5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93354"/>
            <a:ext cx="3900041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Match S → move CZ as CX → cancel</a:t>
            </a:r>
          </a:p>
        </p:txBody>
      </p:sp>
      <p:sp>
        <p:nvSpPr>
          <p:cNvPr id="103" name="object-94-s0-ux">
            <a:extLst xmlns:a="http://schemas.openxmlformats.org/drawingml/2006/main">
              <a:ext uri="{FF2B5EF4-FFF2-40B4-BE49-F238E27FC236}">
                <a16:creationId xmlns:a16="http://schemas.microsoft.com/office/drawing/2014/main" id="{A718FE82-332F-43DC-B011-7A71D448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13407"/>
            <a:ext cx="2950071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Remove one CZ and one CX.</a:t>
            </a:r>
          </a:p>
        </p:txBody>
      </p:sp>
      <p:sp>
        <p:nvSpPr>
          <p:cNvPr id="104" name="object-95-s0-ux">
            <a:extLst xmlns:a="http://schemas.openxmlformats.org/drawingml/2006/main">
              <a:ext uri="{FF2B5EF4-FFF2-40B4-BE49-F238E27FC236}">
                <a16:creationId xmlns:a16="http://schemas.microsoft.com/office/drawing/2014/main" id="{35FB53A7-AF30-4899-A822-9E58B63F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4954637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Illustrative gate set: {CZ, CX, H, Rz, X, SX}. Circuit time runs left to right.</a:t>
            </a:r>
          </a:p>
        </p:txBody>
      </p:sp>
      <p:sp>
        <p:nvSpPr>
          <p:cNvPr id="105" name="object-96-s0-ux">
            <a:extLst xmlns:a="http://schemas.openxmlformats.org/drawingml/2006/main">
              <a:ext uri="{FF2B5EF4-FFF2-40B4-BE49-F238E27FC236}">
                <a16:creationId xmlns:a16="http://schemas.microsoft.com/office/drawing/2014/main" id="{25CB17E3-217B-4499-B6DC-12DF35B3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106" name="object-97-s0-ux">
            <a:extLst xmlns:a="http://schemas.openxmlformats.org/drawingml/2006/main">
              <a:ext uri="{FF2B5EF4-FFF2-40B4-BE49-F238E27FC236}">
                <a16:creationId xmlns:a16="http://schemas.microsoft.com/office/drawing/2014/main" id="{7B65A7FA-27CD-45F8-BA33-A0B98DB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937257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accent">
            <a:extLst xmlns:a="http://schemas.openxmlformats.org/drawingml/2006/main">
              <a:ext uri="{FF2B5EF4-FFF2-40B4-BE49-F238E27FC236}">
                <a16:creationId xmlns:a16="http://schemas.microsoft.com/office/drawing/2014/main" id="{14B636FA-28AC-40D1-AD00-283CA0E6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0A26645A-E66B-49D4-B306-4D6A302F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9649152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synthesis learns rules and filters redundancy</a:t>
            </a:r>
          </a:p>
        </p:txBody>
      </p:sp>
      <p:sp>
        <p:nvSpPr>
          <p:cNvPr id="3" name="object-1-s0-u0">
            <a:extLst xmlns:a="http://schemas.openxmlformats.org/drawingml/2006/main">
              <a:ext uri="{FF2B5EF4-FFF2-40B4-BE49-F238E27FC236}">
                <a16:creationId xmlns:a16="http://schemas.microsoft.com/office/drawing/2014/main" id="{83452323-184D-4441-83CD-D091F14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7679"/>
            <a:ext cx="2782491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Enumerate small circuits</a:t>
            </a:r>
          </a:p>
        </p:txBody>
      </p:sp>
      <p:sp>
        <p:nvSpPr>
          <p:cNvPr id="4" name="object-2-s0-u0">
            <a:extLst xmlns:a="http://schemas.openxmlformats.org/drawingml/2006/main">
              <a:ext uri="{FF2B5EF4-FFF2-40B4-BE49-F238E27FC236}">
                <a16:creationId xmlns:a16="http://schemas.microsoft.com/office/drawing/2014/main" id="{06732A5F-B98B-43C8-9D12-8E8B097E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826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5" name="object-3-s0-u0">
            <a:extLst xmlns:a="http://schemas.openxmlformats.org/drawingml/2006/main">
              <a:ext uri="{FF2B5EF4-FFF2-40B4-BE49-F238E27FC236}">
                <a16:creationId xmlns:a16="http://schemas.microsoft.com/office/drawing/2014/main" id="{EEBCDEEF-A128-44AE-AFB1-E3EBAEE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021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" name="object-4-s0-u0">
            <a:extLst xmlns:a="http://schemas.openxmlformats.org/drawingml/2006/main">
              <a:ext uri="{FF2B5EF4-FFF2-40B4-BE49-F238E27FC236}">
                <a16:creationId xmlns:a16="http://schemas.microsoft.com/office/drawing/2014/main" id="{037D6870-BFE0-4FE5-BC24-15C4987E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6826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" name="object-5-s0-u0">
            <a:extLst xmlns:a="http://schemas.openxmlformats.org/drawingml/2006/main">
              <a:ext uri="{FF2B5EF4-FFF2-40B4-BE49-F238E27FC236}">
                <a16:creationId xmlns:a16="http://schemas.microsoft.com/office/drawing/2014/main" id="{F5EEB624-C440-45AD-BAF9-00483152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3021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8" name="object-6-s0-u0">
            <a:extLst xmlns:a="http://schemas.openxmlformats.org/drawingml/2006/main">
              <a:ext uri="{FF2B5EF4-FFF2-40B4-BE49-F238E27FC236}">
                <a16:creationId xmlns:a16="http://schemas.microsoft.com/office/drawing/2014/main" id="{63FEC3A8-304B-4E83-B639-6F81D692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733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9" name="object-7-s0-u0">
            <a:extLst xmlns:a="http://schemas.openxmlformats.org/drawingml/2006/main">
              <a:ext uri="{FF2B5EF4-FFF2-40B4-BE49-F238E27FC236}">
                <a16:creationId xmlns:a16="http://schemas.microsoft.com/office/drawing/2014/main" id="{1997707A-B760-44CE-AC08-38B6267F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850" y="232829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" name="object-8-s0-u0">
            <a:extLst xmlns:a="http://schemas.openxmlformats.org/drawingml/2006/main">
              <a:ext uri="{FF2B5EF4-FFF2-40B4-BE49-F238E27FC236}">
                <a16:creationId xmlns:a16="http://schemas.microsoft.com/office/drawing/2014/main" id="{1B58ECAA-731C-4593-BD18-E54BEAD5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8733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9-s0-u0">
            <a:extLst xmlns:a="http://schemas.openxmlformats.org/drawingml/2006/main">
              <a:ext uri="{FF2B5EF4-FFF2-40B4-BE49-F238E27FC236}">
                <a16:creationId xmlns:a16="http://schemas.microsoft.com/office/drawing/2014/main" id="{C4377554-E549-4052-9449-4C476EF9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00" y="232829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2" name="object-10-s0-u0">
            <a:extLst xmlns:a="http://schemas.openxmlformats.org/drawingml/2006/main">
              <a:ext uri="{FF2B5EF4-FFF2-40B4-BE49-F238E27FC236}">
                <a16:creationId xmlns:a16="http://schemas.microsoft.com/office/drawing/2014/main" id="{1A5E1E08-8A3D-4969-BB38-73AFC4C4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6826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3" name="object-11-s0-u0">
            <a:extLst xmlns:a="http://schemas.openxmlformats.org/drawingml/2006/main">
              <a:ext uri="{FF2B5EF4-FFF2-40B4-BE49-F238E27FC236}">
                <a16:creationId xmlns:a16="http://schemas.microsoft.com/office/drawing/2014/main" id="{BA307D66-046C-436A-B185-ACA625EE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3021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4" name="object-12-s0-u0">
            <a:extLst xmlns:a="http://schemas.openxmlformats.org/drawingml/2006/main">
              <a:ext uri="{FF2B5EF4-FFF2-40B4-BE49-F238E27FC236}">
                <a16:creationId xmlns:a16="http://schemas.microsoft.com/office/drawing/2014/main" id="{9E8FDC7A-CF80-4C54-8646-11B71054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682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15" name="object-13-s0-u0">
            <a:extLst xmlns:a="http://schemas.openxmlformats.org/drawingml/2006/main">
              <a:ext uri="{FF2B5EF4-FFF2-40B4-BE49-F238E27FC236}">
                <a16:creationId xmlns:a16="http://schemas.microsoft.com/office/drawing/2014/main" id="{7A9D75DB-5389-481B-842A-1F456045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20254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object-14-s0-u0">
            <a:extLst xmlns:a="http://schemas.openxmlformats.org/drawingml/2006/main">
              <a:ext uri="{FF2B5EF4-FFF2-40B4-BE49-F238E27FC236}">
                <a16:creationId xmlns:a16="http://schemas.microsoft.com/office/drawing/2014/main" id="{A64417C9-248A-4559-92AE-B28FDD45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233020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17" name="object-15-s0-u0">
            <a:extLst xmlns:a="http://schemas.openxmlformats.org/drawingml/2006/main">
              <a:ext uri="{FF2B5EF4-FFF2-40B4-BE49-F238E27FC236}">
                <a16:creationId xmlns:a16="http://schemas.microsoft.com/office/drawing/2014/main" id="{20B1589D-AB26-43C2-8105-CF92CA25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6353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18" name="object-16-s0-u0">
            <a:extLst xmlns:a="http://schemas.openxmlformats.org/drawingml/2006/main">
              <a:ext uri="{FF2B5EF4-FFF2-40B4-BE49-F238E27FC236}">
                <a16:creationId xmlns:a16="http://schemas.microsoft.com/office/drawing/2014/main" id="{A518605A-DC9B-4060-BA21-59C34AA5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682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19" name="object-17-s0-u0">
            <a:extLst xmlns:a="http://schemas.openxmlformats.org/drawingml/2006/main">
              <a:ext uri="{FF2B5EF4-FFF2-40B4-BE49-F238E27FC236}">
                <a16:creationId xmlns:a16="http://schemas.microsoft.com/office/drawing/2014/main" id="{EEEA648A-0A45-49AC-8788-5D3DB775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20254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object-18-s0-u0">
            <a:extLst xmlns:a="http://schemas.openxmlformats.org/drawingml/2006/main">
              <a:ext uri="{FF2B5EF4-FFF2-40B4-BE49-F238E27FC236}">
                <a16:creationId xmlns:a16="http://schemas.microsoft.com/office/drawing/2014/main" id="{475E9E8F-3659-4754-890E-29BBABEF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3" y="233020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1" name="object-19-s0-u0">
            <a:extLst xmlns:a="http://schemas.openxmlformats.org/drawingml/2006/main">
              <a:ext uri="{FF2B5EF4-FFF2-40B4-BE49-F238E27FC236}">
                <a16:creationId xmlns:a16="http://schemas.microsoft.com/office/drawing/2014/main" id="{0AD392DE-E6DC-461E-88CB-184C720C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353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2" name="object-20-s0-u0">
            <a:extLst xmlns:a="http://schemas.openxmlformats.org/drawingml/2006/main">
              <a:ext uri="{FF2B5EF4-FFF2-40B4-BE49-F238E27FC236}">
                <a16:creationId xmlns:a16="http://schemas.microsoft.com/office/drawing/2014/main" id="{FF20BA69-920C-4706-893D-6367D137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682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23" name="object-21-s0-u0">
            <a:extLst xmlns:a="http://schemas.openxmlformats.org/drawingml/2006/main">
              <a:ext uri="{FF2B5EF4-FFF2-40B4-BE49-F238E27FC236}">
                <a16:creationId xmlns:a16="http://schemas.microsoft.com/office/drawing/2014/main" id="{33E915F4-F913-49DF-9D2E-922C89D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302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24" name="object-22-s0-u0">
            <a:extLst xmlns:a="http://schemas.openxmlformats.org/drawingml/2006/main">
              <a:ext uri="{FF2B5EF4-FFF2-40B4-BE49-F238E27FC236}">
                <a16:creationId xmlns:a16="http://schemas.microsoft.com/office/drawing/2014/main" id="{8A87E9DA-7A7C-4C49-8A97-CCFE6585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682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5" name="object-23-s0-u0">
            <a:extLst xmlns:a="http://schemas.openxmlformats.org/drawingml/2006/main">
              <a:ext uri="{FF2B5EF4-FFF2-40B4-BE49-F238E27FC236}">
                <a16:creationId xmlns:a16="http://schemas.microsoft.com/office/drawing/2014/main" id="{60E85B56-26AD-4E87-87F2-239A01FD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188" y="20254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object-24-s0-u0">
            <a:extLst xmlns:a="http://schemas.openxmlformats.org/drawingml/2006/main">
              <a:ext uri="{FF2B5EF4-FFF2-40B4-BE49-F238E27FC236}">
                <a16:creationId xmlns:a16="http://schemas.microsoft.com/office/drawing/2014/main" id="{796D1761-1D80-437E-8ED0-1AEA1B0E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188" y="23873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object-25-s0-u0">
            <a:extLst xmlns:a="http://schemas.openxmlformats.org/drawingml/2006/main">
              <a:ext uri="{FF2B5EF4-FFF2-40B4-BE49-F238E27FC236}">
                <a16:creationId xmlns:a16="http://schemas.microsoft.com/office/drawing/2014/main" id="{E9C6C821-2046-4330-BBFD-CF9B7253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682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28" name="object-26-s0-u0">
            <a:extLst xmlns:a="http://schemas.openxmlformats.org/drawingml/2006/main">
              <a:ext uri="{FF2B5EF4-FFF2-40B4-BE49-F238E27FC236}">
                <a16:creationId xmlns:a16="http://schemas.microsoft.com/office/drawing/2014/main" id="{AC6B49FD-0D31-4F5A-9270-ADF6E6A6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302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29" name="object-27-s0-u0">
            <a:extLst xmlns:a="http://schemas.openxmlformats.org/drawingml/2006/main">
              <a:ext uri="{FF2B5EF4-FFF2-40B4-BE49-F238E27FC236}">
                <a16:creationId xmlns:a16="http://schemas.microsoft.com/office/drawing/2014/main" id="{81060BF3-6794-4629-97E4-6764E540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682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0" name="object-28-s0-u0">
            <a:extLst xmlns:a="http://schemas.openxmlformats.org/drawingml/2006/main">
              <a:ext uri="{FF2B5EF4-FFF2-40B4-BE49-F238E27FC236}">
                <a16:creationId xmlns:a16="http://schemas.microsoft.com/office/drawing/2014/main" id="{BFF08321-94B1-4DC5-B642-BA63E02A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263" y="20254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object-29-s0-u0">
            <a:extLst xmlns:a="http://schemas.openxmlformats.org/drawingml/2006/main">
              <a:ext uri="{FF2B5EF4-FFF2-40B4-BE49-F238E27FC236}">
                <a16:creationId xmlns:a16="http://schemas.microsoft.com/office/drawing/2014/main" id="{29F87FB1-D82A-45D4-895E-AF0A798A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233020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2" name="object-30-s0-u0">
            <a:extLst xmlns:a="http://schemas.openxmlformats.org/drawingml/2006/main">
              <a:ext uri="{FF2B5EF4-FFF2-40B4-BE49-F238E27FC236}">
                <a16:creationId xmlns:a16="http://schemas.microsoft.com/office/drawing/2014/main" id="{0352E563-0B50-4FA8-A628-58FA8E88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6353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3" name="object-31-s0-u0">
            <a:extLst xmlns:a="http://schemas.openxmlformats.org/drawingml/2006/main">
              <a:ext uri="{FF2B5EF4-FFF2-40B4-BE49-F238E27FC236}">
                <a16:creationId xmlns:a16="http://schemas.microsoft.com/office/drawing/2014/main" id="{BC460093-B800-430D-B10A-1A4F80EA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2652"/>
            <a:ext cx="6019056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Compare their semantics, then group equivalent circuits.</a:t>
            </a:r>
          </a:p>
        </p:txBody>
      </p:sp>
      <p:sp>
        <p:nvSpPr>
          <p:cNvPr id="34" name="object-155-s0-ux">
            <a:extLst xmlns:a="http://schemas.openxmlformats.org/drawingml/2006/main">
              <a:ext uri="{FF2B5EF4-FFF2-40B4-BE49-F238E27FC236}">
                <a16:creationId xmlns:a16="http://schemas.microsoft.com/office/drawing/2014/main" id="{7F8FB915-E3A4-42C7-9417-FFBFFDD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1863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PIF groups candidates. Equality saturation checks derivability. SMT validates each retained concrete rule.</a:t>
            </a:r>
          </a:p>
        </p:txBody>
      </p:sp>
      <p:sp>
        <p:nvSpPr>
          <p:cNvPr id="35" name="object-156-s0-ux">
            <a:extLst xmlns:a="http://schemas.openxmlformats.org/drawingml/2006/main">
              <a:ext uri="{FF2B5EF4-FFF2-40B4-BE49-F238E27FC236}">
                <a16:creationId xmlns:a16="http://schemas.microsoft.com/office/drawing/2014/main" id="{ED414143-FBDB-402E-AC9C-24C06FF7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36" name="object-157-s0-ux">
            <a:extLst xmlns:a="http://schemas.openxmlformats.org/drawingml/2006/main">
              <a:ext uri="{FF2B5EF4-FFF2-40B4-BE49-F238E27FC236}">
                <a16:creationId xmlns:a16="http://schemas.microsoft.com/office/drawing/2014/main" id="{746529D1-C59E-44C7-8AF2-E764B2B4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7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3EB5170C-DFDD-46E4-9B1E-E638EC0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1 / 6</a:t>
            </a:r>
          </a:p>
        </p:txBody>
      </p:sp>
    </p:spTree>
    <p:extLst>
      <p:ext uri="{BB962C8B-B14F-4D97-AF65-F5344CB8AC3E}">
        <p14:creationId xmlns:p14="http://schemas.microsoft.com/office/powerpoint/2010/main" val="2060383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top-accent">
            <a:extLst xmlns:a="http://schemas.openxmlformats.org/drawingml/2006/main">
              <a:ext uri="{FF2B5EF4-FFF2-40B4-BE49-F238E27FC236}">
                <a16:creationId xmlns:a16="http://schemas.microsoft.com/office/drawing/2014/main" id="{A59745CB-61A0-4DB0-9F31-EB59FB41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E3B94D96-7C26-4DA0-B857-B9A09024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9649152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synthesis learns rules and filters redundancy</a:t>
            </a:r>
          </a:p>
        </p:txBody>
      </p:sp>
      <p:sp>
        <p:nvSpPr>
          <p:cNvPr id="3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06DC742D-CBC4-42CF-839D-6E8E9D29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4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FF886A6B-8407-457B-AEE2-6C5AA154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15" y="1244352"/>
            <a:ext cx="1585020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Identity class</a:t>
            </a:r>
          </a:p>
        </p:txBody>
      </p:sp>
      <p:sp>
        <p:nvSpPr>
          <p:cNvPr id="5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94CE027B-E46F-41B4-910F-95C62E0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6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F454E207-19DF-4C23-8198-6463F392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207" y="1244352"/>
            <a:ext cx="105578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 class</a:t>
            </a:r>
          </a:p>
        </p:txBody>
      </p:sp>
      <p:sp>
        <p:nvSpPr>
          <p:cNvPr id="7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AEB96BAB-6594-4183-BF85-37FBB70B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8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13884417-4ED0-4CAB-A618-EE7D341E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884" y="1244352"/>
            <a:ext cx="10691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class</a:t>
            </a:r>
          </a:p>
        </p:txBody>
      </p:sp>
      <p:sp>
        <p:nvSpPr>
          <p:cNvPr id="9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C29AE71A-DF46-41E0-9C9A-C9D6D8FF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6346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0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CDF7AABE-1D20-4506-82EE-A8BBC546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2541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1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3A9308C2-756C-4EEC-A44A-3E3D394E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8258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2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E6ECB104-E56C-4DA2-ACB2-0DE81A68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4453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3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688754EA-F3A9-407D-9CEC-2F32039F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4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B8BA23AF-374D-46B9-B96B-7C53E1C3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7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5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1A85BDC8-65F3-4C5E-9A0D-271C9971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6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F5011F0B-453C-42B0-9F9A-0C62A614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2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7" name="object-46-s1-ux">
            <a:extLst xmlns:a="http://schemas.openxmlformats.org/drawingml/2006/main">
              <a:ext uri="{FF2B5EF4-FFF2-40B4-BE49-F238E27FC236}">
                <a16:creationId xmlns:a16="http://schemas.microsoft.com/office/drawing/2014/main" id="{CD252EF8-6088-441E-9B47-1C807984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171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8" name="object-47-s1-ux">
            <a:extLst xmlns:a="http://schemas.openxmlformats.org/drawingml/2006/main">
              <a:ext uri="{FF2B5EF4-FFF2-40B4-BE49-F238E27FC236}">
                <a16:creationId xmlns:a16="http://schemas.microsoft.com/office/drawing/2014/main" id="{2DB96996-5B7F-494F-BDA4-97C76746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366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9" name="object-48-s1-ux">
            <a:extLst xmlns:a="http://schemas.openxmlformats.org/drawingml/2006/main">
              <a:ext uri="{FF2B5EF4-FFF2-40B4-BE49-F238E27FC236}">
                <a16:creationId xmlns:a16="http://schemas.microsoft.com/office/drawing/2014/main" id="{DB6809AD-713D-45E6-A260-9A164132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0" name="object-49-s1-ux">
            <a:extLst xmlns:a="http://schemas.openxmlformats.org/drawingml/2006/main">
              <a:ext uri="{FF2B5EF4-FFF2-40B4-BE49-F238E27FC236}">
                <a16:creationId xmlns:a16="http://schemas.microsoft.com/office/drawing/2014/main" id="{A94121F5-E64C-40AC-B2DA-523CEFA2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bject-50-s1-ux">
            <a:extLst xmlns:a="http://schemas.openxmlformats.org/drawingml/2006/main">
              <a:ext uri="{FF2B5EF4-FFF2-40B4-BE49-F238E27FC236}">
                <a16:creationId xmlns:a16="http://schemas.microsoft.com/office/drawing/2014/main" id="{D888FBA2-2A04-46BF-8BCF-FC75EB46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2" name="object-51-s1-ux">
            <a:extLst xmlns:a="http://schemas.openxmlformats.org/drawingml/2006/main">
              <a:ext uri="{FF2B5EF4-FFF2-40B4-BE49-F238E27FC236}">
                <a16:creationId xmlns:a16="http://schemas.microsoft.com/office/drawing/2014/main" id="{A869445E-D069-4FA2-99F5-E5668CE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3" name="object-52-s1-ux">
            <a:extLst xmlns:a="http://schemas.openxmlformats.org/drawingml/2006/main">
              <a:ext uri="{FF2B5EF4-FFF2-40B4-BE49-F238E27FC236}">
                <a16:creationId xmlns:a16="http://schemas.microsoft.com/office/drawing/2014/main" id="{7579FD05-FE2C-4A8A-9606-BC86B1E0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4" name="object-53-s1-ux">
            <a:extLst xmlns:a="http://schemas.openxmlformats.org/drawingml/2006/main">
              <a:ext uri="{FF2B5EF4-FFF2-40B4-BE49-F238E27FC236}">
                <a16:creationId xmlns:a16="http://schemas.microsoft.com/office/drawing/2014/main" id="{8D2B20AE-F750-4E87-8734-65B124BF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object-54-s1-ux">
            <a:extLst xmlns:a="http://schemas.openxmlformats.org/drawingml/2006/main">
              <a:ext uri="{FF2B5EF4-FFF2-40B4-BE49-F238E27FC236}">
                <a16:creationId xmlns:a16="http://schemas.microsoft.com/office/drawing/2014/main" id="{C07FEEEB-5BED-4616-A75C-9C546DE1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6" name="object-55-s1-ux">
            <a:extLst xmlns:a="http://schemas.openxmlformats.org/drawingml/2006/main">
              <a:ext uri="{FF2B5EF4-FFF2-40B4-BE49-F238E27FC236}">
                <a16:creationId xmlns:a16="http://schemas.microsoft.com/office/drawing/2014/main" id="{8BA41D3B-2E45-4F14-B89A-0620B339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7" name="object-56-s1-ux">
            <a:extLst xmlns:a="http://schemas.openxmlformats.org/drawingml/2006/main">
              <a:ext uri="{FF2B5EF4-FFF2-40B4-BE49-F238E27FC236}">
                <a16:creationId xmlns:a16="http://schemas.microsoft.com/office/drawing/2014/main" id="{F196E71E-4A91-4470-983E-459DED5D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8" name="object-57-s1-ux">
            <a:extLst xmlns:a="http://schemas.openxmlformats.org/drawingml/2006/main">
              <a:ext uri="{FF2B5EF4-FFF2-40B4-BE49-F238E27FC236}">
                <a16:creationId xmlns:a16="http://schemas.microsoft.com/office/drawing/2014/main" id="{6CC81353-0024-4D50-A693-34F5946E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9" name="object-58-s1-ux">
            <a:extLst xmlns:a="http://schemas.openxmlformats.org/drawingml/2006/main">
              <a:ext uri="{FF2B5EF4-FFF2-40B4-BE49-F238E27FC236}">
                <a16:creationId xmlns:a16="http://schemas.microsoft.com/office/drawing/2014/main" id="{67DDFBCE-4AA1-4487-A58F-583CFDB9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30" name="object-59-s1-ux">
            <a:extLst xmlns:a="http://schemas.openxmlformats.org/drawingml/2006/main">
              <a:ext uri="{FF2B5EF4-FFF2-40B4-BE49-F238E27FC236}">
                <a16:creationId xmlns:a16="http://schemas.microsoft.com/office/drawing/2014/main" id="{1EE5918C-5D77-4CAE-8DAC-8D2469BE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object-60-s1-ux">
            <a:extLst xmlns:a="http://schemas.openxmlformats.org/drawingml/2006/main">
              <a:ext uri="{FF2B5EF4-FFF2-40B4-BE49-F238E27FC236}">
                <a16:creationId xmlns:a16="http://schemas.microsoft.com/office/drawing/2014/main" id="{13EECD93-82D2-482F-810F-EE9715A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0825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object-61-s1-ux">
            <a:extLst xmlns:a="http://schemas.openxmlformats.org/drawingml/2006/main">
              <a:ext uri="{FF2B5EF4-FFF2-40B4-BE49-F238E27FC236}">
                <a16:creationId xmlns:a16="http://schemas.microsoft.com/office/drawing/2014/main" id="{3E179D12-182F-4961-BF4E-46EA974C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3" name="object-62-s1-ux">
            <a:extLst xmlns:a="http://schemas.openxmlformats.org/drawingml/2006/main">
              <a:ext uri="{FF2B5EF4-FFF2-40B4-BE49-F238E27FC236}">
                <a16:creationId xmlns:a16="http://schemas.microsoft.com/office/drawing/2014/main" id="{B0891E6B-BBC5-400C-8BF1-B8382B11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4" name="object-63-s1-ux">
            <a:extLst xmlns:a="http://schemas.openxmlformats.org/drawingml/2006/main">
              <a:ext uri="{FF2B5EF4-FFF2-40B4-BE49-F238E27FC236}">
                <a16:creationId xmlns:a16="http://schemas.microsoft.com/office/drawing/2014/main" id="{A92C1CB2-8EDC-4222-AF2B-178E220F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5" name="object-64-s1-ux">
            <a:extLst xmlns:a="http://schemas.openxmlformats.org/drawingml/2006/main">
              <a:ext uri="{FF2B5EF4-FFF2-40B4-BE49-F238E27FC236}">
                <a16:creationId xmlns:a16="http://schemas.microsoft.com/office/drawing/2014/main" id="{C444DF24-EEC2-4866-9795-84C125BC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6" name="object-65-s1-ux">
            <a:extLst xmlns:a="http://schemas.openxmlformats.org/drawingml/2006/main">
              <a:ext uri="{FF2B5EF4-FFF2-40B4-BE49-F238E27FC236}">
                <a16:creationId xmlns:a16="http://schemas.microsoft.com/office/drawing/2014/main" id="{82018550-89BB-432B-9A3D-C55A9D64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7" name="object-66-s1-ux">
            <a:extLst xmlns:a="http://schemas.openxmlformats.org/drawingml/2006/main">
              <a:ext uri="{FF2B5EF4-FFF2-40B4-BE49-F238E27FC236}">
                <a16:creationId xmlns:a16="http://schemas.microsoft.com/office/drawing/2014/main" id="{8ADCEA87-FD01-4BE9-8ED8-F461E4F4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object-67-s1-ux">
            <a:extLst xmlns:a="http://schemas.openxmlformats.org/drawingml/2006/main">
              <a:ext uri="{FF2B5EF4-FFF2-40B4-BE49-F238E27FC236}">
                <a16:creationId xmlns:a16="http://schemas.microsoft.com/office/drawing/2014/main" id="{5A13571E-5DA2-40B6-8838-F236043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9" name="object-68-s1-ux">
            <a:extLst xmlns:a="http://schemas.openxmlformats.org/drawingml/2006/main">
              <a:ext uri="{FF2B5EF4-FFF2-40B4-BE49-F238E27FC236}">
                <a16:creationId xmlns:a16="http://schemas.microsoft.com/office/drawing/2014/main" id="{60C7A757-B221-47A4-B73E-0AA8D102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0" name="object-69-s1-ux">
            <a:extLst xmlns:a="http://schemas.openxmlformats.org/drawingml/2006/main">
              <a:ext uri="{FF2B5EF4-FFF2-40B4-BE49-F238E27FC236}">
                <a16:creationId xmlns:a16="http://schemas.microsoft.com/office/drawing/2014/main" id="{8788CBD5-15D5-4D7E-9818-3F43A0DD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41" name="object-70-s1-ux">
            <a:extLst xmlns:a="http://schemas.openxmlformats.org/drawingml/2006/main">
              <a:ext uri="{FF2B5EF4-FFF2-40B4-BE49-F238E27FC236}">
                <a16:creationId xmlns:a16="http://schemas.microsoft.com/office/drawing/2014/main" id="{2926946C-CB0D-4048-A26A-5CAA197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9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2" name="object-71-s1-ux">
            <a:extLst xmlns:a="http://schemas.openxmlformats.org/drawingml/2006/main">
              <a:ext uri="{FF2B5EF4-FFF2-40B4-BE49-F238E27FC236}">
                <a16:creationId xmlns:a16="http://schemas.microsoft.com/office/drawing/2014/main" id="{AB9D121D-A297-4C27-A494-D1F3E661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3" name="object-72-s1-ux">
            <a:extLst xmlns:a="http://schemas.openxmlformats.org/drawingml/2006/main">
              <a:ext uri="{FF2B5EF4-FFF2-40B4-BE49-F238E27FC236}">
                <a16:creationId xmlns:a16="http://schemas.microsoft.com/office/drawing/2014/main" id="{DE47A40F-5016-45A1-9B7C-8DEDC890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4" name="object-73-s1-ux">
            <a:extLst xmlns:a="http://schemas.openxmlformats.org/drawingml/2006/main">
              <a:ext uri="{FF2B5EF4-FFF2-40B4-BE49-F238E27FC236}">
                <a16:creationId xmlns:a16="http://schemas.microsoft.com/office/drawing/2014/main" id="{EA1F00CB-E044-43B3-8285-4D000C8F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5" name="object-74-s1-ux">
            <a:extLst xmlns:a="http://schemas.openxmlformats.org/drawingml/2006/main">
              <a:ext uri="{FF2B5EF4-FFF2-40B4-BE49-F238E27FC236}">
                <a16:creationId xmlns:a16="http://schemas.microsoft.com/office/drawing/2014/main" id="{51E62294-5D6D-4AB5-AC91-5181F733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object-75-s1-ux">
            <a:extLst xmlns:a="http://schemas.openxmlformats.org/drawingml/2006/main">
              <a:ext uri="{FF2B5EF4-FFF2-40B4-BE49-F238E27FC236}">
                <a16:creationId xmlns:a16="http://schemas.microsoft.com/office/drawing/2014/main" id="{F54DA0EC-EE2D-442E-8707-FEAD8C4A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object-76-s1-ux">
            <a:extLst xmlns:a="http://schemas.openxmlformats.org/drawingml/2006/main">
              <a:ext uri="{FF2B5EF4-FFF2-40B4-BE49-F238E27FC236}">
                <a16:creationId xmlns:a16="http://schemas.microsoft.com/office/drawing/2014/main" id="{5ABDE1AE-8096-40E5-A596-D8BA286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8" name="object-77-s1-ux">
            <a:extLst xmlns:a="http://schemas.openxmlformats.org/drawingml/2006/main">
              <a:ext uri="{FF2B5EF4-FFF2-40B4-BE49-F238E27FC236}">
                <a16:creationId xmlns:a16="http://schemas.microsoft.com/office/drawing/2014/main" id="{B3C2AACD-E38C-47DA-A69B-4BC312DA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object-78-s1-ux">
            <a:extLst xmlns:a="http://schemas.openxmlformats.org/drawingml/2006/main">
              <a:ext uri="{FF2B5EF4-FFF2-40B4-BE49-F238E27FC236}">
                <a16:creationId xmlns:a16="http://schemas.microsoft.com/office/drawing/2014/main" id="{48CB4487-C73C-4B8D-887B-98F3EC73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object-79-s1-ux">
            <a:extLst xmlns:a="http://schemas.openxmlformats.org/drawingml/2006/main">
              <a:ext uri="{FF2B5EF4-FFF2-40B4-BE49-F238E27FC236}">
                <a16:creationId xmlns:a16="http://schemas.microsoft.com/office/drawing/2014/main" id="{EF9DED11-20A6-4EA8-B70B-85A007C6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51" name="object-80-s1-ux">
            <a:extLst xmlns:a="http://schemas.openxmlformats.org/drawingml/2006/main">
              <a:ext uri="{FF2B5EF4-FFF2-40B4-BE49-F238E27FC236}">
                <a16:creationId xmlns:a16="http://schemas.microsoft.com/office/drawing/2014/main" id="{E79B8B96-E975-445A-9FAB-9664608D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object-81-s1-ux">
            <a:extLst xmlns:a="http://schemas.openxmlformats.org/drawingml/2006/main">
              <a:ext uri="{FF2B5EF4-FFF2-40B4-BE49-F238E27FC236}">
                <a16:creationId xmlns:a16="http://schemas.microsoft.com/office/drawing/2014/main" id="{A15D906E-9F59-4EBD-9238-85DB71CD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object-82-s1-ux">
            <a:extLst xmlns:a="http://schemas.openxmlformats.org/drawingml/2006/main">
              <a:ext uri="{FF2B5EF4-FFF2-40B4-BE49-F238E27FC236}">
                <a16:creationId xmlns:a16="http://schemas.microsoft.com/office/drawing/2014/main" id="{22D23DF8-4EFD-4573-AA8D-2A9810EF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4" name="object-83-s1-ux">
            <a:extLst xmlns:a="http://schemas.openxmlformats.org/drawingml/2006/main">
              <a:ext uri="{FF2B5EF4-FFF2-40B4-BE49-F238E27FC236}">
                <a16:creationId xmlns:a16="http://schemas.microsoft.com/office/drawing/2014/main" id="{835306D3-03A0-4F90-A4A6-5801222B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5" name="object-84-s1-ux">
            <a:extLst xmlns:a="http://schemas.openxmlformats.org/drawingml/2006/main">
              <a:ext uri="{FF2B5EF4-FFF2-40B4-BE49-F238E27FC236}">
                <a16:creationId xmlns:a16="http://schemas.microsoft.com/office/drawing/2014/main" id="{9D64FF13-7787-4FCE-AC43-451FE21F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6" name="object-85-s1-ux">
            <a:extLst xmlns:a="http://schemas.openxmlformats.org/drawingml/2006/main">
              <a:ext uri="{FF2B5EF4-FFF2-40B4-BE49-F238E27FC236}">
                <a16:creationId xmlns:a16="http://schemas.microsoft.com/office/drawing/2014/main" id="{C33CBB74-FF4C-4E33-BC2B-AFF9CC2D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object-86-s1-ux">
            <a:extLst xmlns:a="http://schemas.openxmlformats.org/drawingml/2006/main">
              <a:ext uri="{FF2B5EF4-FFF2-40B4-BE49-F238E27FC236}">
                <a16:creationId xmlns:a16="http://schemas.microsoft.com/office/drawing/2014/main" id="{2B429217-E65F-43E9-84A5-2EBBBB94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202540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8" name="object-87-s1-ux">
            <a:extLst xmlns:a="http://schemas.openxmlformats.org/drawingml/2006/main">
              <a:ext uri="{FF2B5EF4-FFF2-40B4-BE49-F238E27FC236}">
                <a16:creationId xmlns:a16="http://schemas.microsoft.com/office/drawing/2014/main" id="{6788BB11-9F93-40C8-AE44-C705F2AA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873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9" name="object-88-s1-ux">
            <a:extLst xmlns:a="http://schemas.openxmlformats.org/drawingml/2006/main">
              <a:ext uri="{FF2B5EF4-FFF2-40B4-BE49-F238E27FC236}">
                <a16:creationId xmlns:a16="http://schemas.microsoft.com/office/drawing/2014/main" id="{2BADAAE9-EA79-436A-AC30-DEFB8AC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0" name="object-89-s1-ux">
            <a:extLst xmlns:a="http://schemas.openxmlformats.org/drawingml/2006/main">
              <a:ext uri="{FF2B5EF4-FFF2-40B4-BE49-F238E27FC236}">
                <a16:creationId xmlns:a16="http://schemas.microsoft.com/office/drawing/2014/main" id="{3F2A518B-30A1-40C5-9072-09FFA659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1" name="object-90-s1-ux">
            <a:extLst xmlns:a="http://schemas.openxmlformats.org/drawingml/2006/main">
              <a:ext uri="{FF2B5EF4-FFF2-40B4-BE49-F238E27FC236}">
                <a16:creationId xmlns:a16="http://schemas.microsoft.com/office/drawing/2014/main" id="{39777E17-A6E0-4597-A2B4-79CA5C35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2" name="object-91-s1-ux">
            <a:extLst xmlns:a="http://schemas.openxmlformats.org/drawingml/2006/main">
              <a:ext uri="{FF2B5EF4-FFF2-40B4-BE49-F238E27FC236}">
                <a16:creationId xmlns:a16="http://schemas.microsoft.com/office/drawing/2014/main" id="{4A2D1677-8A19-48A5-AEF6-BB871D0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object-92-s1-ux">
            <a:extLst xmlns:a="http://schemas.openxmlformats.org/drawingml/2006/main">
              <a:ext uri="{FF2B5EF4-FFF2-40B4-BE49-F238E27FC236}">
                <a16:creationId xmlns:a16="http://schemas.microsoft.com/office/drawing/2014/main" id="{85BA46A3-CE8A-4E2D-90AA-4E7A6443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4" name="object-93-s1-ux">
            <a:extLst xmlns:a="http://schemas.openxmlformats.org/drawingml/2006/main">
              <a:ext uri="{FF2B5EF4-FFF2-40B4-BE49-F238E27FC236}">
                <a16:creationId xmlns:a16="http://schemas.microsoft.com/office/drawing/2014/main" id="{8C5CA992-5BDF-435F-9806-7EC41A9D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5" name="object-94-s1-ux">
            <a:extLst xmlns:a="http://schemas.openxmlformats.org/drawingml/2006/main">
              <a:ext uri="{FF2B5EF4-FFF2-40B4-BE49-F238E27FC236}">
                <a16:creationId xmlns:a16="http://schemas.microsoft.com/office/drawing/2014/main" id="{F59D0627-885F-4808-99DE-75A268E6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6" name="object-95-s1-ux">
            <a:extLst xmlns:a="http://schemas.openxmlformats.org/drawingml/2006/main">
              <a:ext uri="{FF2B5EF4-FFF2-40B4-BE49-F238E27FC236}">
                <a16:creationId xmlns:a16="http://schemas.microsoft.com/office/drawing/2014/main" id="{51F772F9-D89A-4555-A202-D092D67B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35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7" name="object-96-s1-ux">
            <a:extLst xmlns:a="http://schemas.openxmlformats.org/drawingml/2006/main">
              <a:ext uri="{FF2B5EF4-FFF2-40B4-BE49-F238E27FC236}">
                <a16:creationId xmlns:a16="http://schemas.microsoft.com/office/drawing/2014/main" id="{6D6FA550-063B-4375-9A3D-63777CC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97-s1-ux">
            <a:extLst xmlns:a="http://schemas.openxmlformats.org/drawingml/2006/main">
              <a:ext uri="{FF2B5EF4-FFF2-40B4-BE49-F238E27FC236}">
                <a16:creationId xmlns:a16="http://schemas.microsoft.com/office/drawing/2014/main" id="{08367DA9-30B5-4934-9B15-E829D32F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9" name="object-98-s1-ux">
            <a:extLst xmlns:a="http://schemas.openxmlformats.org/drawingml/2006/main">
              <a:ext uri="{FF2B5EF4-FFF2-40B4-BE49-F238E27FC236}">
                <a16:creationId xmlns:a16="http://schemas.microsoft.com/office/drawing/2014/main" id="{47565C71-A1D6-4A7E-9668-813F62F5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0" name="object-99-s1-ux">
            <a:extLst xmlns:a="http://schemas.openxmlformats.org/drawingml/2006/main">
              <a:ext uri="{FF2B5EF4-FFF2-40B4-BE49-F238E27FC236}">
                <a16:creationId xmlns:a16="http://schemas.microsoft.com/office/drawing/2014/main" id="{043B6EF9-421E-42AD-9A26-1DADFEDB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1" name="object-100-s1-ux">
            <a:extLst xmlns:a="http://schemas.openxmlformats.org/drawingml/2006/main">
              <a:ext uri="{FF2B5EF4-FFF2-40B4-BE49-F238E27FC236}">
                <a16:creationId xmlns:a16="http://schemas.microsoft.com/office/drawing/2014/main" id="{E451856A-7E95-4E58-BCAC-C763B09F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2" name="object-101-s1-ux">
            <a:extLst xmlns:a="http://schemas.openxmlformats.org/drawingml/2006/main">
              <a:ext uri="{FF2B5EF4-FFF2-40B4-BE49-F238E27FC236}">
                <a16:creationId xmlns:a16="http://schemas.microsoft.com/office/drawing/2014/main" id="{7C431F6A-73D9-477C-A41D-C92E47B5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object-102-s1-ux">
            <a:extLst xmlns:a="http://schemas.openxmlformats.org/drawingml/2006/main">
              <a:ext uri="{FF2B5EF4-FFF2-40B4-BE49-F238E27FC236}">
                <a16:creationId xmlns:a16="http://schemas.microsoft.com/office/drawing/2014/main" id="{1D5C3170-B074-4409-ADB5-C39A3622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4" name="object-103-s1-ux">
            <a:extLst xmlns:a="http://schemas.openxmlformats.org/drawingml/2006/main">
              <a:ext uri="{FF2B5EF4-FFF2-40B4-BE49-F238E27FC236}">
                <a16:creationId xmlns:a16="http://schemas.microsoft.com/office/drawing/2014/main" id="{9BE9A08E-A837-42B3-AC9A-673A7118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object-104-s1-ux">
            <a:extLst xmlns:a="http://schemas.openxmlformats.org/drawingml/2006/main">
              <a:ext uri="{FF2B5EF4-FFF2-40B4-BE49-F238E27FC236}">
                <a16:creationId xmlns:a16="http://schemas.microsoft.com/office/drawing/2014/main" id="{26BCF029-0492-48DC-B0AB-C64D589B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6" name="object-105-s1-ux">
            <a:extLst xmlns:a="http://schemas.openxmlformats.org/drawingml/2006/main">
              <a:ext uri="{FF2B5EF4-FFF2-40B4-BE49-F238E27FC236}">
                <a16:creationId xmlns:a16="http://schemas.microsoft.com/office/drawing/2014/main" id="{BE5C8864-FB72-44D6-B417-6DFF53DC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7" name="object-106-s1-ux">
            <a:extLst xmlns:a="http://schemas.openxmlformats.org/drawingml/2006/main">
              <a:ext uri="{FF2B5EF4-FFF2-40B4-BE49-F238E27FC236}">
                <a16:creationId xmlns:a16="http://schemas.microsoft.com/office/drawing/2014/main" id="{6F8D912D-7671-460F-9854-74F4393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8" name="object-107-s1-ux">
            <a:extLst xmlns:a="http://schemas.openxmlformats.org/drawingml/2006/main">
              <a:ext uri="{FF2B5EF4-FFF2-40B4-BE49-F238E27FC236}">
                <a16:creationId xmlns:a16="http://schemas.microsoft.com/office/drawing/2014/main" id="{7DEF510D-5123-496A-9803-502508E9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9" name="object-155-s0-ux">
            <a:extLst xmlns:a="http://schemas.openxmlformats.org/drawingml/2006/main">
              <a:ext uri="{FF2B5EF4-FFF2-40B4-BE49-F238E27FC236}">
                <a16:creationId xmlns:a16="http://schemas.microsoft.com/office/drawing/2014/main" id="{EB8640DD-9362-4245-A4A3-2738F255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1863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PIF groups candidates. Equality saturation checks derivability. SMT validates each retained concrete rule.</a:t>
            </a:r>
          </a:p>
        </p:txBody>
      </p:sp>
      <p:sp>
        <p:nvSpPr>
          <p:cNvPr id="80" name="object-156-s0-ux">
            <a:extLst xmlns:a="http://schemas.openxmlformats.org/drawingml/2006/main">
              <a:ext uri="{FF2B5EF4-FFF2-40B4-BE49-F238E27FC236}">
                <a16:creationId xmlns:a16="http://schemas.microsoft.com/office/drawing/2014/main" id="{07A6611A-EF32-43B4-952A-B822DA4E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81" name="object-157-s0-ux">
            <a:extLst xmlns:a="http://schemas.openxmlformats.org/drawingml/2006/main">
              <a:ext uri="{FF2B5EF4-FFF2-40B4-BE49-F238E27FC236}">
                <a16:creationId xmlns:a16="http://schemas.microsoft.com/office/drawing/2014/main" id="{96CB0F9B-AA3F-4A81-96EB-347CA49B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82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6CAEE271-30D0-4B91-BE8F-9F73C227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2 / 6</a:t>
            </a:r>
          </a:p>
        </p:txBody>
      </p:sp>
    </p:spTree>
    <p:extLst>
      <p:ext uri="{BB962C8B-B14F-4D97-AF65-F5344CB8AC3E}">
        <p14:creationId xmlns:p14="http://schemas.microsoft.com/office/powerpoint/2010/main" val="2005088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top-accent">
            <a:extLst xmlns:a="http://schemas.openxmlformats.org/drawingml/2006/main">
              <a:ext uri="{FF2B5EF4-FFF2-40B4-BE49-F238E27FC236}">
                <a16:creationId xmlns:a16="http://schemas.microsoft.com/office/drawing/2014/main" id="{6FDC3C77-221C-465F-AF55-345DE9E2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AD64B3B2-6E94-41BE-9713-125942FA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9649152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synthesis learns rules and filters redundancy</a:t>
            </a:r>
          </a:p>
        </p:txBody>
      </p:sp>
      <p:sp>
        <p:nvSpPr>
          <p:cNvPr id="3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47FB6C16-3FE1-4494-B0D2-93E1C760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4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3A26FA65-5978-4104-AD96-792D01BD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15" y="1244352"/>
            <a:ext cx="1585020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Identity class</a:t>
            </a:r>
          </a:p>
        </p:txBody>
      </p:sp>
      <p:sp>
        <p:nvSpPr>
          <p:cNvPr id="5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08875BA6-7357-49A9-92E5-EBE6E528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6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92F4AF34-3655-4ED4-8D38-818A275C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207" y="1244352"/>
            <a:ext cx="105578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 class</a:t>
            </a:r>
          </a:p>
        </p:txBody>
      </p:sp>
      <p:sp>
        <p:nvSpPr>
          <p:cNvPr id="7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E82B537C-8B0F-49EC-884A-42229233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8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904F5591-DF46-4E07-BBC7-BA6BE5D8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884" y="1244352"/>
            <a:ext cx="10691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class</a:t>
            </a:r>
          </a:p>
        </p:txBody>
      </p:sp>
      <p:sp>
        <p:nvSpPr>
          <p:cNvPr id="9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17AD700D-20F3-435C-AECB-EDE0CB5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6346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0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0C771FE6-A76C-4953-8B5F-B6801B02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2541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1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9912ABF8-2BE2-48FF-8296-A4D5CD9A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8258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2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84456897-1E50-4402-8615-20465841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4453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3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6530B471-0A00-44DC-8D00-9FCDE0DE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4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FF4A2CCE-05E2-47B8-981C-4119D3F5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7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5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6B0CC22C-57C6-4DBB-9727-6FD4FF3A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6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26BD18A5-2632-4274-B316-5077B52A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2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7" name="object-46-s1-ux">
            <a:extLst xmlns:a="http://schemas.openxmlformats.org/drawingml/2006/main">
              <a:ext uri="{FF2B5EF4-FFF2-40B4-BE49-F238E27FC236}">
                <a16:creationId xmlns:a16="http://schemas.microsoft.com/office/drawing/2014/main" id="{FDFDD3DB-28E1-4CF1-8FE1-A0176FB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171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8" name="object-47-s1-ux">
            <a:extLst xmlns:a="http://schemas.openxmlformats.org/drawingml/2006/main">
              <a:ext uri="{FF2B5EF4-FFF2-40B4-BE49-F238E27FC236}">
                <a16:creationId xmlns:a16="http://schemas.microsoft.com/office/drawing/2014/main" id="{ED5A0E16-CD74-4204-8C47-47192941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366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9" name="object-48-s1-ux">
            <a:extLst xmlns:a="http://schemas.openxmlformats.org/drawingml/2006/main">
              <a:ext uri="{FF2B5EF4-FFF2-40B4-BE49-F238E27FC236}">
                <a16:creationId xmlns:a16="http://schemas.microsoft.com/office/drawing/2014/main" id="{D44BEAF0-90D8-4960-A411-6A1BD29D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0" name="object-49-s1-ux">
            <a:extLst xmlns:a="http://schemas.openxmlformats.org/drawingml/2006/main">
              <a:ext uri="{FF2B5EF4-FFF2-40B4-BE49-F238E27FC236}">
                <a16:creationId xmlns:a16="http://schemas.microsoft.com/office/drawing/2014/main" id="{4CE809FD-5333-46F5-8E61-B9ADCC93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bject-50-s1-ux">
            <a:extLst xmlns:a="http://schemas.openxmlformats.org/drawingml/2006/main">
              <a:ext uri="{FF2B5EF4-FFF2-40B4-BE49-F238E27FC236}">
                <a16:creationId xmlns:a16="http://schemas.microsoft.com/office/drawing/2014/main" id="{04EBBA35-AF62-43BB-BD10-FA021B3A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2" name="object-51-s1-ux">
            <a:extLst xmlns:a="http://schemas.openxmlformats.org/drawingml/2006/main">
              <a:ext uri="{FF2B5EF4-FFF2-40B4-BE49-F238E27FC236}">
                <a16:creationId xmlns:a16="http://schemas.microsoft.com/office/drawing/2014/main" id="{CB9133EA-9B4E-43FB-8599-64EFBADB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3" name="object-52-s1-ux">
            <a:extLst xmlns:a="http://schemas.openxmlformats.org/drawingml/2006/main">
              <a:ext uri="{FF2B5EF4-FFF2-40B4-BE49-F238E27FC236}">
                <a16:creationId xmlns:a16="http://schemas.microsoft.com/office/drawing/2014/main" id="{48BC4CCD-8125-425D-BF9E-F5D7C26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4" name="object-53-s1-ux">
            <a:extLst xmlns:a="http://schemas.openxmlformats.org/drawingml/2006/main">
              <a:ext uri="{FF2B5EF4-FFF2-40B4-BE49-F238E27FC236}">
                <a16:creationId xmlns:a16="http://schemas.microsoft.com/office/drawing/2014/main" id="{5052F542-872A-4497-82ED-57189178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object-54-s1-ux">
            <a:extLst xmlns:a="http://schemas.openxmlformats.org/drawingml/2006/main">
              <a:ext uri="{FF2B5EF4-FFF2-40B4-BE49-F238E27FC236}">
                <a16:creationId xmlns:a16="http://schemas.microsoft.com/office/drawing/2014/main" id="{658C81BD-664A-4D09-8794-A952AD10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6" name="object-55-s1-ux">
            <a:extLst xmlns:a="http://schemas.openxmlformats.org/drawingml/2006/main">
              <a:ext uri="{FF2B5EF4-FFF2-40B4-BE49-F238E27FC236}">
                <a16:creationId xmlns:a16="http://schemas.microsoft.com/office/drawing/2014/main" id="{485B7F01-0094-495F-82EE-C82CBE54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7" name="object-56-s1-ux">
            <a:extLst xmlns:a="http://schemas.openxmlformats.org/drawingml/2006/main">
              <a:ext uri="{FF2B5EF4-FFF2-40B4-BE49-F238E27FC236}">
                <a16:creationId xmlns:a16="http://schemas.microsoft.com/office/drawing/2014/main" id="{96E5E2EA-AF19-4189-9614-18D7BC69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8" name="object-57-s1-ux">
            <a:extLst xmlns:a="http://schemas.openxmlformats.org/drawingml/2006/main">
              <a:ext uri="{FF2B5EF4-FFF2-40B4-BE49-F238E27FC236}">
                <a16:creationId xmlns:a16="http://schemas.microsoft.com/office/drawing/2014/main" id="{A12BD2AA-6ECF-4BEB-A6B8-53295721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9" name="object-58-s1-ux">
            <a:extLst xmlns:a="http://schemas.openxmlformats.org/drawingml/2006/main">
              <a:ext uri="{FF2B5EF4-FFF2-40B4-BE49-F238E27FC236}">
                <a16:creationId xmlns:a16="http://schemas.microsoft.com/office/drawing/2014/main" id="{7A0F0BD1-4FF6-4320-A3FD-B924EFE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30" name="object-59-s1-ux">
            <a:extLst xmlns:a="http://schemas.openxmlformats.org/drawingml/2006/main">
              <a:ext uri="{FF2B5EF4-FFF2-40B4-BE49-F238E27FC236}">
                <a16:creationId xmlns:a16="http://schemas.microsoft.com/office/drawing/2014/main" id="{D50E9214-007B-4C11-BD0C-AB98A899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object-60-s1-ux">
            <a:extLst xmlns:a="http://schemas.openxmlformats.org/drawingml/2006/main">
              <a:ext uri="{FF2B5EF4-FFF2-40B4-BE49-F238E27FC236}">
                <a16:creationId xmlns:a16="http://schemas.microsoft.com/office/drawing/2014/main" id="{386F7053-6927-45FF-ABC1-934957D2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0825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object-61-s1-ux">
            <a:extLst xmlns:a="http://schemas.openxmlformats.org/drawingml/2006/main">
              <a:ext uri="{FF2B5EF4-FFF2-40B4-BE49-F238E27FC236}">
                <a16:creationId xmlns:a16="http://schemas.microsoft.com/office/drawing/2014/main" id="{80A32462-50D7-4A63-B872-E12F89C2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3" name="object-62-s1-ux">
            <a:extLst xmlns:a="http://schemas.openxmlformats.org/drawingml/2006/main">
              <a:ext uri="{FF2B5EF4-FFF2-40B4-BE49-F238E27FC236}">
                <a16:creationId xmlns:a16="http://schemas.microsoft.com/office/drawing/2014/main" id="{05131145-0779-49FA-97DE-B5D60EFA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4" name="object-63-s1-ux">
            <a:extLst xmlns:a="http://schemas.openxmlformats.org/drawingml/2006/main">
              <a:ext uri="{FF2B5EF4-FFF2-40B4-BE49-F238E27FC236}">
                <a16:creationId xmlns:a16="http://schemas.microsoft.com/office/drawing/2014/main" id="{26D80B69-CBDF-457B-8F48-6ABEDC8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5" name="object-64-s1-ux">
            <a:extLst xmlns:a="http://schemas.openxmlformats.org/drawingml/2006/main">
              <a:ext uri="{FF2B5EF4-FFF2-40B4-BE49-F238E27FC236}">
                <a16:creationId xmlns:a16="http://schemas.microsoft.com/office/drawing/2014/main" id="{DE6FC7A3-A627-4FAD-8192-FCF4E008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6" name="object-65-s1-ux">
            <a:extLst xmlns:a="http://schemas.openxmlformats.org/drawingml/2006/main">
              <a:ext uri="{FF2B5EF4-FFF2-40B4-BE49-F238E27FC236}">
                <a16:creationId xmlns:a16="http://schemas.microsoft.com/office/drawing/2014/main" id="{8D872C3E-5B35-4A5D-9C2E-9D403FBB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7" name="object-66-s1-ux">
            <a:extLst xmlns:a="http://schemas.openxmlformats.org/drawingml/2006/main">
              <a:ext uri="{FF2B5EF4-FFF2-40B4-BE49-F238E27FC236}">
                <a16:creationId xmlns:a16="http://schemas.microsoft.com/office/drawing/2014/main" id="{A871ACB5-92F3-444B-81E7-5C39C59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object-67-s1-ux">
            <a:extLst xmlns:a="http://schemas.openxmlformats.org/drawingml/2006/main">
              <a:ext uri="{FF2B5EF4-FFF2-40B4-BE49-F238E27FC236}">
                <a16:creationId xmlns:a16="http://schemas.microsoft.com/office/drawing/2014/main" id="{7D4345A1-2340-4A17-97D0-26E522FC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9" name="object-68-s1-ux">
            <a:extLst xmlns:a="http://schemas.openxmlformats.org/drawingml/2006/main">
              <a:ext uri="{FF2B5EF4-FFF2-40B4-BE49-F238E27FC236}">
                <a16:creationId xmlns:a16="http://schemas.microsoft.com/office/drawing/2014/main" id="{DC2F5169-D08D-4EC3-96B2-409E1E0C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0" name="object-69-s1-ux">
            <a:extLst xmlns:a="http://schemas.openxmlformats.org/drawingml/2006/main">
              <a:ext uri="{FF2B5EF4-FFF2-40B4-BE49-F238E27FC236}">
                <a16:creationId xmlns:a16="http://schemas.microsoft.com/office/drawing/2014/main" id="{02D99416-3CFE-4636-8262-1F2582B2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41" name="object-70-s1-ux">
            <a:extLst xmlns:a="http://schemas.openxmlformats.org/drawingml/2006/main">
              <a:ext uri="{FF2B5EF4-FFF2-40B4-BE49-F238E27FC236}">
                <a16:creationId xmlns:a16="http://schemas.microsoft.com/office/drawing/2014/main" id="{FD7B43AF-C5FE-4266-BEC3-10D3E9D4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9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2" name="object-71-s1-ux">
            <a:extLst xmlns:a="http://schemas.openxmlformats.org/drawingml/2006/main">
              <a:ext uri="{FF2B5EF4-FFF2-40B4-BE49-F238E27FC236}">
                <a16:creationId xmlns:a16="http://schemas.microsoft.com/office/drawing/2014/main" id="{9E69D1D1-FC97-4B34-A60A-F3746815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3" name="object-72-s1-ux">
            <a:extLst xmlns:a="http://schemas.openxmlformats.org/drawingml/2006/main">
              <a:ext uri="{FF2B5EF4-FFF2-40B4-BE49-F238E27FC236}">
                <a16:creationId xmlns:a16="http://schemas.microsoft.com/office/drawing/2014/main" id="{B16BBDD0-8F7B-4EDA-ACFB-7F728ED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4" name="object-73-s1-ux">
            <a:extLst xmlns:a="http://schemas.openxmlformats.org/drawingml/2006/main">
              <a:ext uri="{FF2B5EF4-FFF2-40B4-BE49-F238E27FC236}">
                <a16:creationId xmlns:a16="http://schemas.microsoft.com/office/drawing/2014/main" id="{F57266A8-E00A-4097-B0BE-DE163C48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5" name="object-74-s1-ux">
            <a:extLst xmlns:a="http://schemas.openxmlformats.org/drawingml/2006/main">
              <a:ext uri="{FF2B5EF4-FFF2-40B4-BE49-F238E27FC236}">
                <a16:creationId xmlns:a16="http://schemas.microsoft.com/office/drawing/2014/main" id="{46BD8F3E-7283-4D95-8453-701C26BC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object-75-s1-ux">
            <a:extLst xmlns:a="http://schemas.openxmlformats.org/drawingml/2006/main">
              <a:ext uri="{FF2B5EF4-FFF2-40B4-BE49-F238E27FC236}">
                <a16:creationId xmlns:a16="http://schemas.microsoft.com/office/drawing/2014/main" id="{5DCCFD43-27FF-4EDF-A579-D3CFBEF8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object-76-s1-ux">
            <a:extLst xmlns:a="http://schemas.openxmlformats.org/drawingml/2006/main">
              <a:ext uri="{FF2B5EF4-FFF2-40B4-BE49-F238E27FC236}">
                <a16:creationId xmlns:a16="http://schemas.microsoft.com/office/drawing/2014/main" id="{F79E82D1-7F44-498D-9DD5-BF158E39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8" name="object-77-s1-ux">
            <a:extLst xmlns:a="http://schemas.openxmlformats.org/drawingml/2006/main">
              <a:ext uri="{FF2B5EF4-FFF2-40B4-BE49-F238E27FC236}">
                <a16:creationId xmlns:a16="http://schemas.microsoft.com/office/drawing/2014/main" id="{514DAF72-0B61-4A72-8FAF-F7CA837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object-78-s1-ux">
            <a:extLst xmlns:a="http://schemas.openxmlformats.org/drawingml/2006/main">
              <a:ext uri="{FF2B5EF4-FFF2-40B4-BE49-F238E27FC236}">
                <a16:creationId xmlns:a16="http://schemas.microsoft.com/office/drawing/2014/main" id="{FCEF0704-45E0-48ED-9EC8-3AADFBD0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object-79-s1-ux">
            <a:extLst xmlns:a="http://schemas.openxmlformats.org/drawingml/2006/main">
              <a:ext uri="{FF2B5EF4-FFF2-40B4-BE49-F238E27FC236}">
                <a16:creationId xmlns:a16="http://schemas.microsoft.com/office/drawing/2014/main" id="{12AD9272-D46E-40EE-B67C-259A008A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51" name="object-80-s1-ux">
            <a:extLst xmlns:a="http://schemas.openxmlformats.org/drawingml/2006/main">
              <a:ext uri="{FF2B5EF4-FFF2-40B4-BE49-F238E27FC236}">
                <a16:creationId xmlns:a16="http://schemas.microsoft.com/office/drawing/2014/main" id="{A874FD37-6CBB-405A-B394-8BED5101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object-81-s1-ux">
            <a:extLst xmlns:a="http://schemas.openxmlformats.org/drawingml/2006/main">
              <a:ext uri="{FF2B5EF4-FFF2-40B4-BE49-F238E27FC236}">
                <a16:creationId xmlns:a16="http://schemas.microsoft.com/office/drawing/2014/main" id="{66B10F44-6FB6-4BC6-80EC-247A7592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object-82-s1-ux">
            <a:extLst xmlns:a="http://schemas.openxmlformats.org/drawingml/2006/main">
              <a:ext uri="{FF2B5EF4-FFF2-40B4-BE49-F238E27FC236}">
                <a16:creationId xmlns:a16="http://schemas.microsoft.com/office/drawing/2014/main" id="{42304EBF-EECC-422C-9BF7-089E0521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4" name="object-83-s1-ux">
            <a:extLst xmlns:a="http://schemas.openxmlformats.org/drawingml/2006/main">
              <a:ext uri="{FF2B5EF4-FFF2-40B4-BE49-F238E27FC236}">
                <a16:creationId xmlns:a16="http://schemas.microsoft.com/office/drawing/2014/main" id="{AB6F20FD-0F58-44A4-A37D-BED60AD7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5" name="object-84-s1-ux">
            <a:extLst xmlns:a="http://schemas.openxmlformats.org/drawingml/2006/main">
              <a:ext uri="{FF2B5EF4-FFF2-40B4-BE49-F238E27FC236}">
                <a16:creationId xmlns:a16="http://schemas.microsoft.com/office/drawing/2014/main" id="{2442D5B7-2372-45BD-8B6B-A961E54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6" name="object-85-s1-ux">
            <a:extLst xmlns:a="http://schemas.openxmlformats.org/drawingml/2006/main">
              <a:ext uri="{FF2B5EF4-FFF2-40B4-BE49-F238E27FC236}">
                <a16:creationId xmlns:a16="http://schemas.microsoft.com/office/drawing/2014/main" id="{AD3F4594-A20D-4774-A8CE-5C94BBA6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object-86-s1-ux">
            <a:extLst xmlns:a="http://schemas.openxmlformats.org/drawingml/2006/main">
              <a:ext uri="{FF2B5EF4-FFF2-40B4-BE49-F238E27FC236}">
                <a16:creationId xmlns:a16="http://schemas.microsoft.com/office/drawing/2014/main" id="{34CF7227-6905-4B7A-B857-9821F184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202540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8" name="object-87-s1-ux">
            <a:extLst xmlns:a="http://schemas.openxmlformats.org/drawingml/2006/main">
              <a:ext uri="{FF2B5EF4-FFF2-40B4-BE49-F238E27FC236}">
                <a16:creationId xmlns:a16="http://schemas.microsoft.com/office/drawing/2014/main" id="{AC122FD4-7DB2-417D-BE00-775FF9A0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873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9" name="object-88-s1-ux">
            <a:extLst xmlns:a="http://schemas.openxmlformats.org/drawingml/2006/main">
              <a:ext uri="{FF2B5EF4-FFF2-40B4-BE49-F238E27FC236}">
                <a16:creationId xmlns:a16="http://schemas.microsoft.com/office/drawing/2014/main" id="{D978087E-7E7D-4932-AEFD-B9854A17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0" name="object-89-s1-ux">
            <a:extLst xmlns:a="http://schemas.openxmlformats.org/drawingml/2006/main">
              <a:ext uri="{FF2B5EF4-FFF2-40B4-BE49-F238E27FC236}">
                <a16:creationId xmlns:a16="http://schemas.microsoft.com/office/drawing/2014/main" id="{4542C1E5-38AA-4E52-9346-527D6EE0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1" name="object-90-s1-ux">
            <a:extLst xmlns:a="http://schemas.openxmlformats.org/drawingml/2006/main">
              <a:ext uri="{FF2B5EF4-FFF2-40B4-BE49-F238E27FC236}">
                <a16:creationId xmlns:a16="http://schemas.microsoft.com/office/drawing/2014/main" id="{4ACF04F5-49F6-4CCF-904C-3649A9E3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2" name="object-91-s1-ux">
            <a:extLst xmlns:a="http://schemas.openxmlformats.org/drawingml/2006/main">
              <a:ext uri="{FF2B5EF4-FFF2-40B4-BE49-F238E27FC236}">
                <a16:creationId xmlns:a16="http://schemas.microsoft.com/office/drawing/2014/main" id="{EBC0DDED-7775-4ED6-A032-8DCC64A0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object-92-s1-ux">
            <a:extLst xmlns:a="http://schemas.openxmlformats.org/drawingml/2006/main">
              <a:ext uri="{FF2B5EF4-FFF2-40B4-BE49-F238E27FC236}">
                <a16:creationId xmlns:a16="http://schemas.microsoft.com/office/drawing/2014/main" id="{72CF77C8-10C5-43DB-ABCB-43B9D59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4" name="object-93-s1-ux">
            <a:extLst xmlns:a="http://schemas.openxmlformats.org/drawingml/2006/main">
              <a:ext uri="{FF2B5EF4-FFF2-40B4-BE49-F238E27FC236}">
                <a16:creationId xmlns:a16="http://schemas.microsoft.com/office/drawing/2014/main" id="{EB7DAB33-6915-443B-B962-60407B98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5" name="object-94-s1-ux">
            <a:extLst xmlns:a="http://schemas.openxmlformats.org/drawingml/2006/main">
              <a:ext uri="{FF2B5EF4-FFF2-40B4-BE49-F238E27FC236}">
                <a16:creationId xmlns:a16="http://schemas.microsoft.com/office/drawing/2014/main" id="{0AE13DB4-EF96-49A9-B990-E506F881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6" name="object-95-s1-ux">
            <a:extLst xmlns:a="http://schemas.openxmlformats.org/drawingml/2006/main">
              <a:ext uri="{FF2B5EF4-FFF2-40B4-BE49-F238E27FC236}">
                <a16:creationId xmlns:a16="http://schemas.microsoft.com/office/drawing/2014/main" id="{3AC2C4BA-9A8E-40FF-9E89-125010F9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35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7" name="object-96-s1-ux">
            <a:extLst xmlns:a="http://schemas.openxmlformats.org/drawingml/2006/main">
              <a:ext uri="{FF2B5EF4-FFF2-40B4-BE49-F238E27FC236}">
                <a16:creationId xmlns:a16="http://schemas.microsoft.com/office/drawing/2014/main" id="{DE992636-59ED-4D09-8DFB-98EE2784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97-s1-ux">
            <a:extLst xmlns:a="http://schemas.openxmlformats.org/drawingml/2006/main">
              <a:ext uri="{FF2B5EF4-FFF2-40B4-BE49-F238E27FC236}">
                <a16:creationId xmlns:a16="http://schemas.microsoft.com/office/drawing/2014/main" id="{133D3B21-2567-474F-800D-ACC22FB2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9" name="object-98-s1-ux">
            <a:extLst xmlns:a="http://schemas.openxmlformats.org/drawingml/2006/main">
              <a:ext uri="{FF2B5EF4-FFF2-40B4-BE49-F238E27FC236}">
                <a16:creationId xmlns:a16="http://schemas.microsoft.com/office/drawing/2014/main" id="{A620128D-012B-4C97-834C-B98EE0E9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0" name="object-99-s1-ux">
            <a:extLst xmlns:a="http://schemas.openxmlformats.org/drawingml/2006/main">
              <a:ext uri="{FF2B5EF4-FFF2-40B4-BE49-F238E27FC236}">
                <a16:creationId xmlns:a16="http://schemas.microsoft.com/office/drawing/2014/main" id="{05FE8F90-91DB-4BC3-ABCF-C2B8FB63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1" name="object-100-s1-ux">
            <a:extLst xmlns:a="http://schemas.openxmlformats.org/drawingml/2006/main">
              <a:ext uri="{FF2B5EF4-FFF2-40B4-BE49-F238E27FC236}">
                <a16:creationId xmlns:a16="http://schemas.microsoft.com/office/drawing/2014/main" id="{A6C74F6F-B015-4583-9A4F-2DD06579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2" name="object-101-s1-ux">
            <a:extLst xmlns:a="http://schemas.openxmlformats.org/drawingml/2006/main">
              <a:ext uri="{FF2B5EF4-FFF2-40B4-BE49-F238E27FC236}">
                <a16:creationId xmlns:a16="http://schemas.microsoft.com/office/drawing/2014/main" id="{2C9CD373-0F35-406F-81DC-34A52504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object-102-s1-ux">
            <a:extLst xmlns:a="http://schemas.openxmlformats.org/drawingml/2006/main">
              <a:ext uri="{FF2B5EF4-FFF2-40B4-BE49-F238E27FC236}">
                <a16:creationId xmlns:a16="http://schemas.microsoft.com/office/drawing/2014/main" id="{D200DF0F-D3BD-4F97-BC5A-FDF26E2D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4" name="object-103-s1-ux">
            <a:extLst xmlns:a="http://schemas.openxmlformats.org/drawingml/2006/main">
              <a:ext uri="{FF2B5EF4-FFF2-40B4-BE49-F238E27FC236}">
                <a16:creationId xmlns:a16="http://schemas.microsoft.com/office/drawing/2014/main" id="{90FA97EB-52D9-4238-8BA7-1F79D7D0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object-104-s1-ux">
            <a:extLst xmlns:a="http://schemas.openxmlformats.org/drawingml/2006/main">
              <a:ext uri="{FF2B5EF4-FFF2-40B4-BE49-F238E27FC236}">
                <a16:creationId xmlns:a16="http://schemas.microsoft.com/office/drawing/2014/main" id="{65639F4C-B497-4D70-A98E-C6344EBD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6" name="object-105-s1-ux">
            <a:extLst xmlns:a="http://schemas.openxmlformats.org/drawingml/2006/main">
              <a:ext uri="{FF2B5EF4-FFF2-40B4-BE49-F238E27FC236}">
                <a16:creationId xmlns:a16="http://schemas.microsoft.com/office/drawing/2014/main" id="{C60B64DF-071B-4448-BD00-804B45EE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7" name="object-106-s1-ux">
            <a:extLst xmlns:a="http://schemas.openxmlformats.org/drawingml/2006/main">
              <a:ext uri="{FF2B5EF4-FFF2-40B4-BE49-F238E27FC236}">
                <a16:creationId xmlns:a16="http://schemas.microsoft.com/office/drawing/2014/main" id="{FCBC1454-F243-4E1D-8994-723EA8A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8" name="object-107-s1-ux">
            <a:extLst xmlns:a="http://schemas.openxmlformats.org/drawingml/2006/main">
              <a:ext uri="{FF2B5EF4-FFF2-40B4-BE49-F238E27FC236}">
                <a16:creationId xmlns:a16="http://schemas.microsoft.com/office/drawing/2014/main" id="{E0CE228E-5527-49CD-90D6-DD29BF2D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9" name="object-108-s2-ux">
            <a:extLst xmlns:a="http://schemas.openxmlformats.org/drawingml/2006/main">
              <a:ext uri="{FF2B5EF4-FFF2-40B4-BE49-F238E27FC236}">
                <a16:creationId xmlns:a16="http://schemas.microsoft.com/office/drawing/2014/main" id="{36F61C6C-CECA-4A98-B7D2-6C8CEE66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7509"/>
            <a:ext cx="198640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Derive and validate</a:t>
            </a:r>
          </a:p>
        </p:txBody>
      </p:sp>
      <p:sp>
        <p:nvSpPr>
          <p:cNvPr id="80" name="object-109-s2-ux">
            <a:extLst xmlns:a="http://schemas.openxmlformats.org/drawingml/2006/main">
              <a:ext uri="{FF2B5EF4-FFF2-40B4-BE49-F238E27FC236}">
                <a16:creationId xmlns:a16="http://schemas.microsoft.com/office/drawing/2014/main" id="{E736366E-E8D7-40F9-9D53-66080C7C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1" name="object-110-s2-ux">
            <a:extLst xmlns:a="http://schemas.openxmlformats.org/drawingml/2006/main">
              <a:ext uri="{FF2B5EF4-FFF2-40B4-BE49-F238E27FC236}">
                <a16:creationId xmlns:a16="http://schemas.microsoft.com/office/drawing/2014/main" id="{EEF4D22A-D63A-4805-A08E-19166054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2" name="object-111-s2-ux">
            <a:extLst xmlns:a="http://schemas.openxmlformats.org/drawingml/2006/main">
              <a:ext uri="{FF2B5EF4-FFF2-40B4-BE49-F238E27FC236}">
                <a16:creationId xmlns:a16="http://schemas.microsoft.com/office/drawing/2014/main" id="{A6F35675-262B-446D-B9EE-B8470EAD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054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3" name="object-112-s2-ux">
            <a:extLst xmlns:a="http://schemas.openxmlformats.org/drawingml/2006/main">
              <a:ext uri="{FF2B5EF4-FFF2-40B4-BE49-F238E27FC236}">
                <a16:creationId xmlns:a16="http://schemas.microsoft.com/office/drawing/2014/main" id="{B28AE383-66E4-4BA3-BE7A-0253A687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906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4" name="object-113-s2-ux">
            <a:extLst xmlns:a="http://schemas.openxmlformats.org/drawingml/2006/main">
              <a:ext uri="{FF2B5EF4-FFF2-40B4-BE49-F238E27FC236}">
                <a16:creationId xmlns:a16="http://schemas.microsoft.com/office/drawing/2014/main" id="{062C6147-8E39-4F3E-9EAD-A327E282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42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5" name="object-114-s2-ux">
            <a:extLst xmlns:a="http://schemas.openxmlformats.org/drawingml/2006/main">
              <a:ext uri="{FF2B5EF4-FFF2-40B4-BE49-F238E27FC236}">
                <a16:creationId xmlns:a16="http://schemas.microsoft.com/office/drawing/2014/main" id="{FB3E98DF-6AF7-407E-8D48-ED5B4EEB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46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6" name="object-115-s2-ux">
            <a:extLst xmlns:a="http://schemas.openxmlformats.org/drawingml/2006/main">
              <a:ext uri="{FF2B5EF4-FFF2-40B4-BE49-F238E27FC236}">
                <a16:creationId xmlns:a16="http://schemas.microsoft.com/office/drawing/2014/main" id="{9B0307FD-D36C-4B88-92BB-1C78D1E4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06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7" name="object-116-s2-ux">
            <a:extLst xmlns:a="http://schemas.openxmlformats.org/drawingml/2006/main">
              <a:ext uri="{FF2B5EF4-FFF2-40B4-BE49-F238E27FC236}">
                <a16:creationId xmlns:a16="http://schemas.microsoft.com/office/drawing/2014/main" id="{C93A0A48-2C03-491F-8DD9-30EB3BF3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258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8" name="object-117-s2-ux">
            <a:extLst xmlns:a="http://schemas.openxmlformats.org/drawingml/2006/main">
              <a:ext uri="{FF2B5EF4-FFF2-40B4-BE49-F238E27FC236}">
                <a16:creationId xmlns:a16="http://schemas.microsoft.com/office/drawing/2014/main" id="{0A9993A5-C88B-45C1-BAC7-6DAE9D1C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394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9" name="object-118-s2-ux">
            <a:extLst xmlns:a="http://schemas.openxmlformats.org/drawingml/2006/main">
              <a:ext uri="{FF2B5EF4-FFF2-40B4-BE49-F238E27FC236}">
                <a16:creationId xmlns:a16="http://schemas.microsoft.com/office/drawing/2014/main" id="{D16E0180-71B6-4D3C-9871-5032C2E5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398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90" name="object-119-s2-ux">
            <a:extLst xmlns:a="http://schemas.openxmlformats.org/drawingml/2006/main">
              <a:ext uri="{FF2B5EF4-FFF2-40B4-BE49-F238E27FC236}">
                <a16:creationId xmlns:a16="http://schemas.microsoft.com/office/drawing/2014/main" id="{9A06A1C0-EB70-4B72-B967-8CF535A0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038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91" name="object-119-s2-ux-arrow">
            <a:extLst xmlns:a="http://schemas.openxmlformats.org/drawingml/2006/main">
              <a:ext uri="{FF2B5EF4-FFF2-40B4-BE49-F238E27FC236}">
                <a16:creationId xmlns:a16="http://schemas.microsoft.com/office/drawing/2014/main" id="{1669AE6D-1F88-4EAD-8A73-3E65F96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85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2" name="object-120-s2-ux">
            <a:extLst xmlns:a="http://schemas.openxmlformats.org/drawingml/2006/main">
              <a:ext uri="{FF2B5EF4-FFF2-40B4-BE49-F238E27FC236}">
                <a16:creationId xmlns:a16="http://schemas.microsoft.com/office/drawing/2014/main" id="{101A3AE5-92BF-4876-A804-7C4C1B77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3" name="object-121-s2-ux">
            <a:extLst xmlns:a="http://schemas.openxmlformats.org/drawingml/2006/main">
              <a:ext uri="{FF2B5EF4-FFF2-40B4-BE49-F238E27FC236}">
                <a16:creationId xmlns:a16="http://schemas.microsoft.com/office/drawing/2014/main" id="{35A84C33-DFB1-47A3-9155-9C13E00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4" name="object-122-s2-ux">
            <a:extLst xmlns:a="http://schemas.openxmlformats.org/drawingml/2006/main">
              <a:ext uri="{FF2B5EF4-FFF2-40B4-BE49-F238E27FC236}">
                <a16:creationId xmlns:a16="http://schemas.microsoft.com/office/drawing/2014/main" id="{5D17FB52-CC50-4E7D-81FC-8AD4957F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5" name="object-123-s2-ux">
            <a:extLst xmlns:a="http://schemas.openxmlformats.org/drawingml/2006/main">
              <a:ext uri="{FF2B5EF4-FFF2-40B4-BE49-F238E27FC236}">
                <a16:creationId xmlns:a16="http://schemas.microsoft.com/office/drawing/2014/main" id="{4334477E-2395-4233-A29E-14CC0FC9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6" name="object-124-s2-ux">
            <a:extLst xmlns:a="http://schemas.openxmlformats.org/drawingml/2006/main">
              <a:ext uri="{FF2B5EF4-FFF2-40B4-BE49-F238E27FC236}">
                <a16:creationId xmlns:a16="http://schemas.microsoft.com/office/drawing/2014/main" id="{8E609BF0-32DE-442F-BDB8-3E79F6C1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681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7" name="object-125-s2-ux">
            <a:extLst xmlns:a="http://schemas.openxmlformats.org/drawingml/2006/main">
              <a:ext uri="{FF2B5EF4-FFF2-40B4-BE49-F238E27FC236}">
                <a16:creationId xmlns:a16="http://schemas.microsoft.com/office/drawing/2014/main" id="{ACCF4D4E-61B5-4C89-811F-AFBD139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262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98" name="object-126-s2-ux">
            <a:extLst xmlns:a="http://schemas.openxmlformats.org/drawingml/2006/main">
              <a:ext uri="{FF2B5EF4-FFF2-40B4-BE49-F238E27FC236}">
                <a16:creationId xmlns:a16="http://schemas.microsoft.com/office/drawing/2014/main" id="{9FB17C30-AE5C-409F-88BF-D74E503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033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9" name="object-127-s2-ux">
            <a:extLst xmlns:a="http://schemas.openxmlformats.org/drawingml/2006/main">
              <a:ext uri="{FF2B5EF4-FFF2-40B4-BE49-F238E27FC236}">
                <a16:creationId xmlns:a16="http://schemas.microsoft.com/office/drawing/2014/main" id="{3876FA56-794E-41D2-A423-06265E44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614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0" name="object-128-s2-ux">
            <a:extLst xmlns:a="http://schemas.openxmlformats.org/drawingml/2006/main">
              <a:ext uri="{FF2B5EF4-FFF2-40B4-BE49-F238E27FC236}">
                <a16:creationId xmlns:a16="http://schemas.microsoft.com/office/drawing/2014/main" id="{D3385D99-CE36-4930-9C5B-947A9BFD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113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101" name="object-128-s2-ux-arrow">
            <a:extLst xmlns:a="http://schemas.openxmlformats.org/drawingml/2006/main">
              <a:ext uri="{FF2B5EF4-FFF2-40B4-BE49-F238E27FC236}">
                <a16:creationId xmlns:a16="http://schemas.microsoft.com/office/drawing/2014/main" id="{9A16DCE8-E0B1-4F0A-9DC6-D97819F4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0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102" name="object-129-s2-ux">
            <a:extLst xmlns:a="http://schemas.openxmlformats.org/drawingml/2006/main">
              <a:ext uri="{FF2B5EF4-FFF2-40B4-BE49-F238E27FC236}">
                <a16:creationId xmlns:a16="http://schemas.microsoft.com/office/drawing/2014/main" id="{C8E4C0D1-C7D7-4AA4-9B34-FA033308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3" name="object-130-s2-ux">
            <a:extLst xmlns:a="http://schemas.openxmlformats.org/drawingml/2006/main">
              <a:ext uri="{FF2B5EF4-FFF2-40B4-BE49-F238E27FC236}">
                <a16:creationId xmlns:a16="http://schemas.microsoft.com/office/drawing/2014/main" id="{F03A994E-297B-4455-AA27-13C28292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4" name="object-131-s2-ux">
            <a:extLst xmlns:a="http://schemas.openxmlformats.org/drawingml/2006/main">
              <a:ext uri="{FF2B5EF4-FFF2-40B4-BE49-F238E27FC236}">
                <a16:creationId xmlns:a16="http://schemas.microsoft.com/office/drawing/2014/main" id="{8EC6672D-211C-4C85-9309-BDD24061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5" name="object-132-s2-ux">
            <a:extLst xmlns:a="http://schemas.openxmlformats.org/drawingml/2006/main">
              <a:ext uri="{FF2B5EF4-FFF2-40B4-BE49-F238E27FC236}">
                <a16:creationId xmlns:a16="http://schemas.microsoft.com/office/drawing/2014/main" id="{A43BE4A8-3A42-45ED-BA24-F53DAED6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6" name="object-155-s0-ux">
            <a:extLst xmlns:a="http://schemas.openxmlformats.org/drawingml/2006/main">
              <a:ext uri="{FF2B5EF4-FFF2-40B4-BE49-F238E27FC236}">
                <a16:creationId xmlns:a16="http://schemas.microsoft.com/office/drawing/2014/main" id="{D3480921-A13D-4DEB-A9F0-AAE345D5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1863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PIF groups candidates. Equality saturation checks derivability. SMT validates each retained concrete rule.</a:t>
            </a:r>
          </a:p>
        </p:txBody>
      </p:sp>
      <p:sp>
        <p:nvSpPr>
          <p:cNvPr id="107" name="object-156-s0-ux">
            <a:extLst xmlns:a="http://schemas.openxmlformats.org/drawingml/2006/main">
              <a:ext uri="{FF2B5EF4-FFF2-40B4-BE49-F238E27FC236}">
                <a16:creationId xmlns:a16="http://schemas.microsoft.com/office/drawing/2014/main" id="{E1B62395-C2FD-4CBA-A4E7-BE9BD0F9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108" name="object-157-s0-ux">
            <a:extLst xmlns:a="http://schemas.openxmlformats.org/drawingml/2006/main">
              <a:ext uri="{FF2B5EF4-FFF2-40B4-BE49-F238E27FC236}">
                <a16:creationId xmlns:a16="http://schemas.microsoft.com/office/drawing/2014/main" id="{46C5D7ED-9C4F-4040-96B8-31A1BBA4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109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538471AA-0085-4B27-893B-9D7258B9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3 / 6</a:t>
            </a:r>
          </a:p>
        </p:txBody>
      </p:sp>
    </p:spTree>
    <p:extLst>
      <p:ext uri="{BB962C8B-B14F-4D97-AF65-F5344CB8AC3E}">
        <p14:creationId xmlns:p14="http://schemas.microsoft.com/office/powerpoint/2010/main" val="21190473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top-accent">
            <a:extLst xmlns:a="http://schemas.openxmlformats.org/drawingml/2006/main">
              <a:ext uri="{FF2B5EF4-FFF2-40B4-BE49-F238E27FC236}">
                <a16:creationId xmlns:a16="http://schemas.microsoft.com/office/drawing/2014/main" id="{C62F8367-7B17-4A22-B192-83369B61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9605DAB4-4250-4988-B31E-75B81067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9649152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synthesis learns rules and filters redundancy</a:t>
            </a:r>
          </a:p>
        </p:txBody>
      </p:sp>
      <p:sp>
        <p:nvSpPr>
          <p:cNvPr id="3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55520637-E08C-488C-940B-269AEC0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4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69D880E4-4DB3-4231-9ACB-A59F0F79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15" y="1244352"/>
            <a:ext cx="1585020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Identity class</a:t>
            </a:r>
          </a:p>
        </p:txBody>
      </p:sp>
      <p:sp>
        <p:nvSpPr>
          <p:cNvPr id="5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FE862D23-3504-42B5-BBF2-106FA3EE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6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AF3263A4-4E9D-4718-BCC3-4CC1457A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207" y="1244352"/>
            <a:ext cx="105578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 class</a:t>
            </a:r>
          </a:p>
        </p:txBody>
      </p:sp>
      <p:sp>
        <p:nvSpPr>
          <p:cNvPr id="7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ACD46CA6-E32C-4688-9F0F-A8E404CA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8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C33A8CA4-36F7-487E-AB88-5D5D284D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884" y="1244352"/>
            <a:ext cx="10691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class</a:t>
            </a:r>
          </a:p>
        </p:txBody>
      </p:sp>
      <p:sp>
        <p:nvSpPr>
          <p:cNvPr id="9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460E283B-53FA-4DCA-9F9D-D2BFBDC9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6346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0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6B7537C5-CACD-4818-85C6-13F16D83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2541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1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348310C1-3246-4C20-AE25-FEA77CF9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8258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2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E41DB532-E712-4A89-9559-4EBABB7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4453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3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75FA1CA0-30A4-41EA-8A4C-1CB6875C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4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53ABC66B-BDCF-48A3-A2CC-747894B7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7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5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AC12CD78-547A-4375-817F-80141B97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6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215435E6-A1FF-4CBD-83E5-C489ECE4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2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7" name="object-46-s1-ux">
            <a:extLst xmlns:a="http://schemas.openxmlformats.org/drawingml/2006/main">
              <a:ext uri="{FF2B5EF4-FFF2-40B4-BE49-F238E27FC236}">
                <a16:creationId xmlns:a16="http://schemas.microsoft.com/office/drawing/2014/main" id="{F4DD9469-C221-4E2F-864A-13433B9F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171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8" name="object-47-s1-ux">
            <a:extLst xmlns:a="http://schemas.openxmlformats.org/drawingml/2006/main">
              <a:ext uri="{FF2B5EF4-FFF2-40B4-BE49-F238E27FC236}">
                <a16:creationId xmlns:a16="http://schemas.microsoft.com/office/drawing/2014/main" id="{05182436-28E9-43B0-9579-07BCFE24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366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9" name="object-48-s1-ux">
            <a:extLst xmlns:a="http://schemas.openxmlformats.org/drawingml/2006/main">
              <a:ext uri="{FF2B5EF4-FFF2-40B4-BE49-F238E27FC236}">
                <a16:creationId xmlns:a16="http://schemas.microsoft.com/office/drawing/2014/main" id="{7CFDFDC3-ACB6-4A39-9F69-5A3362A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0" name="object-49-s1-ux">
            <a:extLst xmlns:a="http://schemas.openxmlformats.org/drawingml/2006/main">
              <a:ext uri="{FF2B5EF4-FFF2-40B4-BE49-F238E27FC236}">
                <a16:creationId xmlns:a16="http://schemas.microsoft.com/office/drawing/2014/main" id="{7B524B30-C78A-4B48-BBB1-D9C8D20F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bject-50-s1-ux">
            <a:extLst xmlns:a="http://schemas.openxmlformats.org/drawingml/2006/main">
              <a:ext uri="{FF2B5EF4-FFF2-40B4-BE49-F238E27FC236}">
                <a16:creationId xmlns:a16="http://schemas.microsoft.com/office/drawing/2014/main" id="{3405D32A-8B59-40C8-861A-D8E903D7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2" name="object-51-s1-ux">
            <a:extLst xmlns:a="http://schemas.openxmlformats.org/drawingml/2006/main">
              <a:ext uri="{FF2B5EF4-FFF2-40B4-BE49-F238E27FC236}">
                <a16:creationId xmlns:a16="http://schemas.microsoft.com/office/drawing/2014/main" id="{D8B7162A-FE81-41EB-B375-5E8B5A7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3" name="object-52-s1-ux">
            <a:extLst xmlns:a="http://schemas.openxmlformats.org/drawingml/2006/main">
              <a:ext uri="{FF2B5EF4-FFF2-40B4-BE49-F238E27FC236}">
                <a16:creationId xmlns:a16="http://schemas.microsoft.com/office/drawing/2014/main" id="{A5714E7F-4547-45BE-84EE-5F40A6D9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4" name="object-53-s1-ux">
            <a:extLst xmlns:a="http://schemas.openxmlformats.org/drawingml/2006/main">
              <a:ext uri="{FF2B5EF4-FFF2-40B4-BE49-F238E27FC236}">
                <a16:creationId xmlns:a16="http://schemas.microsoft.com/office/drawing/2014/main" id="{AF6486A8-E4B1-4C49-B64C-36596F91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object-54-s1-ux">
            <a:extLst xmlns:a="http://schemas.openxmlformats.org/drawingml/2006/main">
              <a:ext uri="{FF2B5EF4-FFF2-40B4-BE49-F238E27FC236}">
                <a16:creationId xmlns:a16="http://schemas.microsoft.com/office/drawing/2014/main" id="{2FD523D5-8995-4EBD-9EFD-E9FA7CDD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6" name="object-55-s1-ux">
            <a:extLst xmlns:a="http://schemas.openxmlformats.org/drawingml/2006/main">
              <a:ext uri="{FF2B5EF4-FFF2-40B4-BE49-F238E27FC236}">
                <a16:creationId xmlns:a16="http://schemas.microsoft.com/office/drawing/2014/main" id="{C6A56871-63D4-4FFF-8D91-03EB16E1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7" name="object-56-s1-ux">
            <a:extLst xmlns:a="http://schemas.openxmlformats.org/drawingml/2006/main">
              <a:ext uri="{FF2B5EF4-FFF2-40B4-BE49-F238E27FC236}">
                <a16:creationId xmlns:a16="http://schemas.microsoft.com/office/drawing/2014/main" id="{C09B0E6A-2756-4B81-836D-BBE8742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8" name="object-57-s1-ux">
            <a:extLst xmlns:a="http://schemas.openxmlformats.org/drawingml/2006/main">
              <a:ext uri="{FF2B5EF4-FFF2-40B4-BE49-F238E27FC236}">
                <a16:creationId xmlns:a16="http://schemas.microsoft.com/office/drawing/2014/main" id="{CE7867AF-1114-4A45-8FE9-644E3744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9" name="object-58-s1-ux">
            <a:extLst xmlns:a="http://schemas.openxmlformats.org/drawingml/2006/main">
              <a:ext uri="{FF2B5EF4-FFF2-40B4-BE49-F238E27FC236}">
                <a16:creationId xmlns:a16="http://schemas.microsoft.com/office/drawing/2014/main" id="{D6C0986D-4F47-4A96-9EF6-EBFD612E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30" name="object-59-s1-ux">
            <a:extLst xmlns:a="http://schemas.openxmlformats.org/drawingml/2006/main">
              <a:ext uri="{FF2B5EF4-FFF2-40B4-BE49-F238E27FC236}">
                <a16:creationId xmlns:a16="http://schemas.microsoft.com/office/drawing/2014/main" id="{AECA7FC5-061E-42A7-94CB-EA01D2F3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object-60-s1-ux">
            <a:extLst xmlns:a="http://schemas.openxmlformats.org/drawingml/2006/main">
              <a:ext uri="{FF2B5EF4-FFF2-40B4-BE49-F238E27FC236}">
                <a16:creationId xmlns:a16="http://schemas.microsoft.com/office/drawing/2014/main" id="{ADDD75A3-AF9D-4F9D-9B0F-31ADA61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0825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object-61-s1-ux">
            <a:extLst xmlns:a="http://schemas.openxmlformats.org/drawingml/2006/main">
              <a:ext uri="{FF2B5EF4-FFF2-40B4-BE49-F238E27FC236}">
                <a16:creationId xmlns:a16="http://schemas.microsoft.com/office/drawing/2014/main" id="{F0CCA8CD-6E04-473C-BE4B-C9929352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3" name="object-62-s1-ux">
            <a:extLst xmlns:a="http://schemas.openxmlformats.org/drawingml/2006/main">
              <a:ext uri="{FF2B5EF4-FFF2-40B4-BE49-F238E27FC236}">
                <a16:creationId xmlns:a16="http://schemas.microsoft.com/office/drawing/2014/main" id="{4886B2D7-8F06-45E6-A35E-1AE5FE1C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4" name="object-63-s1-ux">
            <a:extLst xmlns:a="http://schemas.openxmlformats.org/drawingml/2006/main">
              <a:ext uri="{FF2B5EF4-FFF2-40B4-BE49-F238E27FC236}">
                <a16:creationId xmlns:a16="http://schemas.microsoft.com/office/drawing/2014/main" id="{EE27968B-982A-43E3-A7D4-F79F85D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5" name="object-64-s1-ux">
            <a:extLst xmlns:a="http://schemas.openxmlformats.org/drawingml/2006/main">
              <a:ext uri="{FF2B5EF4-FFF2-40B4-BE49-F238E27FC236}">
                <a16:creationId xmlns:a16="http://schemas.microsoft.com/office/drawing/2014/main" id="{D4855F42-4AAE-419A-A514-697055DB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6" name="object-65-s1-ux">
            <a:extLst xmlns:a="http://schemas.openxmlformats.org/drawingml/2006/main">
              <a:ext uri="{FF2B5EF4-FFF2-40B4-BE49-F238E27FC236}">
                <a16:creationId xmlns:a16="http://schemas.microsoft.com/office/drawing/2014/main" id="{4CB68D38-80DD-455F-B771-42A7AC5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7" name="object-66-s1-ux">
            <a:extLst xmlns:a="http://schemas.openxmlformats.org/drawingml/2006/main">
              <a:ext uri="{FF2B5EF4-FFF2-40B4-BE49-F238E27FC236}">
                <a16:creationId xmlns:a16="http://schemas.microsoft.com/office/drawing/2014/main" id="{8344F631-A771-4BEE-B832-B72E70A6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object-67-s1-ux">
            <a:extLst xmlns:a="http://schemas.openxmlformats.org/drawingml/2006/main">
              <a:ext uri="{FF2B5EF4-FFF2-40B4-BE49-F238E27FC236}">
                <a16:creationId xmlns:a16="http://schemas.microsoft.com/office/drawing/2014/main" id="{BF00767A-C23F-414F-9D96-592CF74A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9" name="object-68-s1-ux">
            <a:extLst xmlns:a="http://schemas.openxmlformats.org/drawingml/2006/main">
              <a:ext uri="{FF2B5EF4-FFF2-40B4-BE49-F238E27FC236}">
                <a16:creationId xmlns:a16="http://schemas.microsoft.com/office/drawing/2014/main" id="{78D91E49-AE88-4AED-878D-B7251060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0" name="object-69-s1-ux">
            <a:extLst xmlns:a="http://schemas.openxmlformats.org/drawingml/2006/main">
              <a:ext uri="{FF2B5EF4-FFF2-40B4-BE49-F238E27FC236}">
                <a16:creationId xmlns:a16="http://schemas.microsoft.com/office/drawing/2014/main" id="{3109F1A4-6168-436C-8567-D0659FC6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41" name="object-70-s1-ux">
            <a:extLst xmlns:a="http://schemas.openxmlformats.org/drawingml/2006/main">
              <a:ext uri="{FF2B5EF4-FFF2-40B4-BE49-F238E27FC236}">
                <a16:creationId xmlns:a16="http://schemas.microsoft.com/office/drawing/2014/main" id="{5B7C5EA0-65A8-4950-A49F-4FA56D03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9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2" name="object-71-s1-ux">
            <a:extLst xmlns:a="http://schemas.openxmlformats.org/drawingml/2006/main">
              <a:ext uri="{FF2B5EF4-FFF2-40B4-BE49-F238E27FC236}">
                <a16:creationId xmlns:a16="http://schemas.microsoft.com/office/drawing/2014/main" id="{330CD0D7-62D4-417C-8DB4-772DBE0E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3" name="object-72-s1-ux">
            <a:extLst xmlns:a="http://schemas.openxmlformats.org/drawingml/2006/main">
              <a:ext uri="{FF2B5EF4-FFF2-40B4-BE49-F238E27FC236}">
                <a16:creationId xmlns:a16="http://schemas.microsoft.com/office/drawing/2014/main" id="{53429604-A0C5-47A7-B7C3-D1E153D8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4" name="object-73-s1-ux">
            <a:extLst xmlns:a="http://schemas.openxmlformats.org/drawingml/2006/main">
              <a:ext uri="{FF2B5EF4-FFF2-40B4-BE49-F238E27FC236}">
                <a16:creationId xmlns:a16="http://schemas.microsoft.com/office/drawing/2014/main" id="{FF946967-7723-478C-9BEB-E7BB07F7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5" name="object-74-s1-ux">
            <a:extLst xmlns:a="http://schemas.openxmlformats.org/drawingml/2006/main">
              <a:ext uri="{FF2B5EF4-FFF2-40B4-BE49-F238E27FC236}">
                <a16:creationId xmlns:a16="http://schemas.microsoft.com/office/drawing/2014/main" id="{64980A4B-0E30-46BC-BF81-C36DB988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object-75-s1-ux">
            <a:extLst xmlns:a="http://schemas.openxmlformats.org/drawingml/2006/main">
              <a:ext uri="{FF2B5EF4-FFF2-40B4-BE49-F238E27FC236}">
                <a16:creationId xmlns:a16="http://schemas.microsoft.com/office/drawing/2014/main" id="{2171B4D9-E5C4-4009-8AA0-A971AF2D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object-76-s1-ux">
            <a:extLst xmlns:a="http://schemas.openxmlformats.org/drawingml/2006/main">
              <a:ext uri="{FF2B5EF4-FFF2-40B4-BE49-F238E27FC236}">
                <a16:creationId xmlns:a16="http://schemas.microsoft.com/office/drawing/2014/main" id="{1D3F60C0-9C31-45EC-A1D8-2AA6195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8" name="object-77-s1-ux">
            <a:extLst xmlns:a="http://schemas.openxmlformats.org/drawingml/2006/main">
              <a:ext uri="{FF2B5EF4-FFF2-40B4-BE49-F238E27FC236}">
                <a16:creationId xmlns:a16="http://schemas.microsoft.com/office/drawing/2014/main" id="{BE459AA9-BB60-49FE-9CC7-6F638C29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object-78-s1-ux">
            <a:extLst xmlns:a="http://schemas.openxmlformats.org/drawingml/2006/main">
              <a:ext uri="{FF2B5EF4-FFF2-40B4-BE49-F238E27FC236}">
                <a16:creationId xmlns:a16="http://schemas.microsoft.com/office/drawing/2014/main" id="{5DB7D1FD-2CA0-472A-9394-C2AEBD0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object-79-s1-ux">
            <a:extLst xmlns:a="http://schemas.openxmlformats.org/drawingml/2006/main">
              <a:ext uri="{FF2B5EF4-FFF2-40B4-BE49-F238E27FC236}">
                <a16:creationId xmlns:a16="http://schemas.microsoft.com/office/drawing/2014/main" id="{10093756-DDB0-449F-B804-E41ED07A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51" name="object-80-s1-ux">
            <a:extLst xmlns:a="http://schemas.openxmlformats.org/drawingml/2006/main">
              <a:ext uri="{FF2B5EF4-FFF2-40B4-BE49-F238E27FC236}">
                <a16:creationId xmlns:a16="http://schemas.microsoft.com/office/drawing/2014/main" id="{EB9680C4-5369-4D8C-B82E-E0C62494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object-81-s1-ux">
            <a:extLst xmlns:a="http://schemas.openxmlformats.org/drawingml/2006/main">
              <a:ext uri="{FF2B5EF4-FFF2-40B4-BE49-F238E27FC236}">
                <a16:creationId xmlns:a16="http://schemas.microsoft.com/office/drawing/2014/main" id="{BBD7E8BA-AFE7-436C-8B7C-3E6D1882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object-82-s1-ux">
            <a:extLst xmlns:a="http://schemas.openxmlformats.org/drawingml/2006/main">
              <a:ext uri="{FF2B5EF4-FFF2-40B4-BE49-F238E27FC236}">
                <a16:creationId xmlns:a16="http://schemas.microsoft.com/office/drawing/2014/main" id="{8924A3B1-DCF3-4AE2-99E3-6D3A36D8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4" name="object-83-s1-ux">
            <a:extLst xmlns:a="http://schemas.openxmlformats.org/drawingml/2006/main">
              <a:ext uri="{FF2B5EF4-FFF2-40B4-BE49-F238E27FC236}">
                <a16:creationId xmlns:a16="http://schemas.microsoft.com/office/drawing/2014/main" id="{DCA1EBDF-579C-48F1-9539-4D01E0B8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5" name="object-84-s1-ux">
            <a:extLst xmlns:a="http://schemas.openxmlformats.org/drawingml/2006/main">
              <a:ext uri="{FF2B5EF4-FFF2-40B4-BE49-F238E27FC236}">
                <a16:creationId xmlns:a16="http://schemas.microsoft.com/office/drawing/2014/main" id="{CBEC3FAD-C0C9-4C43-A7E1-D28F3B92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6" name="object-85-s1-ux">
            <a:extLst xmlns:a="http://schemas.openxmlformats.org/drawingml/2006/main">
              <a:ext uri="{FF2B5EF4-FFF2-40B4-BE49-F238E27FC236}">
                <a16:creationId xmlns:a16="http://schemas.microsoft.com/office/drawing/2014/main" id="{9D1369AA-237B-4341-84B4-EA781AB3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object-86-s1-ux">
            <a:extLst xmlns:a="http://schemas.openxmlformats.org/drawingml/2006/main">
              <a:ext uri="{FF2B5EF4-FFF2-40B4-BE49-F238E27FC236}">
                <a16:creationId xmlns:a16="http://schemas.microsoft.com/office/drawing/2014/main" id="{2949686E-34DB-418E-BD36-A127AD27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202540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8" name="object-87-s1-ux">
            <a:extLst xmlns:a="http://schemas.openxmlformats.org/drawingml/2006/main">
              <a:ext uri="{FF2B5EF4-FFF2-40B4-BE49-F238E27FC236}">
                <a16:creationId xmlns:a16="http://schemas.microsoft.com/office/drawing/2014/main" id="{B7DD9D20-2E6D-4285-BB61-F608B26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873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9" name="object-88-s1-ux">
            <a:extLst xmlns:a="http://schemas.openxmlformats.org/drawingml/2006/main">
              <a:ext uri="{FF2B5EF4-FFF2-40B4-BE49-F238E27FC236}">
                <a16:creationId xmlns:a16="http://schemas.microsoft.com/office/drawing/2014/main" id="{E1E87DCE-F236-4EF3-A0A9-6FB57091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0" name="object-89-s1-ux">
            <a:extLst xmlns:a="http://schemas.openxmlformats.org/drawingml/2006/main">
              <a:ext uri="{FF2B5EF4-FFF2-40B4-BE49-F238E27FC236}">
                <a16:creationId xmlns:a16="http://schemas.microsoft.com/office/drawing/2014/main" id="{A80E0E7D-0155-4993-8BE2-E5286C4B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1" name="object-90-s1-ux">
            <a:extLst xmlns:a="http://schemas.openxmlformats.org/drawingml/2006/main">
              <a:ext uri="{FF2B5EF4-FFF2-40B4-BE49-F238E27FC236}">
                <a16:creationId xmlns:a16="http://schemas.microsoft.com/office/drawing/2014/main" id="{8035FD74-50F7-480F-8B45-1792C585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2" name="object-91-s1-ux">
            <a:extLst xmlns:a="http://schemas.openxmlformats.org/drawingml/2006/main">
              <a:ext uri="{FF2B5EF4-FFF2-40B4-BE49-F238E27FC236}">
                <a16:creationId xmlns:a16="http://schemas.microsoft.com/office/drawing/2014/main" id="{FFA22F23-172B-4A1F-A7A9-10357BBD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object-92-s1-ux">
            <a:extLst xmlns:a="http://schemas.openxmlformats.org/drawingml/2006/main">
              <a:ext uri="{FF2B5EF4-FFF2-40B4-BE49-F238E27FC236}">
                <a16:creationId xmlns:a16="http://schemas.microsoft.com/office/drawing/2014/main" id="{E22E6B06-08EF-462B-BEE1-0902A25B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4" name="object-93-s1-ux">
            <a:extLst xmlns:a="http://schemas.openxmlformats.org/drawingml/2006/main">
              <a:ext uri="{FF2B5EF4-FFF2-40B4-BE49-F238E27FC236}">
                <a16:creationId xmlns:a16="http://schemas.microsoft.com/office/drawing/2014/main" id="{EE94B9FB-611E-4FA6-8E49-CAB0C258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5" name="object-94-s1-ux">
            <a:extLst xmlns:a="http://schemas.openxmlformats.org/drawingml/2006/main">
              <a:ext uri="{FF2B5EF4-FFF2-40B4-BE49-F238E27FC236}">
                <a16:creationId xmlns:a16="http://schemas.microsoft.com/office/drawing/2014/main" id="{661E5CC1-19B3-491E-890D-AD968C50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6" name="object-95-s1-ux">
            <a:extLst xmlns:a="http://schemas.openxmlformats.org/drawingml/2006/main">
              <a:ext uri="{FF2B5EF4-FFF2-40B4-BE49-F238E27FC236}">
                <a16:creationId xmlns:a16="http://schemas.microsoft.com/office/drawing/2014/main" id="{61167A09-CC7B-4141-83E1-F9CC7A81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35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7" name="object-96-s1-ux">
            <a:extLst xmlns:a="http://schemas.openxmlformats.org/drawingml/2006/main">
              <a:ext uri="{FF2B5EF4-FFF2-40B4-BE49-F238E27FC236}">
                <a16:creationId xmlns:a16="http://schemas.microsoft.com/office/drawing/2014/main" id="{6B663561-8F08-4DD2-B743-86853207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97-s1-ux">
            <a:extLst xmlns:a="http://schemas.openxmlformats.org/drawingml/2006/main">
              <a:ext uri="{FF2B5EF4-FFF2-40B4-BE49-F238E27FC236}">
                <a16:creationId xmlns:a16="http://schemas.microsoft.com/office/drawing/2014/main" id="{EED5F594-7CFA-42DF-8F13-4A89801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9" name="object-98-s1-ux">
            <a:extLst xmlns:a="http://schemas.openxmlformats.org/drawingml/2006/main">
              <a:ext uri="{FF2B5EF4-FFF2-40B4-BE49-F238E27FC236}">
                <a16:creationId xmlns:a16="http://schemas.microsoft.com/office/drawing/2014/main" id="{DEE63865-BB11-4F42-9F40-0B0C07BE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0" name="object-99-s1-ux">
            <a:extLst xmlns:a="http://schemas.openxmlformats.org/drawingml/2006/main">
              <a:ext uri="{FF2B5EF4-FFF2-40B4-BE49-F238E27FC236}">
                <a16:creationId xmlns:a16="http://schemas.microsoft.com/office/drawing/2014/main" id="{95363DD6-144B-4C8F-B777-BC94C26D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1" name="object-100-s1-ux">
            <a:extLst xmlns:a="http://schemas.openxmlformats.org/drawingml/2006/main">
              <a:ext uri="{FF2B5EF4-FFF2-40B4-BE49-F238E27FC236}">
                <a16:creationId xmlns:a16="http://schemas.microsoft.com/office/drawing/2014/main" id="{44B1B90F-FA56-4DE0-893F-96556DB6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2" name="object-101-s1-ux">
            <a:extLst xmlns:a="http://schemas.openxmlformats.org/drawingml/2006/main">
              <a:ext uri="{FF2B5EF4-FFF2-40B4-BE49-F238E27FC236}">
                <a16:creationId xmlns:a16="http://schemas.microsoft.com/office/drawing/2014/main" id="{927A909F-F554-48D6-87F8-2E828DB3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object-102-s1-ux">
            <a:extLst xmlns:a="http://schemas.openxmlformats.org/drawingml/2006/main">
              <a:ext uri="{FF2B5EF4-FFF2-40B4-BE49-F238E27FC236}">
                <a16:creationId xmlns:a16="http://schemas.microsoft.com/office/drawing/2014/main" id="{7FB683A9-0CC7-4795-847B-86A868C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4" name="object-103-s1-ux">
            <a:extLst xmlns:a="http://schemas.openxmlformats.org/drawingml/2006/main">
              <a:ext uri="{FF2B5EF4-FFF2-40B4-BE49-F238E27FC236}">
                <a16:creationId xmlns:a16="http://schemas.microsoft.com/office/drawing/2014/main" id="{54AB0564-CA51-4DAF-81AC-A712095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object-104-s1-ux">
            <a:extLst xmlns:a="http://schemas.openxmlformats.org/drawingml/2006/main">
              <a:ext uri="{FF2B5EF4-FFF2-40B4-BE49-F238E27FC236}">
                <a16:creationId xmlns:a16="http://schemas.microsoft.com/office/drawing/2014/main" id="{E2ADADEE-04CC-40AE-8658-66C84B5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6" name="object-105-s1-ux">
            <a:extLst xmlns:a="http://schemas.openxmlformats.org/drawingml/2006/main">
              <a:ext uri="{FF2B5EF4-FFF2-40B4-BE49-F238E27FC236}">
                <a16:creationId xmlns:a16="http://schemas.microsoft.com/office/drawing/2014/main" id="{791A612F-952B-4089-BD60-F0CF455D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7" name="object-106-s1-ux">
            <a:extLst xmlns:a="http://schemas.openxmlformats.org/drawingml/2006/main">
              <a:ext uri="{FF2B5EF4-FFF2-40B4-BE49-F238E27FC236}">
                <a16:creationId xmlns:a16="http://schemas.microsoft.com/office/drawing/2014/main" id="{44295051-6A5E-4FF1-98A8-AA6A54DA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8" name="object-107-s1-ux">
            <a:extLst xmlns:a="http://schemas.openxmlformats.org/drawingml/2006/main">
              <a:ext uri="{FF2B5EF4-FFF2-40B4-BE49-F238E27FC236}">
                <a16:creationId xmlns:a16="http://schemas.microsoft.com/office/drawing/2014/main" id="{808B362D-BC78-4882-8CF6-2107456C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9" name="object-108-s2-ux">
            <a:extLst xmlns:a="http://schemas.openxmlformats.org/drawingml/2006/main">
              <a:ext uri="{FF2B5EF4-FFF2-40B4-BE49-F238E27FC236}">
                <a16:creationId xmlns:a16="http://schemas.microsoft.com/office/drawing/2014/main" id="{7A82F2DB-BEAF-4ED2-A3D7-6CE23DB9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7509"/>
            <a:ext cx="198640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Derive and validate</a:t>
            </a:r>
          </a:p>
        </p:txBody>
      </p:sp>
      <p:sp>
        <p:nvSpPr>
          <p:cNvPr id="80" name="object-109-s2-ux">
            <a:extLst xmlns:a="http://schemas.openxmlformats.org/drawingml/2006/main">
              <a:ext uri="{FF2B5EF4-FFF2-40B4-BE49-F238E27FC236}">
                <a16:creationId xmlns:a16="http://schemas.microsoft.com/office/drawing/2014/main" id="{60221022-5C63-4DA6-80C7-98DB7F5D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1" name="object-110-s2-ux">
            <a:extLst xmlns:a="http://schemas.openxmlformats.org/drawingml/2006/main">
              <a:ext uri="{FF2B5EF4-FFF2-40B4-BE49-F238E27FC236}">
                <a16:creationId xmlns:a16="http://schemas.microsoft.com/office/drawing/2014/main" id="{C08B8C66-84C3-4E5E-A160-37D50894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2" name="object-111-s2-ux">
            <a:extLst xmlns:a="http://schemas.openxmlformats.org/drawingml/2006/main">
              <a:ext uri="{FF2B5EF4-FFF2-40B4-BE49-F238E27FC236}">
                <a16:creationId xmlns:a16="http://schemas.microsoft.com/office/drawing/2014/main" id="{3E7A0910-C7F9-4F95-9874-A8BF2E01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054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3" name="object-112-s2-ux">
            <a:extLst xmlns:a="http://schemas.openxmlformats.org/drawingml/2006/main">
              <a:ext uri="{FF2B5EF4-FFF2-40B4-BE49-F238E27FC236}">
                <a16:creationId xmlns:a16="http://schemas.microsoft.com/office/drawing/2014/main" id="{FB88FB80-598D-45F7-980B-25BFB682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906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4" name="object-113-s2-ux">
            <a:extLst xmlns:a="http://schemas.openxmlformats.org/drawingml/2006/main">
              <a:ext uri="{FF2B5EF4-FFF2-40B4-BE49-F238E27FC236}">
                <a16:creationId xmlns:a16="http://schemas.microsoft.com/office/drawing/2014/main" id="{AC9E2372-AB2A-4F8D-9F63-B89CD369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42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5" name="object-114-s2-ux">
            <a:extLst xmlns:a="http://schemas.openxmlformats.org/drawingml/2006/main">
              <a:ext uri="{FF2B5EF4-FFF2-40B4-BE49-F238E27FC236}">
                <a16:creationId xmlns:a16="http://schemas.microsoft.com/office/drawing/2014/main" id="{AAE6202A-0B02-4ABB-A7CA-2244DC60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46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6" name="object-115-s2-ux">
            <a:extLst xmlns:a="http://schemas.openxmlformats.org/drawingml/2006/main">
              <a:ext uri="{FF2B5EF4-FFF2-40B4-BE49-F238E27FC236}">
                <a16:creationId xmlns:a16="http://schemas.microsoft.com/office/drawing/2014/main" id="{1B714946-FB20-40F6-B8D6-D2BDCED0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06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7" name="object-116-s2-ux">
            <a:extLst xmlns:a="http://schemas.openxmlformats.org/drawingml/2006/main">
              <a:ext uri="{FF2B5EF4-FFF2-40B4-BE49-F238E27FC236}">
                <a16:creationId xmlns:a16="http://schemas.microsoft.com/office/drawing/2014/main" id="{8478B48D-6491-4807-BEA9-C4CFB7DB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258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8" name="object-117-s2-ux">
            <a:extLst xmlns:a="http://schemas.openxmlformats.org/drawingml/2006/main">
              <a:ext uri="{FF2B5EF4-FFF2-40B4-BE49-F238E27FC236}">
                <a16:creationId xmlns:a16="http://schemas.microsoft.com/office/drawing/2014/main" id="{D9161A5C-DA71-4E90-8CD5-00C76AB9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394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9" name="object-118-s2-ux">
            <a:extLst xmlns:a="http://schemas.openxmlformats.org/drawingml/2006/main">
              <a:ext uri="{FF2B5EF4-FFF2-40B4-BE49-F238E27FC236}">
                <a16:creationId xmlns:a16="http://schemas.microsoft.com/office/drawing/2014/main" id="{59F0862D-9876-4048-8283-460D14F3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398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90" name="object-119-s2-ux">
            <a:extLst xmlns:a="http://schemas.openxmlformats.org/drawingml/2006/main">
              <a:ext uri="{FF2B5EF4-FFF2-40B4-BE49-F238E27FC236}">
                <a16:creationId xmlns:a16="http://schemas.microsoft.com/office/drawing/2014/main" id="{C60E101B-8310-4D6B-B2E5-C587037C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038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91" name="object-119-s2-ux-arrow">
            <a:extLst xmlns:a="http://schemas.openxmlformats.org/drawingml/2006/main">
              <a:ext uri="{FF2B5EF4-FFF2-40B4-BE49-F238E27FC236}">
                <a16:creationId xmlns:a16="http://schemas.microsoft.com/office/drawing/2014/main" id="{25F2344A-5E66-4CAB-B0E4-124C5BBD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85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2" name="object-120-s2-ux">
            <a:extLst xmlns:a="http://schemas.openxmlformats.org/drawingml/2006/main">
              <a:ext uri="{FF2B5EF4-FFF2-40B4-BE49-F238E27FC236}">
                <a16:creationId xmlns:a16="http://schemas.microsoft.com/office/drawing/2014/main" id="{4B72C55E-EAB0-438C-B1E9-32AE90D2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3" name="object-121-s2-ux">
            <a:extLst xmlns:a="http://schemas.openxmlformats.org/drawingml/2006/main">
              <a:ext uri="{FF2B5EF4-FFF2-40B4-BE49-F238E27FC236}">
                <a16:creationId xmlns:a16="http://schemas.microsoft.com/office/drawing/2014/main" id="{49FA0C6A-0065-4F56-9BB6-BC621279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4" name="object-122-s2-ux">
            <a:extLst xmlns:a="http://schemas.openxmlformats.org/drawingml/2006/main">
              <a:ext uri="{FF2B5EF4-FFF2-40B4-BE49-F238E27FC236}">
                <a16:creationId xmlns:a16="http://schemas.microsoft.com/office/drawing/2014/main" id="{EF677A2B-306A-4FEA-A981-77E03CE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5" name="object-123-s2-ux">
            <a:extLst xmlns:a="http://schemas.openxmlformats.org/drawingml/2006/main">
              <a:ext uri="{FF2B5EF4-FFF2-40B4-BE49-F238E27FC236}">
                <a16:creationId xmlns:a16="http://schemas.microsoft.com/office/drawing/2014/main" id="{3B412E64-C278-47DD-AE47-A7305CE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6" name="object-124-s2-ux">
            <a:extLst xmlns:a="http://schemas.openxmlformats.org/drawingml/2006/main">
              <a:ext uri="{FF2B5EF4-FFF2-40B4-BE49-F238E27FC236}">
                <a16:creationId xmlns:a16="http://schemas.microsoft.com/office/drawing/2014/main" id="{F748BF21-8293-4925-892E-D0FD7D37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681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7" name="object-125-s2-ux">
            <a:extLst xmlns:a="http://schemas.openxmlformats.org/drawingml/2006/main">
              <a:ext uri="{FF2B5EF4-FFF2-40B4-BE49-F238E27FC236}">
                <a16:creationId xmlns:a16="http://schemas.microsoft.com/office/drawing/2014/main" id="{C45F3DEF-5463-415A-A4C7-9AE286D5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262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98" name="object-126-s2-ux">
            <a:extLst xmlns:a="http://schemas.openxmlformats.org/drawingml/2006/main">
              <a:ext uri="{FF2B5EF4-FFF2-40B4-BE49-F238E27FC236}">
                <a16:creationId xmlns:a16="http://schemas.microsoft.com/office/drawing/2014/main" id="{8EE144C3-9C21-4B68-B6FE-FC4297D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033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9" name="object-127-s2-ux">
            <a:extLst xmlns:a="http://schemas.openxmlformats.org/drawingml/2006/main">
              <a:ext uri="{FF2B5EF4-FFF2-40B4-BE49-F238E27FC236}">
                <a16:creationId xmlns:a16="http://schemas.microsoft.com/office/drawing/2014/main" id="{837EE90C-5B55-4F62-8CE9-DAE440FD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614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0" name="object-128-s2-ux">
            <a:extLst xmlns:a="http://schemas.openxmlformats.org/drawingml/2006/main">
              <a:ext uri="{FF2B5EF4-FFF2-40B4-BE49-F238E27FC236}">
                <a16:creationId xmlns:a16="http://schemas.microsoft.com/office/drawing/2014/main" id="{3C6DD926-D61F-45CE-B266-B7257221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113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101" name="object-128-s2-ux-arrow">
            <a:extLst xmlns:a="http://schemas.openxmlformats.org/drawingml/2006/main">
              <a:ext uri="{FF2B5EF4-FFF2-40B4-BE49-F238E27FC236}">
                <a16:creationId xmlns:a16="http://schemas.microsoft.com/office/drawing/2014/main" id="{792DE420-0192-41EA-A033-7EE40EA8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0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102" name="object-129-s2-ux">
            <a:extLst xmlns:a="http://schemas.openxmlformats.org/drawingml/2006/main">
              <a:ext uri="{FF2B5EF4-FFF2-40B4-BE49-F238E27FC236}">
                <a16:creationId xmlns:a16="http://schemas.microsoft.com/office/drawing/2014/main" id="{1F9D1F98-408E-46EC-88EC-DAA02D21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3" name="object-130-s2-ux">
            <a:extLst xmlns:a="http://schemas.openxmlformats.org/drawingml/2006/main">
              <a:ext uri="{FF2B5EF4-FFF2-40B4-BE49-F238E27FC236}">
                <a16:creationId xmlns:a16="http://schemas.microsoft.com/office/drawing/2014/main" id="{709B0954-183B-4866-BED6-43567F60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4" name="object-131-s2-ux">
            <a:extLst xmlns:a="http://schemas.openxmlformats.org/drawingml/2006/main">
              <a:ext uri="{FF2B5EF4-FFF2-40B4-BE49-F238E27FC236}">
                <a16:creationId xmlns:a16="http://schemas.microsoft.com/office/drawing/2014/main" id="{633F4E21-554B-4630-8DD9-44BEA9CA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5" name="object-132-s2-ux">
            <a:extLst xmlns:a="http://schemas.openxmlformats.org/drawingml/2006/main">
              <a:ext uri="{FF2B5EF4-FFF2-40B4-BE49-F238E27FC236}">
                <a16:creationId xmlns:a16="http://schemas.microsoft.com/office/drawing/2014/main" id="{3A6027B5-85F4-4232-A285-8A48A2D3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6" name="object-133-s3-ux">
            <a:extLst xmlns:a="http://schemas.openxmlformats.org/drawingml/2006/main">
              <a:ext uri="{FF2B5EF4-FFF2-40B4-BE49-F238E27FC236}">
                <a16:creationId xmlns:a16="http://schemas.microsoft.com/office/drawing/2014/main" id="{979F5884-CE63-4489-921E-23514276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134"/>
            <a:ext cx="1915864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Another candidate</a:t>
            </a:r>
          </a:p>
        </p:txBody>
      </p:sp>
      <p:sp>
        <p:nvSpPr>
          <p:cNvPr id="107" name="object-134-s3-ux">
            <a:extLst xmlns:a="http://schemas.openxmlformats.org/drawingml/2006/main">
              <a:ext uri="{FF2B5EF4-FFF2-40B4-BE49-F238E27FC236}">
                <a16:creationId xmlns:a16="http://schemas.microsoft.com/office/drawing/2014/main" id="{C1A6424A-81D3-40C2-B359-62C0C2CB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16189"/>
            <a:ext cx="1810512" cy="95"/>
          </a:xfrm>
          <a:custGeom xmlns:a="http://schemas.openxmlformats.org/drawingml/2006/main">
            <a:pathLst>
              <a:path w="1810512" h="95">
                <a:moveTo>
                  <a:pt x="0" y="0"/>
                </a:moveTo>
                <a:lnTo>
                  <a:pt x="1810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8" name="object-135-s3-ux">
            <a:extLst xmlns:a="http://schemas.openxmlformats.org/drawingml/2006/main">
              <a:ext uri="{FF2B5EF4-FFF2-40B4-BE49-F238E27FC236}">
                <a16:creationId xmlns:a16="http://schemas.microsoft.com/office/drawing/2014/main" id="{6CE5FCAF-F919-4865-B04B-8D94CED5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63661"/>
            <a:ext cx="1810512" cy="95"/>
          </a:xfrm>
          <a:custGeom xmlns:a="http://schemas.openxmlformats.org/drawingml/2006/main">
            <a:pathLst>
              <a:path w="1810512" h="95">
                <a:moveTo>
                  <a:pt x="0" y="0"/>
                </a:moveTo>
                <a:lnTo>
                  <a:pt x="1810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9" name="object-136-s3-ux">
            <a:extLst xmlns:a="http://schemas.openxmlformats.org/drawingml/2006/main">
              <a:ext uri="{FF2B5EF4-FFF2-40B4-BE49-F238E27FC236}">
                <a16:creationId xmlns:a16="http://schemas.microsoft.com/office/drawing/2014/main" id="{CE7D6BA5-C4E6-4B7F-ACDF-CFD7FFBD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054" y="451618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0" name="object-137-s3-ux">
            <a:extLst xmlns:a="http://schemas.openxmlformats.org/drawingml/2006/main">
              <a:ext uri="{FF2B5EF4-FFF2-40B4-BE49-F238E27FC236}">
                <a16:creationId xmlns:a16="http://schemas.microsoft.com/office/drawing/2014/main" id="{434186E6-D226-4ED8-912E-CF170BF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906" y="447504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111" name="object-138-s3-ux">
            <a:extLst xmlns:a="http://schemas.openxmlformats.org/drawingml/2006/main">
              <a:ext uri="{FF2B5EF4-FFF2-40B4-BE49-F238E27FC236}">
                <a16:creationId xmlns:a16="http://schemas.microsoft.com/office/drawing/2014/main" id="{9A36AE2B-D13E-4BBA-87A0-0EAB43CF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42" y="476764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2" name="object-139-s3-ux">
            <a:extLst xmlns:a="http://schemas.openxmlformats.org/drawingml/2006/main">
              <a:ext uri="{FF2B5EF4-FFF2-40B4-BE49-F238E27FC236}">
                <a16:creationId xmlns:a16="http://schemas.microsoft.com/office/drawing/2014/main" id="{17442B77-BC2E-4C18-AAB4-7338468E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46" y="479965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3" name="object-140-s3-ux">
            <a:extLst xmlns:a="http://schemas.openxmlformats.org/drawingml/2006/main">
              <a:ext uri="{FF2B5EF4-FFF2-40B4-BE49-F238E27FC236}">
                <a16:creationId xmlns:a16="http://schemas.microsoft.com/office/drawing/2014/main" id="{67AB23C1-99F3-4487-AFC4-4D9F853B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958" y="472650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114" name="object-141-s3-ux">
            <a:extLst xmlns:a="http://schemas.openxmlformats.org/drawingml/2006/main">
              <a:ext uri="{FF2B5EF4-FFF2-40B4-BE49-F238E27FC236}">
                <a16:creationId xmlns:a16="http://schemas.microsoft.com/office/drawing/2014/main" id="{0CDC6C40-AC8F-4DCA-B255-ED496770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39" y="476010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5" name="object-142-s3-ux">
            <a:extLst xmlns:a="http://schemas.openxmlformats.org/drawingml/2006/main">
              <a:ext uri="{FF2B5EF4-FFF2-40B4-BE49-F238E27FC236}">
                <a16:creationId xmlns:a16="http://schemas.microsoft.com/office/drawing/2014/main" id="{FF1362A6-C9C8-4706-B2A0-827F90C2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472650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116" name="object-143-s3-ux">
            <a:extLst xmlns:a="http://schemas.openxmlformats.org/drawingml/2006/main">
              <a:ext uri="{FF2B5EF4-FFF2-40B4-BE49-F238E27FC236}">
                <a16:creationId xmlns:a16="http://schemas.microsoft.com/office/drawing/2014/main" id="{231D4428-3026-42F2-8675-3BC3E008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891" y="476010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7" name="object-144-s3-ux">
            <a:extLst xmlns:a="http://schemas.openxmlformats.org/drawingml/2006/main">
              <a:ext uri="{FF2B5EF4-FFF2-40B4-BE49-F238E27FC236}">
                <a16:creationId xmlns:a16="http://schemas.microsoft.com/office/drawing/2014/main" id="{E8551E2E-823A-4560-9B79-183B2FD2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468992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118" name="object-144-s3-ux-arrow">
            <a:extLst xmlns:a="http://schemas.openxmlformats.org/drawingml/2006/main">
              <a:ext uri="{FF2B5EF4-FFF2-40B4-BE49-F238E27FC236}">
                <a16:creationId xmlns:a16="http://schemas.microsoft.com/office/drawing/2014/main" id="{029D7AEC-7F30-4224-B125-D5054791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037" y="463277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119" name="object-145-s3-ux">
            <a:extLst xmlns:a="http://schemas.openxmlformats.org/drawingml/2006/main">
              <a:ext uri="{FF2B5EF4-FFF2-40B4-BE49-F238E27FC236}">
                <a16:creationId xmlns:a16="http://schemas.microsoft.com/office/drawing/2014/main" id="{3730911F-03E8-4D58-B8E5-F96BBD36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878" y="4516189"/>
            <a:ext cx="749808" cy="95"/>
          </a:xfrm>
          <a:custGeom xmlns:a="http://schemas.openxmlformats.org/drawingml/2006/main">
            <a:pathLst>
              <a:path w="749808" h="95">
                <a:moveTo>
                  <a:pt x="0" y="0"/>
                </a:moveTo>
                <a:lnTo>
                  <a:pt x="7498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20" name="object-146-s3-ux">
            <a:extLst xmlns:a="http://schemas.openxmlformats.org/drawingml/2006/main">
              <a:ext uri="{FF2B5EF4-FFF2-40B4-BE49-F238E27FC236}">
                <a16:creationId xmlns:a16="http://schemas.microsoft.com/office/drawing/2014/main" id="{50556F22-290A-49E4-952A-B7BFFF98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878" y="4863661"/>
            <a:ext cx="749808" cy="95"/>
          </a:xfrm>
          <a:custGeom xmlns:a="http://schemas.openxmlformats.org/drawingml/2006/main">
            <a:pathLst>
              <a:path w="749808" h="95">
                <a:moveTo>
                  <a:pt x="0" y="0"/>
                </a:moveTo>
                <a:lnTo>
                  <a:pt x="7498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21" name="object-147-s3-ux">
            <a:extLst xmlns:a="http://schemas.openxmlformats.org/drawingml/2006/main">
              <a:ext uri="{FF2B5EF4-FFF2-40B4-BE49-F238E27FC236}">
                <a16:creationId xmlns:a16="http://schemas.microsoft.com/office/drawing/2014/main" id="{60C4BEFB-4BF6-46CE-99ED-F3133945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82" y="451618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2" name="object-148-s3-ux">
            <a:extLst xmlns:a="http://schemas.openxmlformats.org/drawingml/2006/main">
              <a:ext uri="{FF2B5EF4-FFF2-40B4-BE49-F238E27FC236}">
                <a16:creationId xmlns:a16="http://schemas.microsoft.com/office/drawing/2014/main" id="{6B820B0F-7BCB-4A30-8947-6E24444A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634" y="447504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123" name="object-149-s3-ux">
            <a:extLst xmlns:a="http://schemas.openxmlformats.org/drawingml/2006/main">
              <a:ext uri="{FF2B5EF4-FFF2-40B4-BE49-F238E27FC236}">
                <a16:creationId xmlns:a16="http://schemas.microsoft.com/office/drawing/2014/main" id="{6E7AFE4E-BB7E-4EFB-801D-08F111CC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770" y="476764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4" name="object-150-s3-ux">
            <a:extLst xmlns:a="http://schemas.openxmlformats.org/drawingml/2006/main">
              <a:ext uri="{FF2B5EF4-FFF2-40B4-BE49-F238E27FC236}">
                <a16:creationId xmlns:a16="http://schemas.microsoft.com/office/drawing/2014/main" id="{FFA48BDD-E1B7-4D9B-81DE-7FF3ECDE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774" y="479965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5" name="object-155-s0-ux">
            <a:extLst xmlns:a="http://schemas.openxmlformats.org/drawingml/2006/main">
              <a:ext uri="{FF2B5EF4-FFF2-40B4-BE49-F238E27FC236}">
                <a16:creationId xmlns:a16="http://schemas.microsoft.com/office/drawing/2014/main" id="{7DA30466-D1C0-4463-A57B-AD5FAFB3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1863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PIF groups candidates. Equality saturation checks derivability. SMT validates each retained concrete rule.</a:t>
            </a:r>
          </a:p>
        </p:txBody>
      </p:sp>
      <p:sp>
        <p:nvSpPr>
          <p:cNvPr id="126" name="object-156-s0-ux">
            <a:extLst xmlns:a="http://schemas.openxmlformats.org/drawingml/2006/main">
              <a:ext uri="{FF2B5EF4-FFF2-40B4-BE49-F238E27FC236}">
                <a16:creationId xmlns:a16="http://schemas.microsoft.com/office/drawing/2014/main" id="{1256484C-35B0-4CFD-B807-3FA6CFA5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127" name="object-157-s0-ux">
            <a:extLst xmlns:a="http://schemas.openxmlformats.org/drawingml/2006/main">
              <a:ext uri="{FF2B5EF4-FFF2-40B4-BE49-F238E27FC236}">
                <a16:creationId xmlns:a16="http://schemas.microsoft.com/office/drawing/2014/main" id="{25CEDB04-5A57-4A65-9C65-B866687E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128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6841D174-A780-45BF-A20C-C19EFC7A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4 / 6</a:t>
            </a:r>
          </a:p>
        </p:txBody>
      </p:sp>
    </p:spTree>
    <p:extLst>
      <p:ext uri="{BB962C8B-B14F-4D97-AF65-F5344CB8AC3E}">
        <p14:creationId xmlns:p14="http://schemas.microsoft.com/office/powerpoint/2010/main" val="1917424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535D2F7-832F-48B9-9BEA-CE53B063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F282913E-8791-4E64-8E54-4B0BD9D3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9649152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synthesis learns rules and filters redundancy</a:t>
            </a:r>
          </a:p>
        </p:txBody>
      </p:sp>
      <p:sp>
        <p:nvSpPr>
          <p:cNvPr id="3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90FFE995-6546-4139-BB1F-471A557C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4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E20CEC10-B1CB-465F-9271-0C84164D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15" y="1244352"/>
            <a:ext cx="1585020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Identity class</a:t>
            </a:r>
          </a:p>
        </p:txBody>
      </p:sp>
      <p:sp>
        <p:nvSpPr>
          <p:cNvPr id="5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8D3A7DB6-FE5F-4C06-9919-3AE56CFE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6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8F51A97A-F0FF-40F7-BA69-1095EF39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207" y="1244352"/>
            <a:ext cx="105578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 class</a:t>
            </a:r>
          </a:p>
        </p:txBody>
      </p:sp>
      <p:sp>
        <p:nvSpPr>
          <p:cNvPr id="7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1C82607F-D235-429E-A478-6BEFA5CB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8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8A35D38C-7DDE-4C0A-A28D-704C4A7A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884" y="1244352"/>
            <a:ext cx="10691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class</a:t>
            </a:r>
          </a:p>
        </p:txBody>
      </p:sp>
      <p:sp>
        <p:nvSpPr>
          <p:cNvPr id="9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6C492B88-F129-4DA0-A34D-14E5732F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6346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0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1566E7BD-EB19-4BEC-B631-D088F7A6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2541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1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997B255C-2D99-4B1D-B084-03F5FEAC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8258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2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3824EDE5-35C5-4EAC-920E-8D54493C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4453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3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D4CD2399-EF33-498E-968E-6C42F0E3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4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60256C36-428D-4889-BB35-41D27BC2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7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5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DD62EAB0-0EFD-4758-AB5D-DA4C2ED2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6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2A4F13EF-81D6-4109-92F7-88DD92C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2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7" name="object-46-s1-ux">
            <a:extLst xmlns:a="http://schemas.openxmlformats.org/drawingml/2006/main">
              <a:ext uri="{FF2B5EF4-FFF2-40B4-BE49-F238E27FC236}">
                <a16:creationId xmlns:a16="http://schemas.microsoft.com/office/drawing/2014/main" id="{AD987DAC-4213-40B3-9AAD-5FAAF0C3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171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8" name="object-47-s1-ux">
            <a:extLst xmlns:a="http://schemas.openxmlformats.org/drawingml/2006/main">
              <a:ext uri="{FF2B5EF4-FFF2-40B4-BE49-F238E27FC236}">
                <a16:creationId xmlns:a16="http://schemas.microsoft.com/office/drawing/2014/main" id="{40930AA9-94B9-41BC-8C85-CE027CD9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366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9" name="object-48-s1-ux">
            <a:extLst xmlns:a="http://schemas.openxmlformats.org/drawingml/2006/main">
              <a:ext uri="{FF2B5EF4-FFF2-40B4-BE49-F238E27FC236}">
                <a16:creationId xmlns:a16="http://schemas.microsoft.com/office/drawing/2014/main" id="{1FDFD5BC-D1C0-405F-A8EA-FB42BDA1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0" name="object-49-s1-ux">
            <a:extLst xmlns:a="http://schemas.openxmlformats.org/drawingml/2006/main">
              <a:ext uri="{FF2B5EF4-FFF2-40B4-BE49-F238E27FC236}">
                <a16:creationId xmlns:a16="http://schemas.microsoft.com/office/drawing/2014/main" id="{6BE55AA2-0B39-4DBD-ACB2-5A046845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bject-50-s1-ux">
            <a:extLst xmlns:a="http://schemas.openxmlformats.org/drawingml/2006/main">
              <a:ext uri="{FF2B5EF4-FFF2-40B4-BE49-F238E27FC236}">
                <a16:creationId xmlns:a16="http://schemas.microsoft.com/office/drawing/2014/main" id="{1A6581B2-67A6-4C61-A432-7854EFE8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2" name="object-51-s1-ux">
            <a:extLst xmlns:a="http://schemas.openxmlformats.org/drawingml/2006/main">
              <a:ext uri="{FF2B5EF4-FFF2-40B4-BE49-F238E27FC236}">
                <a16:creationId xmlns:a16="http://schemas.microsoft.com/office/drawing/2014/main" id="{CBF0A442-551C-4C1D-8DFC-0CE6B5DE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3" name="object-52-s1-ux">
            <a:extLst xmlns:a="http://schemas.openxmlformats.org/drawingml/2006/main">
              <a:ext uri="{FF2B5EF4-FFF2-40B4-BE49-F238E27FC236}">
                <a16:creationId xmlns:a16="http://schemas.microsoft.com/office/drawing/2014/main" id="{F96CC2F3-65C5-494C-8DFC-8AD9BF5D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4" name="object-53-s1-ux">
            <a:extLst xmlns:a="http://schemas.openxmlformats.org/drawingml/2006/main">
              <a:ext uri="{FF2B5EF4-FFF2-40B4-BE49-F238E27FC236}">
                <a16:creationId xmlns:a16="http://schemas.microsoft.com/office/drawing/2014/main" id="{93CDD6B5-BD4F-4A31-966B-B6682BC1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object-54-s1-ux">
            <a:extLst xmlns:a="http://schemas.openxmlformats.org/drawingml/2006/main">
              <a:ext uri="{FF2B5EF4-FFF2-40B4-BE49-F238E27FC236}">
                <a16:creationId xmlns:a16="http://schemas.microsoft.com/office/drawing/2014/main" id="{21D8AA91-923A-48BB-BD58-0B3C1794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6" name="object-55-s1-ux">
            <a:extLst xmlns:a="http://schemas.openxmlformats.org/drawingml/2006/main">
              <a:ext uri="{FF2B5EF4-FFF2-40B4-BE49-F238E27FC236}">
                <a16:creationId xmlns:a16="http://schemas.microsoft.com/office/drawing/2014/main" id="{5D5E57FA-EFDE-4A09-BB2A-AFE5E8CF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7" name="object-56-s1-ux">
            <a:extLst xmlns:a="http://schemas.openxmlformats.org/drawingml/2006/main">
              <a:ext uri="{FF2B5EF4-FFF2-40B4-BE49-F238E27FC236}">
                <a16:creationId xmlns:a16="http://schemas.microsoft.com/office/drawing/2014/main" id="{C8FE5ADE-42B0-4890-AF65-875BE38A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8" name="object-57-s1-ux">
            <a:extLst xmlns:a="http://schemas.openxmlformats.org/drawingml/2006/main">
              <a:ext uri="{FF2B5EF4-FFF2-40B4-BE49-F238E27FC236}">
                <a16:creationId xmlns:a16="http://schemas.microsoft.com/office/drawing/2014/main" id="{A9BBA6B9-6A5C-46C1-9340-8790328E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9" name="object-58-s1-ux">
            <a:extLst xmlns:a="http://schemas.openxmlformats.org/drawingml/2006/main">
              <a:ext uri="{FF2B5EF4-FFF2-40B4-BE49-F238E27FC236}">
                <a16:creationId xmlns:a16="http://schemas.microsoft.com/office/drawing/2014/main" id="{7522553C-CCEC-4561-8317-ED76616F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30" name="object-59-s1-ux">
            <a:extLst xmlns:a="http://schemas.openxmlformats.org/drawingml/2006/main">
              <a:ext uri="{FF2B5EF4-FFF2-40B4-BE49-F238E27FC236}">
                <a16:creationId xmlns:a16="http://schemas.microsoft.com/office/drawing/2014/main" id="{088D22AF-35A5-4750-AE69-52EBCCAD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object-60-s1-ux">
            <a:extLst xmlns:a="http://schemas.openxmlformats.org/drawingml/2006/main">
              <a:ext uri="{FF2B5EF4-FFF2-40B4-BE49-F238E27FC236}">
                <a16:creationId xmlns:a16="http://schemas.microsoft.com/office/drawing/2014/main" id="{CB50D37E-0449-4B7F-840D-48A99964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0825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object-61-s1-ux">
            <a:extLst xmlns:a="http://schemas.openxmlformats.org/drawingml/2006/main">
              <a:ext uri="{FF2B5EF4-FFF2-40B4-BE49-F238E27FC236}">
                <a16:creationId xmlns:a16="http://schemas.microsoft.com/office/drawing/2014/main" id="{4824FDFC-39E2-4F93-B839-A924CE0F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3" name="object-62-s1-ux">
            <a:extLst xmlns:a="http://schemas.openxmlformats.org/drawingml/2006/main">
              <a:ext uri="{FF2B5EF4-FFF2-40B4-BE49-F238E27FC236}">
                <a16:creationId xmlns:a16="http://schemas.microsoft.com/office/drawing/2014/main" id="{D9162528-9618-4751-9EFE-09044123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4" name="object-63-s1-ux">
            <a:extLst xmlns:a="http://schemas.openxmlformats.org/drawingml/2006/main">
              <a:ext uri="{FF2B5EF4-FFF2-40B4-BE49-F238E27FC236}">
                <a16:creationId xmlns:a16="http://schemas.microsoft.com/office/drawing/2014/main" id="{9B161942-F18F-4CA4-B14A-5A465AE4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5" name="object-64-s1-ux">
            <a:extLst xmlns:a="http://schemas.openxmlformats.org/drawingml/2006/main">
              <a:ext uri="{FF2B5EF4-FFF2-40B4-BE49-F238E27FC236}">
                <a16:creationId xmlns:a16="http://schemas.microsoft.com/office/drawing/2014/main" id="{3065C0B6-0CA3-4351-8AEE-530F8511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6" name="object-65-s1-ux">
            <a:extLst xmlns:a="http://schemas.openxmlformats.org/drawingml/2006/main">
              <a:ext uri="{FF2B5EF4-FFF2-40B4-BE49-F238E27FC236}">
                <a16:creationId xmlns:a16="http://schemas.microsoft.com/office/drawing/2014/main" id="{C3FC28C2-A170-4FB2-8137-014568CA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7" name="object-66-s1-ux">
            <a:extLst xmlns:a="http://schemas.openxmlformats.org/drawingml/2006/main">
              <a:ext uri="{FF2B5EF4-FFF2-40B4-BE49-F238E27FC236}">
                <a16:creationId xmlns:a16="http://schemas.microsoft.com/office/drawing/2014/main" id="{5FA3459A-A657-4737-B411-DBD14D1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object-67-s1-ux">
            <a:extLst xmlns:a="http://schemas.openxmlformats.org/drawingml/2006/main">
              <a:ext uri="{FF2B5EF4-FFF2-40B4-BE49-F238E27FC236}">
                <a16:creationId xmlns:a16="http://schemas.microsoft.com/office/drawing/2014/main" id="{F5EB6BF6-BE6D-4F12-A1DB-4794FEB3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9" name="object-68-s1-ux">
            <a:extLst xmlns:a="http://schemas.openxmlformats.org/drawingml/2006/main">
              <a:ext uri="{FF2B5EF4-FFF2-40B4-BE49-F238E27FC236}">
                <a16:creationId xmlns:a16="http://schemas.microsoft.com/office/drawing/2014/main" id="{CF757477-1BFE-47DD-B543-FF39EEA3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0" name="object-69-s1-ux">
            <a:extLst xmlns:a="http://schemas.openxmlformats.org/drawingml/2006/main">
              <a:ext uri="{FF2B5EF4-FFF2-40B4-BE49-F238E27FC236}">
                <a16:creationId xmlns:a16="http://schemas.microsoft.com/office/drawing/2014/main" id="{ACB02749-6821-4528-BF12-22E7729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41" name="object-70-s1-ux">
            <a:extLst xmlns:a="http://schemas.openxmlformats.org/drawingml/2006/main">
              <a:ext uri="{FF2B5EF4-FFF2-40B4-BE49-F238E27FC236}">
                <a16:creationId xmlns:a16="http://schemas.microsoft.com/office/drawing/2014/main" id="{32A601B5-248E-4553-8FB3-17EE4745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9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2" name="object-71-s1-ux">
            <a:extLst xmlns:a="http://schemas.openxmlformats.org/drawingml/2006/main">
              <a:ext uri="{FF2B5EF4-FFF2-40B4-BE49-F238E27FC236}">
                <a16:creationId xmlns:a16="http://schemas.microsoft.com/office/drawing/2014/main" id="{CBEDC0F1-F8F2-4F7B-B89F-E3ACD4D5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3" name="object-72-s1-ux">
            <a:extLst xmlns:a="http://schemas.openxmlformats.org/drawingml/2006/main">
              <a:ext uri="{FF2B5EF4-FFF2-40B4-BE49-F238E27FC236}">
                <a16:creationId xmlns:a16="http://schemas.microsoft.com/office/drawing/2014/main" id="{6534C5C2-E980-47BC-9894-4023D4CF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4" name="object-73-s1-ux">
            <a:extLst xmlns:a="http://schemas.openxmlformats.org/drawingml/2006/main">
              <a:ext uri="{FF2B5EF4-FFF2-40B4-BE49-F238E27FC236}">
                <a16:creationId xmlns:a16="http://schemas.microsoft.com/office/drawing/2014/main" id="{70ED390B-308E-4C98-ACFB-6DE4C9D3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5" name="object-74-s1-ux">
            <a:extLst xmlns:a="http://schemas.openxmlformats.org/drawingml/2006/main">
              <a:ext uri="{FF2B5EF4-FFF2-40B4-BE49-F238E27FC236}">
                <a16:creationId xmlns:a16="http://schemas.microsoft.com/office/drawing/2014/main" id="{8E53EB54-91E7-41B6-9C3B-99D50E55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object-75-s1-ux">
            <a:extLst xmlns:a="http://schemas.openxmlformats.org/drawingml/2006/main">
              <a:ext uri="{FF2B5EF4-FFF2-40B4-BE49-F238E27FC236}">
                <a16:creationId xmlns:a16="http://schemas.microsoft.com/office/drawing/2014/main" id="{CB0963D7-A5C8-423D-B6E0-8EF8C306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object-76-s1-ux">
            <a:extLst xmlns:a="http://schemas.openxmlformats.org/drawingml/2006/main">
              <a:ext uri="{FF2B5EF4-FFF2-40B4-BE49-F238E27FC236}">
                <a16:creationId xmlns:a16="http://schemas.microsoft.com/office/drawing/2014/main" id="{F952FC0D-0767-4EF0-9F5E-6773B647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8" name="object-77-s1-ux">
            <a:extLst xmlns:a="http://schemas.openxmlformats.org/drawingml/2006/main">
              <a:ext uri="{FF2B5EF4-FFF2-40B4-BE49-F238E27FC236}">
                <a16:creationId xmlns:a16="http://schemas.microsoft.com/office/drawing/2014/main" id="{10EC206F-C7E0-4214-AE5B-96ED2CB1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object-78-s1-ux">
            <a:extLst xmlns:a="http://schemas.openxmlformats.org/drawingml/2006/main">
              <a:ext uri="{FF2B5EF4-FFF2-40B4-BE49-F238E27FC236}">
                <a16:creationId xmlns:a16="http://schemas.microsoft.com/office/drawing/2014/main" id="{594F4C12-3AE7-49C2-ACD3-E9ACD11E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object-79-s1-ux">
            <a:extLst xmlns:a="http://schemas.openxmlformats.org/drawingml/2006/main">
              <a:ext uri="{FF2B5EF4-FFF2-40B4-BE49-F238E27FC236}">
                <a16:creationId xmlns:a16="http://schemas.microsoft.com/office/drawing/2014/main" id="{A0538C94-19A6-4A4A-BC6C-8A36E7E1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51" name="object-80-s1-ux">
            <a:extLst xmlns:a="http://schemas.openxmlformats.org/drawingml/2006/main">
              <a:ext uri="{FF2B5EF4-FFF2-40B4-BE49-F238E27FC236}">
                <a16:creationId xmlns:a16="http://schemas.microsoft.com/office/drawing/2014/main" id="{755CF5F9-8180-4502-97C5-D147D2BF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object-81-s1-ux">
            <a:extLst xmlns:a="http://schemas.openxmlformats.org/drawingml/2006/main">
              <a:ext uri="{FF2B5EF4-FFF2-40B4-BE49-F238E27FC236}">
                <a16:creationId xmlns:a16="http://schemas.microsoft.com/office/drawing/2014/main" id="{A38B5C4F-652D-4F02-BAEB-776143CB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object-82-s1-ux">
            <a:extLst xmlns:a="http://schemas.openxmlformats.org/drawingml/2006/main">
              <a:ext uri="{FF2B5EF4-FFF2-40B4-BE49-F238E27FC236}">
                <a16:creationId xmlns:a16="http://schemas.microsoft.com/office/drawing/2014/main" id="{88A64B1A-8A41-4ED9-9F89-91378DEA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4" name="object-83-s1-ux">
            <a:extLst xmlns:a="http://schemas.openxmlformats.org/drawingml/2006/main">
              <a:ext uri="{FF2B5EF4-FFF2-40B4-BE49-F238E27FC236}">
                <a16:creationId xmlns:a16="http://schemas.microsoft.com/office/drawing/2014/main" id="{15DB9DE5-74EA-4690-A002-42179D2F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5" name="object-84-s1-ux">
            <a:extLst xmlns:a="http://schemas.openxmlformats.org/drawingml/2006/main">
              <a:ext uri="{FF2B5EF4-FFF2-40B4-BE49-F238E27FC236}">
                <a16:creationId xmlns:a16="http://schemas.microsoft.com/office/drawing/2014/main" id="{FDF18990-5920-4D60-9928-9327C831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6" name="object-85-s1-ux">
            <a:extLst xmlns:a="http://schemas.openxmlformats.org/drawingml/2006/main">
              <a:ext uri="{FF2B5EF4-FFF2-40B4-BE49-F238E27FC236}">
                <a16:creationId xmlns:a16="http://schemas.microsoft.com/office/drawing/2014/main" id="{55529B45-15F7-43A7-8BC1-A6D8CA0B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object-86-s1-ux">
            <a:extLst xmlns:a="http://schemas.openxmlformats.org/drawingml/2006/main">
              <a:ext uri="{FF2B5EF4-FFF2-40B4-BE49-F238E27FC236}">
                <a16:creationId xmlns:a16="http://schemas.microsoft.com/office/drawing/2014/main" id="{31E398D8-83D6-4594-9E4A-04A6F5E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202540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8" name="object-87-s1-ux">
            <a:extLst xmlns:a="http://schemas.openxmlformats.org/drawingml/2006/main">
              <a:ext uri="{FF2B5EF4-FFF2-40B4-BE49-F238E27FC236}">
                <a16:creationId xmlns:a16="http://schemas.microsoft.com/office/drawing/2014/main" id="{EBB56479-3FE2-456D-8E3A-B94FA9DF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873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9" name="object-88-s1-ux">
            <a:extLst xmlns:a="http://schemas.openxmlformats.org/drawingml/2006/main">
              <a:ext uri="{FF2B5EF4-FFF2-40B4-BE49-F238E27FC236}">
                <a16:creationId xmlns:a16="http://schemas.microsoft.com/office/drawing/2014/main" id="{5FA9847F-3B06-4D44-9304-41D0337D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0" name="object-89-s1-ux">
            <a:extLst xmlns:a="http://schemas.openxmlformats.org/drawingml/2006/main">
              <a:ext uri="{FF2B5EF4-FFF2-40B4-BE49-F238E27FC236}">
                <a16:creationId xmlns:a16="http://schemas.microsoft.com/office/drawing/2014/main" id="{F0C9C6D7-4A14-4FE8-9862-596E6164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1" name="object-90-s1-ux">
            <a:extLst xmlns:a="http://schemas.openxmlformats.org/drawingml/2006/main">
              <a:ext uri="{FF2B5EF4-FFF2-40B4-BE49-F238E27FC236}">
                <a16:creationId xmlns:a16="http://schemas.microsoft.com/office/drawing/2014/main" id="{3C0A370B-18D2-4ECD-9490-50AC585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2" name="object-91-s1-ux">
            <a:extLst xmlns:a="http://schemas.openxmlformats.org/drawingml/2006/main">
              <a:ext uri="{FF2B5EF4-FFF2-40B4-BE49-F238E27FC236}">
                <a16:creationId xmlns:a16="http://schemas.microsoft.com/office/drawing/2014/main" id="{EBA60E0A-BF5D-42CD-8CBA-A2AE328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object-92-s1-ux">
            <a:extLst xmlns:a="http://schemas.openxmlformats.org/drawingml/2006/main">
              <a:ext uri="{FF2B5EF4-FFF2-40B4-BE49-F238E27FC236}">
                <a16:creationId xmlns:a16="http://schemas.microsoft.com/office/drawing/2014/main" id="{E5DB0910-4DCA-4800-B1ED-3C9A19C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4" name="object-93-s1-ux">
            <a:extLst xmlns:a="http://schemas.openxmlformats.org/drawingml/2006/main">
              <a:ext uri="{FF2B5EF4-FFF2-40B4-BE49-F238E27FC236}">
                <a16:creationId xmlns:a16="http://schemas.microsoft.com/office/drawing/2014/main" id="{578591EE-D718-4826-9B7A-EB5B4D07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5" name="object-94-s1-ux">
            <a:extLst xmlns:a="http://schemas.openxmlformats.org/drawingml/2006/main">
              <a:ext uri="{FF2B5EF4-FFF2-40B4-BE49-F238E27FC236}">
                <a16:creationId xmlns:a16="http://schemas.microsoft.com/office/drawing/2014/main" id="{95D1809E-8A33-46F4-81C8-1A84D94D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6" name="object-95-s1-ux">
            <a:extLst xmlns:a="http://schemas.openxmlformats.org/drawingml/2006/main">
              <a:ext uri="{FF2B5EF4-FFF2-40B4-BE49-F238E27FC236}">
                <a16:creationId xmlns:a16="http://schemas.microsoft.com/office/drawing/2014/main" id="{3E203B59-74C5-424D-AF34-80FFE87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35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7" name="object-96-s1-ux">
            <a:extLst xmlns:a="http://schemas.openxmlformats.org/drawingml/2006/main">
              <a:ext uri="{FF2B5EF4-FFF2-40B4-BE49-F238E27FC236}">
                <a16:creationId xmlns:a16="http://schemas.microsoft.com/office/drawing/2014/main" id="{8596527A-4185-4BAD-9731-60FA1DF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97-s1-ux">
            <a:extLst xmlns:a="http://schemas.openxmlformats.org/drawingml/2006/main">
              <a:ext uri="{FF2B5EF4-FFF2-40B4-BE49-F238E27FC236}">
                <a16:creationId xmlns:a16="http://schemas.microsoft.com/office/drawing/2014/main" id="{052F29F1-A2DB-4C18-B0A4-62D8CFA1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9" name="object-98-s1-ux">
            <a:extLst xmlns:a="http://schemas.openxmlformats.org/drawingml/2006/main">
              <a:ext uri="{FF2B5EF4-FFF2-40B4-BE49-F238E27FC236}">
                <a16:creationId xmlns:a16="http://schemas.microsoft.com/office/drawing/2014/main" id="{0513A6BC-4A0B-4FA5-8AF7-9D7FBF57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0" name="object-99-s1-ux">
            <a:extLst xmlns:a="http://schemas.openxmlformats.org/drawingml/2006/main">
              <a:ext uri="{FF2B5EF4-FFF2-40B4-BE49-F238E27FC236}">
                <a16:creationId xmlns:a16="http://schemas.microsoft.com/office/drawing/2014/main" id="{185F5568-799D-450F-8104-9F0689E4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1" name="object-100-s1-ux">
            <a:extLst xmlns:a="http://schemas.openxmlformats.org/drawingml/2006/main">
              <a:ext uri="{FF2B5EF4-FFF2-40B4-BE49-F238E27FC236}">
                <a16:creationId xmlns:a16="http://schemas.microsoft.com/office/drawing/2014/main" id="{0EB20F3E-C179-496A-B94F-EB36070D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2" name="object-101-s1-ux">
            <a:extLst xmlns:a="http://schemas.openxmlformats.org/drawingml/2006/main">
              <a:ext uri="{FF2B5EF4-FFF2-40B4-BE49-F238E27FC236}">
                <a16:creationId xmlns:a16="http://schemas.microsoft.com/office/drawing/2014/main" id="{0D088E33-D07E-4EDB-BE7F-19C2403C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object-102-s1-ux">
            <a:extLst xmlns:a="http://schemas.openxmlformats.org/drawingml/2006/main">
              <a:ext uri="{FF2B5EF4-FFF2-40B4-BE49-F238E27FC236}">
                <a16:creationId xmlns:a16="http://schemas.microsoft.com/office/drawing/2014/main" id="{B35ABAB2-91BB-4B4A-84DD-89948ABC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4" name="object-103-s1-ux">
            <a:extLst xmlns:a="http://schemas.openxmlformats.org/drawingml/2006/main">
              <a:ext uri="{FF2B5EF4-FFF2-40B4-BE49-F238E27FC236}">
                <a16:creationId xmlns:a16="http://schemas.microsoft.com/office/drawing/2014/main" id="{4EEEF7F6-0209-4E6F-A4EB-9D86629C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object-104-s1-ux">
            <a:extLst xmlns:a="http://schemas.openxmlformats.org/drawingml/2006/main">
              <a:ext uri="{FF2B5EF4-FFF2-40B4-BE49-F238E27FC236}">
                <a16:creationId xmlns:a16="http://schemas.microsoft.com/office/drawing/2014/main" id="{C49CE136-FA66-45B4-BB01-F5262326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6" name="object-105-s1-ux">
            <a:extLst xmlns:a="http://schemas.openxmlformats.org/drawingml/2006/main">
              <a:ext uri="{FF2B5EF4-FFF2-40B4-BE49-F238E27FC236}">
                <a16:creationId xmlns:a16="http://schemas.microsoft.com/office/drawing/2014/main" id="{3CC8C0F5-DC97-4465-B143-B88CBD2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7" name="object-106-s1-ux">
            <a:extLst xmlns:a="http://schemas.openxmlformats.org/drawingml/2006/main">
              <a:ext uri="{FF2B5EF4-FFF2-40B4-BE49-F238E27FC236}">
                <a16:creationId xmlns:a16="http://schemas.microsoft.com/office/drawing/2014/main" id="{CAE296B5-5C30-4381-BA43-47685EA8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8" name="object-107-s1-ux">
            <a:extLst xmlns:a="http://schemas.openxmlformats.org/drawingml/2006/main">
              <a:ext uri="{FF2B5EF4-FFF2-40B4-BE49-F238E27FC236}">
                <a16:creationId xmlns:a16="http://schemas.microsoft.com/office/drawing/2014/main" id="{CD8A60A4-F629-44F4-AA5B-6B9EC6ED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9" name="object-108-s2-ux">
            <a:extLst xmlns:a="http://schemas.openxmlformats.org/drawingml/2006/main">
              <a:ext uri="{FF2B5EF4-FFF2-40B4-BE49-F238E27FC236}">
                <a16:creationId xmlns:a16="http://schemas.microsoft.com/office/drawing/2014/main" id="{0C48A927-EAAA-430F-8C16-413AC276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7509"/>
            <a:ext cx="198640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Derive and validate</a:t>
            </a:r>
          </a:p>
        </p:txBody>
      </p:sp>
      <p:sp>
        <p:nvSpPr>
          <p:cNvPr id="80" name="object-109-s2-ux">
            <a:extLst xmlns:a="http://schemas.openxmlformats.org/drawingml/2006/main">
              <a:ext uri="{FF2B5EF4-FFF2-40B4-BE49-F238E27FC236}">
                <a16:creationId xmlns:a16="http://schemas.microsoft.com/office/drawing/2014/main" id="{EC934571-F54A-4C2C-BCD9-81C8BF72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1" name="object-110-s2-ux">
            <a:extLst xmlns:a="http://schemas.openxmlformats.org/drawingml/2006/main">
              <a:ext uri="{FF2B5EF4-FFF2-40B4-BE49-F238E27FC236}">
                <a16:creationId xmlns:a16="http://schemas.microsoft.com/office/drawing/2014/main" id="{F81F5FFD-95FE-41B2-A660-A17E3FA4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2" name="object-111-s2-ux">
            <a:extLst xmlns:a="http://schemas.openxmlformats.org/drawingml/2006/main">
              <a:ext uri="{FF2B5EF4-FFF2-40B4-BE49-F238E27FC236}">
                <a16:creationId xmlns:a16="http://schemas.microsoft.com/office/drawing/2014/main" id="{14AF7C7D-3532-4960-B06B-5B1F2E36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054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3" name="object-112-s2-ux">
            <a:extLst xmlns:a="http://schemas.openxmlformats.org/drawingml/2006/main">
              <a:ext uri="{FF2B5EF4-FFF2-40B4-BE49-F238E27FC236}">
                <a16:creationId xmlns:a16="http://schemas.microsoft.com/office/drawing/2014/main" id="{A72F7E53-2697-4334-9DD8-5BE38619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906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4" name="object-113-s2-ux">
            <a:extLst xmlns:a="http://schemas.openxmlformats.org/drawingml/2006/main">
              <a:ext uri="{FF2B5EF4-FFF2-40B4-BE49-F238E27FC236}">
                <a16:creationId xmlns:a16="http://schemas.microsoft.com/office/drawing/2014/main" id="{F351BEEB-F8A6-41D0-8CC6-9F6ACDA5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42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5" name="object-114-s2-ux">
            <a:extLst xmlns:a="http://schemas.openxmlformats.org/drawingml/2006/main">
              <a:ext uri="{FF2B5EF4-FFF2-40B4-BE49-F238E27FC236}">
                <a16:creationId xmlns:a16="http://schemas.microsoft.com/office/drawing/2014/main" id="{83E8A0D1-6369-4809-B322-9750D141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46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6" name="object-115-s2-ux">
            <a:extLst xmlns:a="http://schemas.openxmlformats.org/drawingml/2006/main">
              <a:ext uri="{FF2B5EF4-FFF2-40B4-BE49-F238E27FC236}">
                <a16:creationId xmlns:a16="http://schemas.microsoft.com/office/drawing/2014/main" id="{2FCCBD81-9641-494E-9E86-0EF2D0BE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06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7" name="object-116-s2-ux">
            <a:extLst xmlns:a="http://schemas.openxmlformats.org/drawingml/2006/main">
              <a:ext uri="{FF2B5EF4-FFF2-40B4-BE49-F238E27FC236}">
                <a16:creationId xmlns:a16="http://schemas.microsoft.com/office/drawing/2014/main" id="{AD5CA16F-C83E-455A-A583-4D26D0A6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258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8" name="object-117-s2-ux">
            <a:extLst xmlns:a="http://schemas.openxmlformats.org/drawingml/2006/main">
              <a:ext uri="{FF2B5EF4-FFF2-40B4-BE49-F238E27FC236}">
                <a16:creationId xmlns:a16="http://schemas.microsoft.com/office/drawing/2014/main" id="{EA3F7656-73CD-4A80-A54E-DB7845C6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394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9" name="object-118-s2-ux">
            <a:extLst xmlns:a="http://schemas.openxmlformats.org/drawingml/2006/main">
              <a:ext uri="{FF2B5EF4-FFF2-40B4-BE49-F238E27FC236}">
                <a16:creationId xmlns:a16="http://schemas.microsoft.com/office/drawing/2014/main" id="{578CD303-3E00-4FB4-9EC3-76F24402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398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90" name="object-119-s2-ux">
            <a:extLst xmlns:a="http://schemas.openxmlformats.org/drawingml/2006/main">
              <a:ext uri="{FF2B5EF4-FFF2-40B4-BE49-F238E27FC236}">
                <a16:creationId xmlns:a16="http://schemas.microsoft.com/office/drawing/2014/main" id="{792669B2-EAD4-4945-A714-4C8EFDFF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038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91" name="object-119-s2-ux-arrow">
            <a:extLst xmlns:a="http://schemas.openxmlformats.org/drawingml/2006/main">
              <a:ext uri="{FF2B5EF4-FFF2-40B4-BE49-F238E27FC236}">
                <a16:creationId xmlns:a16="http://schemas.microsoft.com/office/drawing/2014/main" id="{E38C39B5-5469-4E42-BF74-FE9080D0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85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2" name="object-120-s2-ux">
            <a:extLst xmlns:a="http://schemas.openxmlformats.org/drawingml/2006/main">
              <a:ext uri="{FF2B5EF4-FFF2-40B4-BE49-F238E27FC236}">
                <a16:creationId xmlns:a16="http://schemas.microsoft.com/office/drawing/2014/main" id="{CC5D7843-DDD6-4BED-AE28-AB28B8EE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3" name="object-121-s2-ux">
            <a:extLst xmlns:a="http://schemas.openxmlformats.org/drawingml/2006/main">
              <a:ext uri="{FF2B5EF4-FFF2-40B4-BE49-F238E27FC236}">
                <a16:creationId xmlns:a16="http://schemas.microsoft.com/office/drawing/2014/main" id="{F8DCC486-B59D-4E1E-89F9-228E6487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4" name="object-122-s2-ux">
            <a:extLst xmlns:a="http://schemas.openxmlformats.org/drawingml/2006/main">
              <a:ext uri="{FF2B5EF4-FFF2-40B4-BE49-F238E27FC236}">
                <a16:creationId xmlns:a16="http://schemas.microsoft.com/office/drawing/2014/main" id="{35D26B52-1105-4A0C-BF6A-1E087F5E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5" name="object-123-s2-ux">
            <a:extLst xmlns:a="http://schemas.openxmlformats.org/drawingml/2006/main">
              <a:ext uri="{FF2B5EF4-FFF2-40B4-BE49-F238E27FC236}">
                <a16:creationId xmlns:a16="http://schemas.microsoft.com/office/drawing/2014/main" id="{58149DF4-95B6-484F-A396-45AAFE6D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6" name="object-124-s2-ux">
            <a:extLst xmlns:a="http://schemas.openxmlformats.org/drawingml/2006/main">
              <a:ext uri="{FF2B5EF4-FFF2-40B4-BE49-F238E27FC236}">
                <a16:creationId xmlns:a16="http://schemas.microsoft.com/office/drawing/2014/main" id="{D6DC1126-387C-4C4C-A97A-BB62FE6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681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7" name="object-125-s2-ux">
            <a:extLst xmlns:a="http://schemas.openxmlformats.org/drawingml/2006/main">
              <a:ext uri="{FF2B5EF4-FFF2-40B4-BE49-F238E27FC236}">
                <a16:creationId xmlns:a16="http://schemas.microsoft.com/office/drawing/2014/main" id="{E5B8A9C8-5A73-44B2-8D60-9905D61F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262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98" name="object-126-s2-ux">
            <a:extLst xmlns:a="http://schemas.openxmlformats.org/drawingml/2006/main">
              <a:ext uri="{FF2B5EF4-FFF2-40B4-BE49-F238E27FC236}">
                <a16:creationId xmlns:a16="http://schemas.microsoft.com/office/drawing/2014/main" id="{6390EBC9-0F58-4E2A-A1EE-AF4C6A05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033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9" name="object-127-s2-ux">
            <a:extLst xmlns:a="http://schemas.openxmlformats.org/drawingml/2006/main">
              <a:ext uri="{FF2B5EF4-FFF2-40B4-BE49-F238E27FC236}">
                <a16:creationId xmlns:a16="http://schemas.microsoft.com/office/drawing/2014/main" id="{3019C5C5-DEEC-41A6-B426-0CB65E4B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614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0" name="object-128-s2-ux">
            <a:extLst xmlns:a="http://schemas.openxmlformats.org/drawingml/2006/main">
              <a:ext uri="{FF2B5EF4-FFF2-40B4-BE49-F238E27FC236}">
                <a16:creationId xmlns:a16="http://schemas.microsoft.com/office/drawing/2014/main" id="{B1A8A5C2-ECC3-4085-B2A2-82B448C9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113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101" name="object-128-s2-ux-arrow">
            <a:extLst xmlns:a="http://schemas.openxmlformats.org/drawingml/2006/main">
              <a:ext uri="{FF2B5EF4-FFF2-40B4-BE49-F238E27FC236}">
                <a16:creationId xmlns:a16="http://schemas.microsoft.com/office/drawing/2014/main" id="{8027F11A-D1CB-4A56-89AD-260D2473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0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102" name="object-129-s2-ux">
            <a:extLst xmlns:a="http://schemas.openxmlformats.org/drawingml/2006/main">
              <a:ext uri="{FF2B5EF4-FFF2-40B4-BE49-F238E27FC236}">
                <a16:creationId xmlns:a16="http://schemas.microsoft.com/office/drawing/2014/main" id="{52DE836F-EE2C-4DB2-B030-5EE2E156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3" name="object-130-s2-ux">
            <a:extLst xmlns:a="http://schemas.openxmlformats.org/drawingml/2006/main">
              <a:ext uri="{FF2B5EF4-FFF2-40B4-BE49-F238E27FC236}">
                <a16:creationId xmlns:a16="http://schemas.microsoft.com/office/drawing/2014/main" id="{C9DD429F-8106-421B-821D-A251882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4" name="object-131-s2-ux">
            <a:extLst xmlns:a="http://schemas.openxmlformats.org/drawingml/2006/main">
              <a:ext uri="{FF2B5EF4-FFF2-40B4-BE49-F238E27FC236}">
                <a16:creationId xmlns:a16="http://schemas.microsoft.com/office/drawing/2014/main" id="{1EBA9093-8E15-4B61-9FA2-39C8DF7E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5" name="object-132-s2-ux">
            <a:extLst xmlns:a="http://schemas.openxmlformats.org/drawingml/2006/main">
              <a:ext uri="{FF2B5EF4-FFF2-40B4-BE49-F238E27FC236}">
                <a16:creationId xmlns:a16="http://schemas.microsoft.com/office/drawing/2014/main" id="{8D30F338-9541-4CD6-AB0A-771EFE10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6" name="object-133-s3-ux">
            <a:extLst xmlns:a="http://schemas.openxmlformats.org/drawingml/2006/main">
              <a:ext uri="{FF2B5EF4-FFF2-40B4-BE49-F238E27FC236}">
                <a16:creationId xmlns:a16="http://schemas.microsoft.com/office/drawing/2014/main" id="{E2B65F51-805E-4613-91C9-8D8B2CCF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134"/>
            <a:ext cx="1915864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Another candidate</a:t>
            </a:r>
          </a:p>
        </p:txBody>
      </p:sp>
      <p:sp>
        <p:nvSpPr>
          <p:cNvPr id="107" name="object-134-s3-ux">
            <a:extLst xmlns:a="http://schemas.openxmlformats.org/drawingml/2006/main">
              <a:ext uri="{FF2B5EF4-FFF2-40B4-BE49-F238E27FC236}">
                <a16:creationId xmlns:a16="http://schemas.microsoft.com/office/drawing/2014/main" id="{B9C718AD-C633-49C9-B34B-F6030874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16189"/>
            <a:ext cx="1810512" cy="95"/>
          </a:xfrm>
          <a:custGeom xmlns:a="http://schemas.openxmlformats.org/drawingml/2006/main">
            <a:pathLst>
              <a:path w="1810512" h="95">
                <a:moveTo>
                  <a:pt x="0" y="0"/>
                </a:moveTo>
                <a:lnTo>
                  <a:pt x="1810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8" name="object-135-s3-ux">
            <a:extLst xmlns:a="http://schemas.openxmlformats.org/drawingml/2006/main">
              <a:ext uri="{FF2B5EF4-FFF2-40B4-BE49-F238E27FC236}">
                <a16:creationId xmlns:a16="http://schemas.microsoft.com/office/drawing/2014/main" id="{E603D3CF-C2A4-4713-AC64-3B08948C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63661"/>
            <a:ext cx="1810512" cy="95"/>
          </a:xfrm>
          <a:custGeom xmlns:a="http://schemas.openxmlformats.org/drawingml/2006/main">
            <a:pathLst>
              <a:path w="1810512" h="95">
                <a:moveTo>
                  <a:pt x="0" y="0"/>
                </a:moveTo>
                <a:lnTo>
                  <a:pt x="1810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9" name="object-136-s3-ux">
            <a:extLst xmlns:a="http://schemas.openxmlformats.org/drawingml/2006/main">
              <a:ext uri="{FF2B5EF4-FFF2-40B4-BE49-F238E27FC236}">
                <a16:creationId xmlns:a16="http://schemas.microsoft.com/office/drawing/2014/main" id="{3A7210D2-EFA5-494F-9EE2-CEA9CBAF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054" y="451618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0" name="object-137-s3-ux">
            <a:extLst xmlns:a="http://schemas.openxmlformats.org/drawingml/2006/main">
              <a:ext uri="{FF2B5EF4-FFF2-40B4-BE49-F238E27FC236}">
                <a16:creationId xmlns:a16="http://schemas.microsoft.com/office/drawing/2014/main" id="{F13CCF11-86A2-4BD2-BB60-275DBD18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906" y="447504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111" name="object-138-s3-ux">
            <a:extLst xmlns:a="http://schemas.openxmlformats.org/drawingml/2006/main">
              <a:ext uri="{FF2B5EF4-FFF2-40B4-BE49-F238E27FC236}">
                <a16:creationId xmlns:a16="http://schemas.microsoft.com/office/drawing/2014/main" id="{72E89166-C555-4478-B567-979E777D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42" y="476764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2" name="object-139-s3-ux">
            <a:extLst xmlns:a="http://schemas.openxmlformats.org/drawingml/2006/main">
              <a:ext uri="{FF2B5EF4-FFF2-40B4-BE49-F238E27FC236}">
                <a16:creationId xmlns:a16="http://schemas.microsoft.com/office/drawing/2014/main" id="{24EECA1E-4ADE-4832-9C1E-0877FECC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46" y="479965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3" name="object-140-s3-ux">
            <a:extLst xmlns:a="http://schemas.openxmlformats.org/drawingml/2006/main">
              <a:ext uri="{FF2B5EF4-FFF2-40B4-BE49-F238E27FC236}">
                <a16:creationId xmlns:a16="http://schemas.microsoft.com/office/drawing/2014/main" id="{8005337C-20A4-4397-BF91-CEBE8A70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958" y="472650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114" name="object-141-s3-ux">
            <a:extLst xmlns:a="http://schemas.openxmlformats.org/drawingml/2006/main">
              <a:ext uri="{FF2B5EF4-FFF2-40B4-BE49-F238E27FC236}">
                <a16:creationId xmlns:a16="http://schemas.microsoft.com/office/drawing/2014/main" id="{5F8E9DE9-37C6-4BBE-8AC8-DAA14EC0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39" y="476010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5" name="object-142-s3-ux">
            <a:extLst xmlns:a="http://schemas.openxmlformats.org/drawingml/2006/main">
              <a:ext uri="{FF2B5EF4-FFF2-40B4-BE49-F238E27FC236}">
                <a16:creationId xmlns:a16="http://schemas.microsoft.com/office/drawing/2014/main" id="{B0A64154-4222-4EC6-8E69-380679EA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472650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116" name="object-143-s3-ux">
            <a:extLst xmlns:a="http://schemas.openxmlformats.org/drawingml/2006/main">
              <a:ext uri="{FF2B5EF4-FFF2-40B4-BE49-F238E27FC236}">
                <a16:creationId xmlns:a16="http://schemas.microsoft.com/office/drawing/2014/main" id="{4DA101AA-8005-469C-84F3-4C864481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891" y="476010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7" name="object-144-s3-ux">
            <a:extLst xmlns:a="http://schemas.openxmlformats.org/drawingml/2006/main">
              <a:ext uri="{FF2B5EF4-FFF2-40B4-BE49-F238E27FC236}">
                <a16:creationId xmlns:a16="http://schemas.microsoft.com/office/drawing/2014/main" id="{61D7565F-3C07-44AF-BFD5-02A4A588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468992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118" name="object-144-s3-ux-arrow">
            <a:extLst xmlns:a="http://schemas.openxmlformats.org/drawingml/2006/main">
              <a:ext uri="{FF2B5EF4-FFF2-40B4-BE49-F238E27FC236}">
                <a16:creationId xmlns:a16="http://schemas.microsoft.com/office/drawing/2014/main" id="{322BEFE1-D2DE-49A4-9B05-9BE4921A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037" y="463277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119" name="object-145-s3-ux">
            <a:extLst xmlns:a="http://schemas.openxmlformats.org/drawingml/2006/main">
              <a:ext uri="{FF2B5EF4-FFF2-40B4-BE49-F238E27FC236}">
                <a16:creationId xmlns:a16="http://schemas.microsoft.com/office/drawing/2014/main" id="{B6FB3A1C-668D-4FCB-97B8-7E4BFE1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878" y="4516189"/>
            <a:ext cx="749808" cy="95"/>
          </a:xfrm>
          <a:custGeom xmlns:a="http://schemas.openxmlformats.org/drawingml/2006/main">
            <a:pathLst>
              <a:path w="749808" h="95">
                <a:moveTo>
                  <a:pt x="0" y="0"/>
                </a:moveTo>
                <a:lnTo>
                  <a:pt x="7498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20" name="object-146-s3-ux">
            <a:extLst xmlns:a="http://schemas.openxmlformats.org/drawingml/2006/main">
              <a:ext uri="{FF2B5EF4-FFF2-40B4-BE49-F238E27FC236}">
                <a16:creationId xmlns:a16="http://schemas.microsoft.com/office/drawing/2014/main" id="{BC5C820E-2883-4417-850C-9987CE6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878" y="4863661"/>
            <a:ext cx="749808" cy="95"/>
          </a:xfrm>
          <a:custGeom xmlns:a="http://schemas.openxmlformats.org/drawingml/2006/main">
            <a:pathLst>
              <a:path w="749808" h="95">
                <a:moveTo>
                  <a:pt x="0" y="0"/>
                </a:moveTo>
                <a:lnTo>
                  <a:pt x="7498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21" name="object-147-s3-ux">
            <a:extLst xmlns:a="http://schemas.openxmlformats.org/drawingml/2006/main">
              <a:ext uri="{FF2B5EF4-FFF2-40B4-BE49-F238E27FC236}">
                <a16:creationId xmlns:a16="http://schemas.microsoft.com/office/drawing/2014/main" id="{C832C896-2430-42D9-B46D-D7017542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82" y="451618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2" name="object-148-s3-ux">
            <a:extLst xmlns:a="http://schemas.openxmlformats.org/drawingml/2006/main">
              <a:ext uri="{FF2B5EF4-FFF2-40B4-BE49-F238E27FC236}">
                <a16:creationId xmlns:a16="http://schemas.microsoft.com/office/drawing/2014/main" id="{912D868C-B5A5-4684-B4E2-7C069A9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634" y="447504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123" name="object-149-s3-ux">
            <a:extLst xmlns:a="http://schemas.openxmlformats.org/drawingml/2006/main">
              <a:ext uri="{FF2B5EF4-FFF2-40B4-BE49-F238E27FC236}">
                <a16:creationId xmlns:a16="http://schemas.microsoft.com/office/drawing/2014/main" id="{C20544DB-CA4A-49F6-8D63-8872C795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770" y="476764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4" name="object-150-s3-ux">
            <a:extLst xmlns:a="http://schemas.openxmlformats.org/drawingml/2006/main">
              <a:ext uri="{FF2B5EF4-FFF2-40B4-BE49-F238E27FC236}">
                <a16:creationId xmlns:a16="http://schemas.microsoft.com/office/drawing/2014/main" id="{710B14B6-83EF-4CBA-9EC0-F994A131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774" y="479965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5" name="object-151-s4-ux">
            <a:extLst xmlns:a="http://schemas.openxmlformats.org/drawingml/2006/main">
              <a:ext uri="{FF2B5EF4-FFF2-40B4-BE49-F238E27FC236}">
                <a16:creationId xmlns:a16="http://schemas.microsoft.com/office/drawing/2014/main" id="{AE8C5F57-60B8-4EF0-921F-F3E0A639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87639"/>
            <a:ext cx="942975" cy="371475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D66A3E"/>
            </a:solidFill>
            <a:prstDash val="solid"/>
          </a:ln>
        </p:spPr>
      </p:sp>
      <p:sp>
        <p:nvSpPr>
          <p:cNvPr id="126" name="object-152-s4-ux">
            <a:extLst xmlns:a="http://schemas.openxmlformats.org/drawingml/2006/main">
              <a:ext uri="{FF2B5EF4-FFF2-40B4-BE49-F238E27FC236}">
                <a16:creationId xmlns:a16="http://schemas.microsoft.com/office/drawing/2014/main" id="{0D084C47-C505-41CD-A013-6266B819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918" y="4466659"/>
            <a:ext cx="33260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Already follows from X cancellation</a:t>
            </a:r>
          </a:p>
        </p:txBody>
      </p:sp>
      <p:sp>
        <p:nvSpPr>
          <p:cNvPr id="127" name="object-153-s4-ux">
            <a:extLst xmlns:a="http://schemas.openxmlformats.org/drawingml/2006/main">
              <a:ext uri="{FF2B5EF4-FFF2-40B4-BE49-F238E27FC236}">
                <a16:creationId xmlns:a16="http://schemas.microsoft.com/office/drawing/2014/main" id="{265AA00C-AD41-42D9-9609-2EBEE0F9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38134"/>
            <a:ext cx="3325564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Derivable: discard this extra rule</a:t>
            </a:r>
          </a:p>
        </p:txBody>
      </p:sp>
      <p:sp>
        <p:nvSpPr>
          <p:cNvPr id="128" name="object-155-s0-ux">
            <a:extLst xmlns:a="http://schemas.openxmlformats.org/drawingml/2006/main">
              <a:ext uri="{FF2B5EF4-FFF2-40B4-BE49-F238E27FC236}">
                <a16:creationId xmlns:a16="http://schemas.microsoft.com/office/drawing/2014/main" id="{8C31B358-3817-4BD4-AC23-05BC757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1863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PIF groups candidates. Equality saturation checks derivability. SMT validates each retained concrete rule.</a:t>
            </a:r>
          </a:p>
        </p:txBody>
      </p:sp>
      <p:sp>
        <p:nvSpPr>
          <p:cNvPr id="129" name="object-156-s0-ux">
            <a:extLst xmlns:a="http://schemas.openxmlformats.org/drawingml/2006/main">
              <a:ext uri="{FF2B5EF4-FFF2-40B4-BE49-F238E27FC236}">
                <a16:creationId xmlns:a16="http://schemas.microsoft.com/office/drawing/2014/main" id="{09B8146D-EB56-4289-840C-848FDF39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130" name="object-157-s0-ux">
            <a:extLst xmlns:a="http://schemas.openxmlformats.org/drawingml/2006/main">
              <a:ext uri="{FF2B5EF4-FFF2-40B4-BE49-F238E27FC236}">
                <a16:creationId xmlns:a16="http://schemas.microsoft.com/office/drawing/2014/main" id="{7504AAA7-41AC-4204-8E6F-C7DACE6A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131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2D6C271E-B039-4496-BD07-18AC9429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5 / 6</a:t>
            </a:r>
          </a:p>
        </p:txBody>
      </p:sp>
    </p:spTree>
    <p:extLst>
      <p:ext uri="{BB962C8B-B14F-4D97-AF65-F5344CB8AC3E}">
        <p14:creationId xmlns:p14="http://schemas.microsoft.com/office/powerpoint/2010/main" val="1874160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top-accent">
            <a:extLst xmlns:a="http://schemas.openxmlformats.org/drawingml/2006/main">
              <a:ext uri="{FF2B5EF4-FFF2-40B4-BE49-F238E27FC236}">
                <a16:creationId xmlns:a16="http://schemas.microsoft.com/office/drawing/2014/main" id="{3919E3B8-2144-4648-A6C9-8684C058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90E52AA6-BFD7-40B4-8D6E-A784DF4A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9649152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synthesis learns rules and filters redundancy</a:t>
            </a:r>
          </a:p>
        </p:txBody>
      </p:sp>
      <p:sp>
        <p:nvSpPr>
          <p:cNvPr id="3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C6132AA4-45D3-4F9D-9551-A77BC8D5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4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0367622F-5789-487B-A925-2A7536CC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15" y="1244352"/>
            <a:ext cx="1585020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Identity class</a:t>
            </a:r>
          </a:p>
        </p:txBody>
      </p:sp>
      <p:sp>
        <p:nvSpPr>
          <p:cNvPr id="5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FB0A4A2C-8EA0-43FB-98DA-075C9B40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6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B20F550E-E917-4FEE-924B-ECCF3352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207" y="1244352"/>
            <a:ext cx="105578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 class</a:t>
            </a:r>
          </a:p>
        </p:txBody>
      </p:sp>
      <p:sp>
        <p:nvSpPr>
          <p:cNvPr id="7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DE9FA5CB-CD4C-4B14-AA21-7AAD11F9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91964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dash"/>
          </a:ln>
        </p:spPr>
      </p:sp>
      <p:sp>
        <p:nvSpPr>
          <p:cNvPr id="8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095726D5-99EE-4821-B7B3-41FCBED3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884" y="1244352"/>
            <a:ext cx="10691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class</a:t>
            </a:r>
          </a:p>
        </p:txBody>
      </p:sp>
      <p:sp>
        <p:nvSpPr>
          <p:cNvPr id="9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7E449181-BDDD-4F67-9D66-69B6988F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76346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0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664AF197-189F-43B6-9B94-870A9F4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25414"/>
            <a:ext cx="838200" cy="95"/>
          </a:xfrm>
          <a:custGeom xmlns:a="http://schemas.openxmlformats.org/drawingml/2006/main">
            <a:pathLst>
              <a:path w="838200" h="9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11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E60536D8-6838-44CF-A99C-3F63048B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8258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2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FC5F295E-81DF-480E-9D5D-8D2C4AFB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44539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3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5CCED111-03C8-4601-9033-5940B6A0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4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4EDC49FC-1ECC-40A8-9D4F-59113BAB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7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5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75D56565-56EE-4782-B7D3-9F5CAC73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6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DFCE1934-58A9-4590-A1C2-6A8C530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25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7" name="object-46-s1-ux">
            <a:extLst xmlns:a="http://schemas.openxmlformats.org/drawingml/2006/main">
              <a:ext uri="{FF2B5EF4-FFF2-40B4-BE49-F238E27FC236}">
                <a16:creationId xmlns:a16="http://schemas.microsoft.com/office/drawing/2014/main" id="{0128D269-7215-4282-B42A-7F485F72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171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8" name="object-47-s1-ux">
            <a:extLst xmlns:a="http://schemas.openxmlformats.org/drawingml/2006/main">
              <a:ext uri="{FF2B5EF4-FFF2-40B4-BE49-F238E27FC236}">
                <a16:creationId xmlns:a16="http://schemas.microsoft.com/office/drawing/2014/main" id="{0A5C6808-78EA-4CF6-B1CB-625830F1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3664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9" name="object-48-s1-ux">
            <a:extLst xmlns:a="http://schemas.openxmlformats.org/drawingml/2006/main">
              <a:ext uri="{FF2B5EF4-FFF2-40B4-BE49-F238E27FC236}">
                <a16:creationId xmlns:a16="http://schemas.microsoft.com/office/drawing/2014/main" id="{ADB24632-8165-4880-9C79-646F39B4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0" name="object-49-s1-ux">
            <a:extLst xmlns:a="http://schemas.openxmlformats.org/drawingml/2006/main">
              <a:ext uri="{FF2B5EF4-FFF2-40B4-BE49-F238E27FC236}">
                <a16:creationId xmlns:a16="http://schemas.microsoft.com/office/drawing/2014/main" id="{BD7BA0BF-A3DD-4FEE-A260-B1D6A0C1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bject-50-s1-ux">
            <a:extLst xmlns:a="http://schemas.openxmlformats.org/drawingml/2006/main">
              <a:ext uri="{FF2B5EF4-FFF2-40B4-BE49-F238E27FC236}">
                <a16:creationId xmlns:a16="http://schemas.microsoft.com/office/drawing/2014/main" id="{C13D49BE-4A03-48B3-80F3-475EE08B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2" name="object-51-s1-ux">
            <a:extLst xmlns:a="http://schemas.openxmlformats.org/drawingml/2006/main">
              <a:ext uri="{FF2B5EF4-FFF2-40B4-BE49-F238E27FC236}">
                <a16:creationId xmlns:a16="http://schemas.microsoft.com/office/drawing/2014/main" id="{F162F395-5CB1-484E-B978-AB699F4D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3" name="object-52-s1-ux">
            <a:extLst xmlns:a="http://schemas.openxmlformats.org/drawingml/2006/main">
              <a:ext uri="{FF2B5EF4-FFF2-40B4-BE49-F238E27FC236}">
                <a16:creationId xmlns:a16="http://schemas.microsoft.com/office/drawing/2014/main" id="{0B92669B-97B5-4745-B6D1-2C9E5E7D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4" name="object-53-s1-ux">
            <a:extLst xmlns:a="http://schemas.openxmlformats.org/drawingml/2006/main">
              <a:ext uri="{FF2B5EF4-FFF2-40B4-BE49-F238E27FC236}">
                <a16:creationId xmlns:a16="http://schemas.microsoft.com/office/drawing/2014/main" id="{568304F1-FEF5-4352-A0DF-CA758384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object-54-s1-ux">
            <a:extLst xmlns:a="http://schemas.openxmlformats.org/drawingml/2006/main">
              <a:ext uri="{FF2B5EF4-FFF2-40B4-BE49-F238E27FC236}">
                <a16:creationId xmlns:a16="http://schemas.microsoft.com/office/drawing/2014/main" id="{B8466515-7E02-431B-A1F5-13E770C8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838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6" name="object-55-s1-ux">
            <a:extLst xmlns:a="http://schemas.openxmlformats.org/drawingml/2006/main">
              <a:ext uri="{FF2B5EF4-FFF2-40B4-BE49-F238E27FC236}">
                <a16:creationId xmlns:a16="http://schemas.microsoft.com/office/drawing/2014/main" id="{11E87F57-6C8B-491E-974E-B16997F4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27" name="object-56-s1-ux">
            <a:extLst xmlns:a="http://schemas.openxmlformats.org/drawingml/2006/main">
              <a:ext uri="{FF2B5EF4-FFF2-40B4-BE49-F238E27FC236}">
                <a16:creationId xmlns:a16="http://schemas.microsoft.com/office/drawing/2014/main" id="{D82BA88B-4C98-4324-8E1F-FD282214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8" name="object-57-s1-ux">
            <a:extLst xmlns:a="http://schemas.openxmlformats.org/drawingml/2006/main">
              <a:ext uri="{FF2B5EF4-FFF2-40B4-BE49-F238E27FC236}">
                <a16:creationId xmlns:a16="http://schemas.microsoft.com/office/drawing/2014/main" id="{912CC860-AD32-4D1F-BBE7-F87B53CB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9" name="object-58-s1-ux">
            <a:extLst xmlns:a="http://schemas.openxmlformats.org/drawingml/2006/main">
              <a:ext uri="{FF2B5EF4-FFF2-40B4-BE49-F238E27FC236}">
                <a16:creationId xmlns:a16="http://schemas.microsoft.com/office/drawing/2014/main" id="{D23ED7E7-7E46-4697-A021-D00E4DEA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30" name="object-59-s1-ux">
            <a:extLst xmlns:a="http://schemas.openxmlformats.org/drawingml/2006/main">
              <a:ext uri="{FF2B5EF4-FFF2-40B4-BE49-F238E27FC236}">
                <a16:creationId xmlns:a16="http://schemas.microsoft.com/office/drawing/2014/main" id="{0F5C6AA3-6DEC-493E-911D-DA670025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object-60-s1-ux">
            <a:extLst xmlns:a="http://schemas.openxmlformats.org/drawingml/2006/main">
              <a:ext uri="{FF2B5EF4-FFF2-40B4-BE49-F238E27FC236}">
                <a16:creationId xmlns:a16="http://schemas.microsoft.com/office/drawing/2014/main" id="{DF230E96-0A8F-49E9-935A-563BFB92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0825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object-61-s1-ux">
            <a:extLst xmlns:a="http://schemas.openxmlformats.org/drawingml/2006/main">
              <a:ext uri="{FF2B5EF4-FFF2-40B4-BE49-F238E27FC236}">
                <a16:creationId xmlns:a16="http://schemas.microsoft.com/office/drawing/2014/main" id="{25FA5E66-6191-4AF8-B14B-A23FE356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3" name="object-62-s1-ux">
            <a:extLst xmlns:a="http://schemas.openxmlformats.org/drawingml/2006/main">
              <a:ext uri="{FF2B5EF4-FFF2-40B4-BE49-F238E27FC236}">
                <a16:creationId xmlns:a16="http://schemas.microsoft.com/office/drawing/2014/main" id="{4B2C8D5F-066D-482E-8108-C52F1968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34" name="object-63-s1-ux">
            <a:extLst xmlns:a="http://schemas.openxmlformats.org/drawingml/2006/main">
              <a:ext uri="{FF2B5EF4-FFF2-40B4-BE49-F238E27FC236}">
                <a16:creationId xmlns:a16="http://schemas.microsoft.com/office/drawing/2014/main" id="{8D5C5888-7632-4F07-AE6B-981E6247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5" name="object-64-s1-ux">
            <a:extLst xmlns:a="http://schemas.openxmlformats.org/drawingml/2006/main">
              <a:ext uri="{FF2B5EF4-FFF2-40B4-BE49-F238E27FC236}">
                <a16:creationId xmlns:a16="http://schemas.microsoft.com/office/drawing/2014/main" id="{D123E779-B5E4-4668-8749-160F6F6D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0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6" name="object-65-s1-ux">
            <a:extLst xmlns:a="http://schemas.openxmlformats.org/drawingml/2006/main">
              <a:ext uri="{FF2B5EF4-FFF2-40B4-BE49-F238E27FC236}">
                <a16:creationId xmlns:a16="http://schemas.microsoft.com/office/drawing/2014/main" id="{DD619D6D-1C36-4D2A-9A44-B8268B7F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7" name="object-66-s1-ux">
            <a:extLst xmlns:a="http://schemas.openxmlformats.org/drawingml/2006/main">
              <a:ext uri="{FF2B5EF4-FFF2-40B4-BE49-F238E27FC236}">
                <a16:creationId xmlns:a16="http://schemas.microsoft.com/office/drawing/2014/main" id="{562DF812-4832-4933-BEE8-53D816A9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object-67-s1-ux">
            <a:extLst xmlns:a="http://schemas.openxmlformats.org/drawingml/2006/main">
              <a:ext uri="{FF2B5EF4-FFF2-40B4-BE49-F238E27FC236}">
                <a16:creationId xmlns:a16="http://schemas.microsoft.com/office/drawing/2014/main" id="{94AA74B7-6FE7-45A4-B9EB-A0E952D5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88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39" name="object-68-s1-ux">
            <a:extLst xmlns:a="http://schemas.openxmlformats.org/drawingml/2006/main">
              <a:ext uri="{FF2B5EF4-FFF2-40B4-BE49-F238E27FC236}">
                <a16:creationId xmlns:a16="http://schemas.microsoft.com/office/drawing/2014/main" id="{E32E49FE-2170-4557-9A20-92409964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0" name="object-69-s1-ux">
            <a:extLst xmlns:a="http://schemas.openxmlformats.org/drawingml/2006/main">
              <a:ext uri="{FF2B5EF4-FFF2-40B4-BE49-F238E27FC236}">
                <a16:creationId xmlns:a16="http://schemas.microsoft.com/office/drawing/2014/main" id="{8DDD6422-0D0B-4C7F-A819-DAA65DD5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41" name="object-70-s1-ux">
            <a:extLst xmlns:a="http://schemas.openxmlformats.org/drawingml/2006/main">
              <a:ext uri="{FF2B5EF4-FFF2-40B4-BE49-F238E27FC236}">
                <a16:creationId xmlns:a16="http://schemas.microsoft.com/office/drawing/2014/main" id="{489373D7-E1AF-4629-A47F-433A4188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961" y="2642622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2" name="object-71-s1-ux">
            <a:extLst xmlns:a="http://schemas.openxmlformats.org/drawingml/2006/main">
              <a:ext uri="{FF2B5EF4-FFF2-40B4-BE49-F238E27FC236}">
                <a16:creationId xmlns:a16="http://schemas.microsoft.com/office/drawing/2014/main" id="{F5427AAA-8B0E-4DE3-A1A6-71E5C750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3" name="object-72-s1-ux">
            <a:extLst xmlns:a="http://schemas.openxmlformats.org/drawingml/2006/main">
              <a:ext uri="{FF2B5EF4-FFF2-40B4-BE49-F238E27FC236}">
                <a16:creationId xmlns:a16="http://schemas.microsoft.com/office/drawing/2014/main" id="{8BA7B984-8597-4651-9419-19AC5E13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44" name="object-73-s1-ux">
            <a:extLst xmlns:a="http://schemas.openxmlformats.org/drawingml/2006/main">
              <a:ext uri="{FF2B5EF4-FFF2-40B4-BE49-F238E27FC236}">
                <a16:creationId xmlns:a16="http://schemas.microsoft.com/office/drawing/2014/main" id="{AE208F5D-EB22-4B60-8ABD-4935A83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5" name="object-74-s1-ux">
            <a:extLst xmlns:a="http://schemas.openxmlformats.org/drawingml/2006/main">
              <a:ext uri="{FF2B5EF4-FFF2-40B4-BE49-F238E27FC236}">
                <a16:creationId xmlns:a16="http://schemas.microsoft.com/office/drawing/2014/main" id="{716A962B-FA8B-448F-8AB6-E981ACC2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object-75-s1-ux">
            <a:extLst xmlns:a="http://schemas.openxmlformats.org/drawingml/2006/main">
              <a:ext uri="{FF2B5EF4-FFF2-40B4-BE49-F238E27FC236}">
                <a16:creationId xmlns:a16="http://schemas.microsoft.com/office/drawing/2014/main" id="{ADBAD392-084C-453D-9C37-6AD5DFB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object-76-s1-ux">
            <a:extLst xmlns:a="http://schemas.openxmlformats.org/drawingml/2006/main">
              <a:ext uri="{FF2B5EF4-FFF2-40B4-BE49-F238E27FC236}">
                <a16:creationId xmlns:a16="http://schemas.microsoft.com/office/drawing/2014/main" id="{3ABE963F-1A9C-4E9B-81A4-07C56340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48" name="object-77-s1-ux">
            <a:extLst xmlns:a="http://schemas.openxmlformats.org/drawingml/2006/main">
              <a:ext uri="{FF2B5EF4-FFF2-40B4-BE49-F238E27FC236}">
                <a16:creationId xmlns:a16="http://schemas.microsoft.com/office/drawing/2014/main" id="{4FE84D17-167C-4926-8B5E-E086C77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object-78-s1-ux">
            <a:extLst xmlns:a="http://schemas.openxmlformats.org/drawingml/2006/main">
              <a:ext uri="{FF2B5EF4-FFF2-40B4-BE49-F238E27FC236}">
                <a16:creationId xmlns:a16="http://schemas.microsoft.com/office/drawing/2014/main" id="{6048BBF4-5D21-4CD2-8519-7B14C013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object-79-s1-ux">
            <a:extLst xmlns:a="http://schemas.openxmlformats.org/drawingml/2006/main">
              <a:ext uri="{FF2B5EF4-FFF2-40B4-BE49-F238E27FC236}">
                <a16:creationId xmlns:a16="http://schemas.microsoft.com/office/drawing/2014/main" id="{3AD51F19-7276-4715-A136-D84515BF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51" name="object-80-s1-ux">
            <a:extLst xmlns:a="http://schemas.openxmlformats.org/drawingml/2006/main">
              <a:ext uri="{FF2B5EF4-FFF2-40B4-BE49-F238E27FC236}">
                <a16:creationId xmlns:a16="http://schemas.microsoft.com/office/drawing/2014/main" id="{483AD3E3-9894-4535-81EA-6814DAE6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object-81-s1-ux">
            <a:extLst xmlns:a="http://schemas.openxmlformats.org/drawingml/2006/main">
              <a:ext uri="{FF2B5EF4-FFF2-40B4-BE49-F238E27FC236}">
                <a16:creationId xmlns:a16="http://schemas.microsoft.com/office/drawing/2014/main" id="{94EE93CD-B68F-4F72-BD81-F3BF46CC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33208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object-82-s1-ux">
            <a:extLst xmlns:a="http://schemas.openxmlformats.org/drawingml/2006/main">
              <a:ext uri="{FF2B5EF4-FFF2-40B4-BE49-F238E27FC236}">
                <a16:creationId xmlns:a16="http://schemas.microsoft.com/office/drawing/2014/main" id="{5E7F8C23-1D73-48AF-ABFB-2E1D6989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634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4" name="object-83-s1-ux">
            <a:extLst xmlns:a="http://schemas.openxmlformats.org/drawingml/2006/main">
              <a:ext uri="{FF2B5EF4-FFF2-40B4-BE49-F238E27FC236}">
                <a16:creationId xmlns:a16="http://schemas.microsoft.com/office/drawing/2014/main" id="{1C1E5302-ED28-473E-84CE-09982622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254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5" name="object-84-s1-ux">
            <a:extLst xmlns:a="http://schemas.openxmlformats.org/drawingml/2006/main">
              <a:ext uri="{FF2B5EF4-FFF2-40B4-BE49-F238E27FC236}">
                <a16:creationId xmlns:a16="http://schemas.microsoft.com/office/drawing/2014/main" id="{1D5699A1-EA86-4DBD-99CA-26BF7057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346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6" name="object-85-s1-ux">
            <a:extLst xmlns:a="http://schemas.openxmlformats.org/drawingml/2006/main">
              <a:ext uri="{FF2B5EF4-FFF2-40B4-BE49-F238E27FC236}">
                <a16:creationId xmlns:a16="http://schemas.microsoft.com/office/drawing/2014/main" id="{47B4752C-8CA5-46C6-B66A-0A151D85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172060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object-86-s1-ux">
            <a:extLst xmlns:a="http://schemas.openxmlformats.org/drawingml/2006/main">
              <a:ext uri="{FF2B5EF4-FFF2-40B4-BE49-F238E27FC236}">
                <a16:creationId xmlns:a16="http://schemas.microsoft.com/office/drawing/2014/main" id="{6D1F2323-E970-4413-8001-F0A01E2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202540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8" name="object-87-s1-ux">
            <a:extLst xmlns:a="http://schemas.openxmlformats.org/drawingml/2006/main">
              <a:ext uri="{FF2B5EF4-FFF2-40B4-BE49-F238E27FC236}">
                <a16:creationId xmlns:a16="http://schemas.microsoft.com/office/drawing/2014/main" id="{9F8E7D4E-6575-4228-93FB-0E1BAB66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873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59" name="object-88-s1-ux">
            <a:extLst xmlns:a="http://schemas.openxmlformats.org/drawingml/2006/main">
              <a:ext uri="{FF2B5EF4-FFF2-40B4-BE49-F238E27FC236}">
                <a16:creationId xmlns:a16="http://schemas.microsoft.com/office/drawing/2014/main" id="{721D37C5-12BC-4EEC-A3D6-0FDED955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258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0" name="object-89-s1-ux">
            <a:extLst xmlns:a="http://schemas.openxmlformats.org/drawingml/2006/main">
              <a:ext uri="{FF2B5EF4-FFF2-40B4-BE49-F238E27FC236}">
                <a16:creationId xmlns:a16="http://schemas.microsoft.com/office/drawing/2014/main" id="{24299053-6CC5-473A-A503-4F95FDBA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4539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1" name="object-90-s1-ux">
            <a:extLst xmlns:a="http://schemas.openxmlformats.org/drawingml/2006/main">
              <a:ext uri="{FF2B5EF4-FFF2-40B4-BE49-F238E27FC236}">
                <a16:creationId xmlns:a16="http://schemas.microsoft.com/office/drawing/2014/main" id="{9BE74DCD-7B40-4A57-83E3-1E473EBA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2589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2" name="object-91-s1-ux">
            <a:extLst xmlns:a="http://schemas.openxmlformats.org/drawingml/2006/main">
              <a:ext uri="{FF2B5EF4-FFF2-40B4-BE49-F238E27FC236}">
                <a16:creationId xmlns:a16="http://schemas.microsoft.com/office/drawing/2014/main" id="{25F2DC41-22FE-4694-A847-3866A0BC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233972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object-92-s1-ux">
            <a:extLst xmlns:a="http://schemas.openxmlformats.org/drawingml/2006/main">
              <a:ext uri="{FF2B5EF4-FFF2-40B4-BE49-F238E27FC236}">
                <a16:creationId xmlns:a16="http://schemas.microsoft.com/office/drawing/2014/main" id="{CA4EC6CD-38E3-4D35-BF24-DE9EB92D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644527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4" name="object-93-s1-ux">
            <a:extLst xmlns:a="http://schemas.openxmlformats.org/drawingml/2006/main">
              <a:ext uri="{FF2B5EF4-FFF2-40B4-BE49-F238E27FC236}">
                <a16:creationId xmlns:a16="http://schemas.microsoft.com/office/drawing/2014/main" id="{0BA5E393-5173-40EA-8E55-6A8B7E7F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7864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65" name="object-94-s1-ux">
            <a:extLst xmlns:a="http://schemas.openxmlformats.org/drawingml/2006/main">
              <a:ext uri="{FF2B5EF4-FFF2-40B4-BE49-F238E27FC236}">
                <a16:creationId xmlns:a16="http://schemas.microsoft.com/office/drawing/2014/main" id="{9CFD514F-CFB7-4B10-9A04-61E4BD49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6" name="object-95-s1-ux">
            <a:extLst xmlns:a="http://schemas.openxmlformats.org/drawingml/2006/main">
              <a:ext uri="{FF2B5EF4-FFF2-40B4-BE49-F238E27FC236}">
                <a16:creationId xmlns:a16="http://schemas.microsoft.com/office/drawing/2014/main" id="{EC797431-8653-4497-AE81-D0053580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35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7" name="object-96-s1-ux">
            <a:extLst xmlns:a="http://schemas.openxmlformats.org/drawingml/2006/main">
              <a:ext uri="{FF2B5EF4-FFF2-40B4-BE49-F238E27FC236}">
                <a16:creationId xmlns:a16="http://schemas.microsoft.com/office/drawing/2014/main" id="{8A5DD8D8-0751-4EA4-BD83-074AF879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01664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97-s1-ux">
            <a:extLst xmlns:a="http://schemas.openxmlformats.org/drawingml/2006/main">
              <a:ext uri="{FF2B5EF4-FFF2-40B4-BE49-F238E27FC236}">
                <a16:creationId xmlns:a16="http://schemas.microsoft.com/office/drawing/2014/main" id="{AD44F78C-863D-47AB-8FC1-916398BE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2642622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9" name="object-98-s1-ux">
            <a:extLst xmlns:a="http://schemas.openxmlformats.org/drawingml/2006/main">
              <a:ext uri="{FF2B5EF4-FFF2-40B4-BE49-F238E27FC236}">
                <a16:creationId xmlns:a16="http://schemas.microsoft.com/office/drawing/2014/main" id="{57B4C845-9B68-4E0B-A30F-48778180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171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0" name="object-99-s1-ux">
            <a:extLst xmlns:a="http://schemas.openxmlformats.org/drawingml/2006/main">
              <a:ext uri="{FF2B5EF4-FFF2-40B4-BE49-F238E27FC236}">
                <a16:creationId xmlns:a16="http://schemas.microsoft.com/office/drawing/2014/main" id="{C4EAB8F6-3815-4F8B-B691-205D68D3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3664"/>
            <a:ext cx="1885950" cy="95"/>
          </a:xfrm>
          <a:custGeom xmlns:a="http://schemas.openxmlformats.org/drawingml/2006/main">
            <a:pathLst>
              <a:path w="1885950" h="9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71" name="object-100-s1-ux">
            <a:extLst xmlns:a="http://schemas.openxmlformats.org/drawingml/2006/main">
              <a:ext uri="{FF2B5EF4-FFF2-40B4-BE49-F238E27FC236}">
                <a16:creationId xmlns:a16="http://schemas.microsoft.com/office/drawing/2014/main" id="{8E326E64-8859-44CF-ADCD-F48FC1EA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2" name="object-101-s1-ux">
            <a:extLst xmlns:a="http://schemas.openxmlformats.org/drawingml/2006/main">
              <a:ext uri="{FF2B5EF4-FFF2-40B4-BE49-F238E27FC236}">
                <a16:creationId xmlns:a16="http://schemas.microsoft.com/office/drawing/2014/main" id="{5C222C84-2315-4BDB-89D4-54D9041F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object-102-s1-ux">
            <a:extLst xmlns:a="http://schemas.openxmlformats.org/drawingml/2006/main">
              <a:ext uri="{FF2B5EF4-FFF2-40B4-BE49-F238E27FC236}">
                <a16:creationId xmlns:a16="http://schemas.microsoft.com/office/drawing/2014/main" id="{20E22BD6-FFCF-46D7-896C-D1E55888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01714"/>
            <a:ext cx="95" cy="361950"/>
          </a:xfrm>
          <a:custGeom xmlns:a="http://schemas.openxmlformats.org/drawingml/2006/main">
            <a:pathLst>
              <a:path w="9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4" name="object-103-s1-ux">
            <a:extLst xmlns:a="http://schemas.openxmlformats.org/drawingml/2006/main">
              <a:ext uri="{FF2B5EF4-FFF2-40B4-BE49-F238E27FC236}">
                <a16:creationId xmlns:a16="http://schemas.microsoft.com/office/drawing/2014/main" id="{75998B6C-4181-465C-8C5F-09929FB4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2958852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object-104-s1-ux">
            <a:extLst xmlns:a="http://schemas.openxmlformats.org/drawingml/2006/main">
              <a:ext uri="{FF2B5EF4-FFF2-40B4-BE49-F238E27FC236}">
                <a16:creationId xmlns:a16="http://schemas.microsoft.com/office/drawing/2014/main" id="{461CA00A-42AF-4230-8F61-AC47EC0B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3" y="3263652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6" name="object-105-s1-ux">
            <a:extLst xmlns:a="http://schemas.openxmlformats.org/drawingml/2006/main">
              <a:ext uri="{FF2B5EF4-FFF2-40B4-BE49-F238E27FC236}">
                <a16:creationId xmlns:a16="http://schemas.microsoft.com/office/drawing/2014/main" id="{D5EE6095-7DF9-45D0-BF0A-401C7998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6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3813">
            <a:solidFill>
              <a:srgbClr val="D66A3E"/>
            </a:solidFill>
            <a:prstDash val="solid"/>
          </a:ln>
        </p:spPr>
      </p:sp>
      <p:sp>
        <p:nvSpPr>
          <p:cNvPr id="77" name="object-106-s1-ux">
            <a:extLst xmlns:a="http://schemas.openxmlformats.org/drawingml/2006/main">
              <a:ext uri="{FF2B5EF4-FFF2-40B4-BE49-F238E27FC236}">
                <a16:creationId xmlns:a16="http://schemas.microsoft.com/office/drawing/2014/main" id="{16B574C3-853C-471D-A6F7-83BF47FF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20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78" name="object-107-s1-ux">
            <a:extLst xmlns:a="http://schemas.openxmlformats.org/drawingml/2006/main">
              <a:ext uri="{FF2B5EF4-FFF2-40B4-BE49-F238E27FC236}">
                <a16:creationId xmlns:a16="http://schemas.microsoft.com/office/drawing/2014/main" id="{23EF70BB-8777-4CC4-B2CB-80CDA3E7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00" y="3261747"/>
            <a:ext cx="18424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9" name="object-108-s2-ux">
            <a:extLst xmlns:a="http://schemas.openxmlformats.org/drawingml/2006/main">
              <a:ext uri="{FF2B5EF4-FFF2-40B4-BE49-F238E27FC236}">
                <a16:creationId xmlns:a16="http://schemas.microsoft.com/office/drawing/2014/main" id="{CF802091-E206-4236-8F2D-ECD4FD38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7509"/>
            <a:ext cx="198640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Derive and validate</a:t>
            </a:r>
          </a:p>
        </p:txBody>
      </p:sp>
      <p:sp>
        <p:nvSpPr>
          <p:cNvPr id="80" name="object-109-s2-ux">
            <a:extLst xmlns:a="http://schemas.openxmlformats.org/drawingml/2006/main">
              <a:ext uri="{FF2B5EF4-FFF2-40B4-BE49-F238E27FC236}">
                <a16:creationId xmlns:a16="http://schemas.microsoft.com/office/drawing/2014/main" id="{ADA2373E-F308-413C-B057-9DF57D4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1" name="object-110-s2-ux">
            <a:extLst xmlns:a="http://schemas.openxmlformats.org/drawingml/2006/main">
              <a:ext uri="{FF2B5EF4-FFF2-40B4-BE49-F238E27FC236}">
                <a16:creationId xmlns:a16="http://schemas.microsoft.com/office/drawing/2014/main" id="{EC0D8EF8-61DD-4E20-835A-863A879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82" name="object-111-s2-ux">
            <a:extLst xmlns:a="http://schemas.openxmlformats.org/drawingml/2006/main">
              <a:ext uri="{FF2B5EF4-FFF2-40B4-BE49-F238E27FC236}">
                <a16:creationId xmlns:a16="http://schemas.microsoft.com/office/drawing/2014/main" id="{126BC611-3152-40D5-B1B8-FCCD15A9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054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3" name="object-112-s2-ux">
            <a:extLst xmlns:a="http://schemas.openxmlformats.org/drawingml/2006/main">
              <a:ext uri="{FF2B5EF4-FFF2-40B4-BE49-F238E27FC236}">
                <a16:creationId xmlns:a16="http://schemas.microsoft.com/office/drawing/2014/main" id="{4B209A8B-E5BB-40B7-ACF9-0E0E3B2A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906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4" name="object-113-s2-ux">
            <a:extLst xmlns:a="http://schemas.openxmlformats.org/drawingml/2006/main">
              <a:ext uri="{FF2B5EF4-FFF2-40B4-BE49-F238E27FC236}">
                <a16:creationId xmlns:a16="http://schemas.microsoft.com/office/drawing/2014/main" id="{B6A62DD6-BB98-492B-ABED-0FBB1452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42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5" name="object-114-s2-ux">
            <a:extLst xmlns:a="http://schemas.openxmlformats.org/drawingml/2006/main">
              <a:ext uri="{FF2B5EF4-FFF2-40B4-BE49-F238E27FC236}">
                <a16:creationId xmlns:a16="http://schemas.microsoft.com/office/drawing/2014/main" id="{98F29BBB-492C-42CC-AED6-227A3D5E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46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6" name="object-115-s2-ux">
            <a:extLst xmlns:a="http://schemas.openxmlformats.org/drawingml/2006/main">
              <a:ext uri="{FF2B5EF4-FFF2-40B4-BE49-F238E27FC236}">
                <a16:creationId xmlns:a16="http://schemas.microsoft.com/office/drawing/2014/main" id="{1C558A18-6DAA-4F3D-9EB2-26BACC41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06" y="369703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7" name="object-116-s2-ux">
            <a:extLst xmlns:a="http://schemas.openxmlformats.org/drawingml/2006/main">
              <a:ext uri="{FF2B5EF4-FFF2-40B4-BE49-F238E27FC236}">
                <a16:creationId xmlns:a16="http://schemas.microsoft.com/office/drawing/2014/main" id="{668DF393-E064-4119-93B1-41F8DD5E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258" y="365589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88" name="object-117-s2-ux">
            <a:extLst xmlns:a="http://schemas.openxmlformats.org/drawingml/2006/main">
              <a:ext uri="{FF2B5EF4-FFF2-40B4-BE49-F238E27FC236}">
                <a16:creationId xmlns:a16="http://schemas.microsoft.com/office/drawing/2014/main" id="{9DD71B62-6720-45A4-A020-DBB02C51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394" y="394849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89" name="object-118-s2-ux">
            <a:extLst xmlns:a="http://schemas.openxmlformats.org/drawingml/2006/main">
              <a:ext uri="{FF2B5EF4-FFF2-40B4-BE49-F238E27FC236}">
                <a16:creationId xmlns:a16="http://schemas.microsoft.com/office/drawing/2014/main" id="{ACAE97E9-4349-40A6-AB07-9404E210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398" y="398050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90" name="object-119-s2-ux">
            <a:extLst xmlns:a="http://schemas.openxmlformats.org/drawingml/2006/main">
              <a:ext uri="{FF2B5EF4-FFF2-40B4-BE49-F238E27FC236}">
                <a16:creationId xmlns:a16="http://schemas.microsoft.com/office/drawing/2014/main" id="{01100162-A4DE-4911-B6CB-E7BD499F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038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91" name="object-119-s2-ux-arrow">
            <a:extLst xmlns:a="http://schemas.openxmlformats.org/drawingml/2006/main">
              <a:ext uri="{FF2B5EF4-FFF2-40B4-BE49-F238E27FC236}">
                <a16:creationId xmlns:a16="http://schemas.microsoft.com/office/drawing/2014/main" id="{391B5542-5FE4-464D-AECD-49CE7C9D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85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92" name="object-120-s2-ux">
            <a:extLst xmlns:a="http://schemas.openxmlformats.org/drawingml/2006/main">
              <a:ext uri="{FF2B5EF4-FFF2-40B4-BE49-F238E27FC236}">
                <a16:creationId xmlns:a16="http://schemas.microsoft.com/office/drawing/2014/main" id="{CDBED27E-B994-4277-B444-91387D22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3" name="object-121-s2-ux">
            <a:extLst xmlns:a="http://schemas.openxmlformats.org/drawingml/2006/main">
              <a:ext uri="{FF2B5EF4-FFF2-40B4-BE49-F238E27FC236}">
                <a16:creationId xmlns:a16="http://schemas.microsoft.com/office/drawing/2014/main" id="{B86C9ED7-E148-415A-A617-564536C0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26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4" name="object-122-s2-ux">
            <a:extLst xmlns:a="http://schemas.openxmlformats.org/drawingml/2006/main">
              <a:ext uri="{FF2B5EF4-FFF2-40B4-BE49-F238E27FC236}">
                <a16:creationId xmlns:a16="http://schemas.microsoft.com/office/drawing/2014/main" id="{ECBC5157-1E9F-4F0B-BA4A-894A194B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697039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5" name="object-123-s2-ux">
            <a:extLst xmlns:a="http://schemas.openxmlformats.org/drawingml/2006/main">
              <a:ext uri="{FF2B5EF4-FFF2-40B4-BE49-F238E27FC236}">
                <a16:creationId xmlns:a16="http://schemas.microsoft.com/office/drawing/2014/main" id="{B5560CAC-DF49-4CFF-AAAA-723678B5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44511"/>
            <a:ext cx="1280160" cy="95"/>
          </a:xfrm>
          <a:custGeom xmlns:a="http://schemas.openxmlformats.org/drawingml/2006/main">
            <a:pathLst>
              <a:path w="1280160" h="95">
                <a:moveTo>
                  <a:pt x="0" y="0"/>
                </a:move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96" name="object-124-s2-ux">
            <a:extLst xmlns:a="http://schemas.openxmlformats.org/drawingml/2006/main">
              <a:ext uri="{FF2B5EF4-FFF2-40B4-BE49-F238E27FC236}">
                <a16:creationId xmlns:a16="http://schemas.microsoft.com/office/drawing/2014/main" id="{5C25C37C-24E4-4FB3-A0A5-4FA7E483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681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7" name="object-125-s2-ux">
            <a:extLst xmlns:a="http://schemas.openxmlformats.org/drawingml/2006/main">
              <a:ext uri="{FF2B5EF4-FFF2-40B4-BE49-F238E27FC236}">
                <a16:creationId xmlns:a16="http://schemas.microsoft.com/office/drawing/2014/main" id="{F84151E7-01A6-4BF1-A1DE-347E8AAB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262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98" name="object-126-s2-ux">
            <a:extLst xmlns:a="http://schemas.openxmlformats.org/drawingml/2006/main">
              <a:ext uri="{FF2B5EF4-FFF2-40B4-BE49-F238E27FC236}">
                <a16:creationId xmlns:a16="http://schemas.microsoft.com/office/drawing/2014/main" id="{1A07024F-BD8B-4596-88D4-F22D04C5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033" y="390735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99" name="object-127-s2-ux">
            <a:extLst xmlns:a="http://schemas.openxmlformats.org/drawingml/2006/main">
              <a:ext uri="{FF2B5EF4-FFF2-40B4-BE49-F238E27FC236}">
                <a16:creationId xmlns:a16="http://schemas.microsoft.com/office/drawing/2014/main" id="{D15F0EB4-65E2-4ED7-94CD-D3D3319F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614" y="394095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0" name="object-128-s2-ux">
            <a:extLst xmlns:a="http://schemas.openxmlformats.org/drawingml/2006/main">
              <a:ext uri="{FF2B5EF4-FFF2-40B4-BE49-F238E27FC236}">
                <a16:creationId xmlns:a16="http://schemas.microsoft.com/office/drawing/2014/main" id="{1E0B4366-F0F5-4064-9293-3789A99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113" y="387077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101" name="object-128-s2-ux-arrow">
            <a:extLst xmlns:a="http://schemas.openxmlformats.org/drawingml/2006/main">
              <a:ext uri="{FF2B5EF4-FFF2-40B4-BE49-F238E27FC236}">
                <a16:creationId xmlns:a16="http://schemas.microsoft.com/office/drawing/2014/main" id="{C0349ED1-CA7E-4685-BDA9-01CE9D11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0" y="381362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102" name="object-129-s2-ux">
            <a:extLst xmlns:a="http://schemas.openxmlformats.org/drawingml/2006/main">
              <a:ext uri="{FF2B5EF4-FFF2-40B4-BE49-F238E27FC236}">
                <a16:creationId xmlns:a16="http://schemas.microsoft.com/office/drawing/2014/main" id="{C45AC893-8EDC-43A4-8632-9BACA790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3697039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3" name="object-130-s2-ux">
            <a:extLst xmlns:a="http://schemas.openxmlformats.org/drawingml/2006/main">
              <a:ext uri="{FF2B5EF4-FFF2-40B4-BE49-F238E27FC236}">
                <a16:creationId xmlns:a16="http://schemas.microsoft.com/office/drawing/2014/main" id="{C652FD4F-4B23-4FF1-858D-C33D3E36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01" y="4044511"/>
            <a:ext cx="804672" cy="95"/>
          </a:xfrm>
          <a:custGeom xmlns:a="http://schemas.openxmlformats.org/drawingml/2006/main">
            <a:pathLst>
              <a:path w="804672" h="95">
                <a:moveTo>
                  <a:pt x="0" y="0"/>
                </a:moveTo>
                <a:lnTo>
                  <a:pt x="804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4" name="object-131-s2-ux">
            <a:extLst xmlns:a="http://schemas.openxmlformats.org/drawingml/2006/main">
              <a:ext uri="{FF2B5EF4-FFF2-40B4-BE49-F238E27FC236}">
                <a16:creationId xmlns:a16="http://schemas.microsoft.com/office/drawing/2014/main" id="{336AA9E8-175D-40DF-ACA0-7F8BD483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5" name="object-132-s2-ux">
            <a:extLst xmlns:a="http://schemas.openxmlformats.org/drawingml/2006/main">
              <a:ext uri="{FF2B5EF4-FFF2-40B4-BE49-F238E27FC236}">
                <a16:creationId xmlns:a16="http://schemas.microsoft.com/office/drawing/2014/main" id="{F1A74D6F-4BDE-4173-8FFB-DC1A40BA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32319"/>
            <a:ext cx="448121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06" name="object-133-s3-ux">
            <a:extLst xmlns:a="http://schemas.openxmlformats.org/drawingml/2006/main">
              <a:ext uri="{FF2B5EF4-FFF2-40B4-BE49-F238E27FC236}">
                <a16:creationId xmlns:a16="http://schemas.microsoft.com/office/drawing/2014/main" id="{84607E99-A80E-4840-9603-8F376967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134"/>
            <a:ext cx="1915864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Another candidate</a:t>
            </a:r>
          </a:p>
        </p:txBody>
      </p:sp>
      <p:sp>
        <p:nvSpPr>
          <p:cNvPr id="107" name="object-134-s3-ux">
            <a:extLst xmlns:a="http://schemas.openxmlformats.org/drawingml/2006/main">
              <a:ext uri="{FF2B5EF4-FFF2-40B4-BE49-F238E27FC236}">
                <a16:creationId xmlns:a16="http://schemas.microsoft.com/office/drawing/2014/main" id="{E268D23D-CAB3-489B-80F7-E80D1AD1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16189"/>
            <a:ext cx="1810512" cy="95"/>
          </a:xfrm>
          <a:custGeom xmlns:a="http://schemas.openxmlformats.org/drawingml/2006/main">
            <a:pathLst>
              <a:path w="1810512" h="95">
                <a:moveTo>
                  <a:pt x="0" y="0"/>
                </a:moveTo>
                <a:lnTo>
                  <a:pt x="1810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8" name="object-135-s3-ux">
            <a:extLst xmlns:a="http://schemas.openxmlformats.org/drawingml/2006/main">
              <a:ext uri="{FF2B5EF4-FFF2-40B4-BE49-F238E27FC236}">
                <a16:creationId xmlns:a16="http://schemas.microsoft.com/office/drawing/2014/main" id="{204FB902-6A4F-4CF5-AAD0-DFE95149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63661"/>
            <a:ext cx="1810512" cy="95"/>
          </a:xfrm>
          <a:custGeom xmlns:a="http://schemas.openxmlformats.org/drawingml/2006/main">
            <a:pathLst>
              <a:path w="1810512" h="95">
                <a:moveTo>
                  <a:pt x="0" y="0"/>
                </a:moveTo>
                <a:lnTo>
                  <a:pt x="18105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09" name="object-136-s3-ux">
            <a:extLst xmlns:a="http://schemas.openxmlformats.org/drawingml/2006/main">
              <a:ext uri="{FF2B5EF4-FFF2-40B4-BE49-F238E27FC236}">
                <a16:creationId xmlns:a16="http://schemas.microsoft.com/office/drawing/2014/main" id="{64CBE8DA-740D-4FC4-B7DE-B363326A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054" y="451618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0" name="object-137-s3-ux">
            <a:extLst xmlns:a="http://schemas.openxmlformats.org/drawingml/2006/main">
              <a:ext uri="{FF2B5EF4-FFF2-40B4-BE49-F238E27FC236}">
                <a16:creationId xmlns:a16="http://schemas.microsoft.com/office/drawing/2014/main" id="{2F87C8B8-0D78-49CC-8082-13C9E38A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906" y="447504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111" name="object-138-s3-ux">
            <a:extLst xmlns:a="http://schemas.openxmlformats.org/drawingml/2006/main">
              <a:ext uri="{FF2B5EF4-FFF2-40B4-BE49-F238E27FC236}">
                <a16:creationId xmlns:a16="http://schemas.microsoft.com/office/drawing/2014/main" id="{4FD5F917-68DE-4BE6-B218-7BC5084E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42" y="476764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2" name="object-139-s3-ux">
            <a:extLst xmlns:a="http://schemas.openxmlformats.org/drawingml/2006/main">
              <a:ext uri="{FF2B5EF4-FFF2-40B4-BE49-F238E27FC236}">
                <a16:creationId xmlns:a16="http://schemas.microsoft.com/office/drawing/2014/main" id="{6780265D-858C-4F09-A2C3-4E78AC54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046" y="479965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13" name="object-140-s3-ux">
            <a:extLst xmlns:a="http://schemas.openxmlformats.org/drawingml/2006/main">
              <a:ext uri="{FF2B5EF4-FFF2-40B4-BE49-F238E27FC236}">
                <a16:creationId xmlns:a16="http://schemas.microsoft.com/office/drawing/2014/main" id="{06B201E6-0122-4D7D-A3B0-3DBC4180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958" y="472650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114" name="object-141-s3-ux">
            <a:extLst xmlns:a="http://schemas.openxmlformats.org/drawingml/2006/main">
              <a:ext uri="{FF2B5EF4-FFF2-40B4-BE49-F238E27FC236}">
                <a16:creationId xmlns:a16="http://schemas.microsoft.com/office/drawing/2014/main" id="{AD5B4659-11A3-4E40-B8C1-5E9BBCBB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39" y="476010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5" name="object-142-s3-ux">
            <a:extLst xmlns:a="http://schemas.openxmlformats.org/drawingml/2006/main">
              <a:ext uri="{FF2B5EF4-FFF2-40B4-BE49-F238E27FC236}">
                <a16:creationId xmlns:a16="http://schemas.microsoft.com/office/drawing/2014/main" id="{1A240C44-67D5-4667-9248-632E1BC6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10" y="4726501"/>
            <a:ext cx="310896" cy="27432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8288">
            <a:solidFill>
              <a:srgbClr val="123039"/>
            </a:solidFill>
            <a:prstDash val="solid"/>
          </a:ln>
        </p:spPr>
      </p:sp>
      <p:sp>
        <p:nvSpPr>
          <p:cNvPr id="116" name="object-143-s3-ux">
            <a:extLst xmlns:a="http://schemas.openxmlformats.org/drawingml/2006/main">
              <a:ext uri="{FF2B5EF4-FFF2-40B4-BE49-F238E27FC236}">
                <a16:creationId xmlns:a16="http://schemas.microsoft.com/office/drawing/2014/main" id="{3110E0D9-9DDC-430E-9B02-F576C7EA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891" y="4760106"/>
            <a:ext cx="179933" cy="20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24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7" name="object-144-s3-ux">
            <a:extLst xmlns:a="http://schemas.openxmlformats.org/drawingml/2006/main">
              <a:ext uri="{FF2B5EF4-FFF2-40B4-BE49-F238E27FC236}">
                <a16:creationId xmlns:a16="http://schemas.microsoft.com/office/drawing/2014/main" id="{AB0532E4-189C-4CA8-802A-24BFB105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4689925"/>
            <a:ext cx="347472" cy="95"/>
          </a:xfrm>
          <a:custGeom xmlns:a="http://schemas.openxmlformats.org/drawingml/2006/main">
            <a:pathLst>
              <a:path w="347472" h="95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87E86"/>
            </a:solidFill>
            <a:prstDash val="solid"/>
          </a:ln>
        </p:spPr>
      </p:sp>
      <p:sp>
        <p:nvSpPr>
          <p:cNvPr id="118" name="object-144-s3-ux-arrow">
            <a:extLst xmlns:a="http://schemas.openxmlformats.org/drawingml/2006/main">
              <a:ext uri="{FF2B5EF4-FFF2-40B4-BE49-F238E27FC236}">
                <a16:creationId xmlns:a16="http://schemas.microsoft.com/office/drawing/2014/main" id="{7BE3F3D1-BD0A-4884-9DD5-82ACBC62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037" y="4632775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119" name="object-145-s3-ux">
            <a:extLst xmlns:a="http://schemas.openxmlformats.org/drawingml/2006/main">
              <a:ext uri="{FF2B5EF4-FFF2-40B4-BE49-F238E27FC236}">
                <a16:creationId xmlns:a16="http://schemas.microsoft.com/office/drawing/2014/main" id="{17B28A9F-4295-4FC4-BD06-C66C89F2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878" y="4516189"/>
            <a:ext cx="749808" cy="95"/>
          </a:xfrm>
          <a:custGeom xmlns:a="http://schemas.openxmlformats.org/drawingml/2006/main">
            <a:pathLst>
              <a:path w="749808" h="95">
                <a:moveTo>
                  <a:pt x="0" y="0"/>
                </a:moveTo>
                <a:lnTo>
                  <a:pt x="7498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20" name="object-146-s3-ux">
            <a:extLst xmlns:a="http://schemas.openxmlformats.org/drawingml/2006/main">
              <a:ext uri="{FF2B5EF4-FFF2-40B4-BE49-F238E27FC236}">
                <a16:creationId xmlns:a16="http://schemas.microsoft.com/office/drawing/2014/main" id="{F8CEC676-173F-4BF0-920F-FF42294F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878" y="4863661"/>
            <a:ext cx="749808" cy="95"/>
          </a:xfrm>
          <a:custGeom xmlns:a="http://schemas.openxmlformats.org/drawingml/2006/main">
            <a:pathLst>
              <a:path w="749808" h="95">
                <a:moveTo>
                  <a:pt x="0" y="0"/>
                </a:moveTo>
                <a:lnTo>
                  <a:pt x="7498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5E7275"/>
            </a:solidFill>
            <a:prstDash val="solid"/>
          </a:ln>
        </p:spPr>
      </p:sp>
      <p:sp>
        <p:nvSpPr>
          <p:cNvPr id="121" name="object-147-s3-ux">
            <a:extLst xmlns:a="http://schemas.openxmlformats.org/drawingml/2006/main">
              <a:ext uri="{FF2B5EF4-FFF2-40B4-BE49-F238E27FC236}">
                <a16:creationId xmlns:a16="http://schemas.microsoft.com/office/drawing/2014/main" id="{6D3D5B23-96E9-42BD-B490-1EBB2941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782" y="4516189"/>
            <a:ext cx="95" cy="347472"/>
          </a:xfrm>
          <a:custGeom xmlns:a="http://schemas.openxmlformats.org/drawingml/2006/main">
            <a:pathLst>
              <a:path w="95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2" name="object-148-s3-ux">
            <a:extLst xmlns:a="http://schemas.openxmlformats.org/drawingml/2006/main">
              <a:ext uri="{FF2B5EF4-FFF2-40B4-BE49-F238E27FC236}">
                <a16:creationId xmlns:a16="http://schemas.microsoft.com/office/drawing/2014/main" id="{0ACCF272-152B-47F3-BE28-0429C6D5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634" y="4475041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123" name="object-149-s3-ux">
            <a:extLst xmlns:a="http://schemas.openxmlformats.org/drawingml/2006/main">
              <a:ext uri="{FF2B5EF4-FFF2-40B4-BE49-F238E27FC236}">
                <a16:creationId xmlns:a16="http://schemas.microsoft.com/office/drawing/2014/main" id="{0C24975E-F75A-4F51-B5C8-562714EC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770" y="4767649"/>
            <a:ext cx="192024" cy="1920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4" name="object-150-s3-ux">
            <a:extLst xmlns:a="http://schemas.openxmlformats.org/drawingml/2006/main">
              <a:ext uri="{FF2B5EF4-FFF2-40B4-BE49-F238E27FC236}">
                <a16:creationId xmlns:a16="http://schemas.microsoft.com/office/drawing/2014/main" id="{2A58E7E9-E784-445D-A28B-02F1ACD8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774" y="4799653"/>
            <a:ext cx="128016" cy="128016"/>
          </a:xfrm>
          <a:custGeom xmlns:a="http://schemas.openxmlformats.org/drawingml/2006/main">
            <a:pathLst>
              <a:path w="128016" h="128016">
                <a:moveTo>
                  <a:pt x="0" y="64008"/>
                </a:moveTo>
                <a:lnTo>
                  <a:pt x="128016" y="64008"/>
                </a:lnTo>
              </a:path>
              <a:path w="128016" h="128016">
                <a:moveTo>
                  <a:pt x="64008" y="0"/>
                </a:moveTo>
                <a:lnTo>
                  <a:pt x="64008" y="1280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2860">
            <a:solidFill>
              <a:srgbClr val="D66A3E"/>
            </a:solidFill>
            <a:prstDash val="solid"/>
          </a:ln>
        </p:spPr>
      </p:sp>
      <p:sp>
        <p:nvSpPr>
          <p:cNvPr id="125" name="object-151-s4-ux">
            <a:extLst xmlns:a="http://schemas.openxmlformats.org/drawingml/2006/main">
              <a:ext uri="{FF2B5EF4-FFF2-40B4-BE49-F238E27FC236}">
                <a16:creationId xmlns:a16="http://schemas.microsoft.com/office/drawing/2014/main" id="{858C6193-498D-485B-8D29-65241ED6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87639"/>
            <a:ext cx="942975" cy="371475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D66A3E"/>
            </a:solidFill>
            <a:prstDash val="solid"/>
          </a:ln>
        </p:spPr>
      </p:sp>
      <p:sp>
        <p:nvSpPr>
          <p:cNvPr id="126" name="object-152-s4-ux">
            <a:extLst xmlns:a="http://schemas.openxmlformats.org/drawingml/2006/main">
              <a:ext uri="{FF2B5EF4-FFF2-40B4-BE49-F238E27FC236}">
                <a16:creationId xmlns:a16="http://schemas.microsoft.com/office/drawing/2014/main" id="{8263209B-360D-493A-B5B5-D0DAFADA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918" y="4466659"/>
            <a:ext cx="332602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Already follows from X cancellation</a:t>
            </a:r>
          </a:p>
        </p:txBody>
      </p:sp>
      <p:sp>
        <p:nvSpPr>
          <p:cNvPr id="127" name="object-153-s4-ux">
            <a:extLst xmlns:a="http://schemas.openxmlformats.org/drawingml/2006/main">
              <a:ext uri="{FF2B5EF4-FFF2-40B4-BE49-F238E27FC236}">
                <a16:creationId xmlns:a16="http://schemas.microsoft.com/office/drawing/2014/main" id="{7091629B-C261-4A1E-ABBD-3DFEC377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38134"/>
            <a:ext cx="3325564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Derivable: discard this extra rule</a:t>
            </a:r>
          </a:p>
        </p:txBody>
      </p:sp>
      <p:sp>
        <p:nvSpPr>
          <p:cNvPr id="128" name="object-154-s5-ux">
            <a:extLst xmlns:a="http://schemas.openxmlformats.org/drawingml/2006/main">
              <a:ext uri="{FF2B5EF4-FFF2-40B4-BE49-F238E27FC236}">
                <a16:creationId xmlns:a16="http://schemas.microsoft.com/office/drawing/2014/main" id="{597C4DDB-4F19-4F0C-95E2-B1926BA8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6279"/>
            <a:ext cx="7451527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Output: retained concrete rules + equivalence-class representatives</a:t>
            </a:r>
          </a:p>
        </p:txBody>
      </p:sp>
      <p:sp>
        <p:nvSpPr>
          <p:cNvPr id="129" name="object-155-s0-ux">
            <a:extLst xmlns:a="http://schemas.openxmlformats.org/drawingml/2006/main">
              <a:ext uri="{FF2B5EF4-FFF2-40B4-BE49-F238E27FC236}">
                <a16:creationId xmlns:a16="http://schemas.microsoft.com/office/drawing/2014/main" id="{C5A22173-4B77-4979-800F-2F460783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18631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PIF groups candidates. Equality saturation checks derivability. SMT validates each retained concrete rule.</a:t>
            </a:r>
          </a:p>
        </p:txBody>
      </p:sp>
      <p:sp>
        <p:nvSpPr>
          <p:cNvPr id="130" name="object-156-s0-ux">
            <a:extLst xmlns:a="http://schemas.openxmlformats.org/drawingml/2006/main">
              <a:ext uri="{FF2B5EF4-FFF2-40B4-BE49-F238E27FC236}">
                <a16:creationId xmlns:a16="http://schemas.microsoft.com/office/drawing/2014/main" id="{5EE2CE13-13DC-4C6C-B90C-73981881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131" name="object-157-s0-ux">
            <a:extLst xmlns:a="http://schemas.openxmlformats.org/drawingml/2006/main">
              <a:ext uri="{FF2B5EF4-FFF2-40B4-BE49-F238E27FC236}">
                <a16:creationId xmlns:a16="http://schemas.microsoft.com/office/drawing/2014/main" id="{8B2AD1AC-1AFF-4E2B-AB50-C3891B78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132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5DCBD923-49C5-479C-A58C-ED0C5C69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6 / 6</a:t>
            </a:r>
          </a:p>
        </p:txBody>
      </p:sp>
    </p:spTree>
    <p:extLst>
      <p:ext uri="{BB962C8B-B14F-4D97-AF65-F5344CB8AC3E}">
        <p14:creationId xmlns:p14="http://schemas.microsoft.com/office/powerpoint/2010/main" val="13860181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D0E50E-7CA2-4A8D-AD60-DD80B240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C15F60AA-757B-42BA-BDE5-44B04E4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7902386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Why canonical symbolic rules are sufficient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914C0361-B9E0-4EF1-B92D-E00ADA04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2833"/>
            <a:ext cx="931366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5F68FAB0-7F1C-4F15-AE95-7B3EB7B2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80445"/>
            <a:ext cx="6776889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Each gate’s inverse is implementable by a finite circuit in the same gate set.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40538D51-683F-41DE-8D6A-B8F7E012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873"/>
            <a:ext cx="10763250" cy="95"/>
          </a:xfrm>
          <a:custGeom xmlns:a="http://schemas.openxmlformats.org/drawingml/2006/main">
            <a:pathLst>
              <a:path w="10763250" h="95">
                <a:moveTo>
                  <a:pt x="0" y="0"/>
                </a:moveTo>
                <a:lnTo>
                  <a:pt x="1076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54A034DB-8893-46FA-8AB2-25B3FCFF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6705"/>
            <a:ext cx="115594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THEOREM 5.1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A203CD58-6460-44C7-B13E-4D2BE205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41455"/>
            <a:ext cx="659448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Every single-S rule has an equivalent canonical form.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C12A616C-DEEE-4617-A9D1-8AF390A6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2465"/>
            <a:ext cx="23653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General symbolic rule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BB9E4FCA-3D5B-4F25-9456-F89CCCCF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24373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DCCE2C8F-5B95-4577-AC61-67925DF1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9084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3D39B68D-CF90-4FB8-8C2D-D2C79425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280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BC39C7AD-5360-4BE9-BFBE-2472CC4F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35" y="2152852"/>
            <a:ext cx="322808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</a:t>
            </a:r>
          </a:p>
        </p:txBody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943A38BD-84B6-43EA-B44B-E17153A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681" y="2012359"/>
            <a:ext cx="410719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E98E32B2-F3FC-4C01-853D-CCADAE33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04" y="2152852"/>
            <a:ext cx="231874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66DAE71F-E4BA-4735-9845-7D7875C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2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7439B054-94BD-4F90-8245-7D59E03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212" y="2152852"/>
            <a:ext cx="322659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</a:t>
            </a:r>
          </a:p>
        </p:txBody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E9588D02-346C-49A4-9032-6E96A816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991" y="2090102"/>
            <a:ext cx="255880" cy="381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7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7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71D538A0-5AC9-4934-B408-B831204C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564" y="2124373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16732197-748D-4761-84F9-0402A8B8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564" y="2479084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BC01A004-6ED9-4F07-BA41-EAC9709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920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C99F90CE-56BA-4884-AAD7-F48C8004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097" y="2152852"/>
            <a:ext cx="368017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G₁′</a:t>
            </a:r>
          </a:p>
        </p:txBody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8880F85A-83EE-401B-94A0-B3728EC4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321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BE073A66-51B0-45AA-8368-5B101FB2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843" y="2152852"/>
            <a:ext cx="231874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FB380AE1-B78F-48BA-9815-5A26AA0E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721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5315A60F-7C0C-4DDF-B26C-EAE5056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73" y="2152852"/>
            <a:ext cx="367903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G₂′</a:t>
            </a:r>
          </a:p>
        </p:txBody>
      </p:sp>
      <p:sp>
        <p:nvSpPr>
          <p:cNvPr id="26" name="object-64-s0-ux">
            <a:extLst xmlns:a="http://schemas.openxmlformats.org/drawingml/2006/main">
              <a:ext uri="{FF2B5EF4-FFF2-40B4-BE49-F238E27FC236}">
                <a16:creationId xmlns:a16="http://schemas.microsoft.com/office/drawing/2014/main" id="{49A1315F-D081-4A94-996F-01CA1D92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5919043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Circuits read left to right; matrix products act right to left. ⟦C⟧ denotes circuit C’s matrix.</a:t>
            </a:r>
          </a:p>
        </p:txBody>
      </p:sp>
      <p:sp>
        <p:nvSpPr>
          <p:cNvPr id="27" name="object-65-s0-ux">
            <a:extLst xmlns:a="http://schemas.openxmlformats.org/drawingml/2006/main">
              <a:ext uri="{FF2B5EF4-FFF2-40B4-BE49-F238E27FC236}">
                <a16:creationId xmlns:a16="http://schemas.microsoft.com/office/drawing/2014/main" id="{3B243029-BA24-4469-859E-F4815C43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6381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§5.3.1, Theorem 5.1 and Lemma 5.6</a:t>
            </a:r>
          </a:p>
        </p:txBody>
      </p:sp>
      <p:sp>
        <p:nvSpPr>
          <p:cNvPr id="28" name="object-66-s0-ux">
            <a:extLst xmlns:a="http://schemas.openxmlformats.org/drawingml/2006/main">
              <a:ext uri="{FF2B5EF4-FFF2-40B4-BE49-F238E27FC236}">
                <a16:creationId xmlns:a16="http://schemas.microsoft.com/office/drawing/2014/main" id="{D98C90B9-FBCB-4FD1-A13E-B6500013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29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2CEF9672-825F-4B75-A8C5-AC0A74D3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1 / 3</a:t>
            </a:r>
          </a:p>
        </p:txBody>
      </p:sp>
    </p:spTree>
    <p:extLst>
      <p:ext uri="{BB962C8B-B14F-4D97-AF65-F5344CB8AC3E}">
        <p14:creationId xmlns:p14="http://schemas.microsoft.com/office/powerpoint/2010/main" val="10922460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op-accent">
            <a:extLst xmlns:a="http://schemas.openxmlformats.org/drawingml/2006/main">
              <a:ext uri="{FF2B5EF4-FFF2-40B4-BE49-F238E27FC236}">
                <a16:creationId xmlns:a16="http://schemas.microsoft.com/office/drawing/2014/main" id="{9EE52B3F-0C2C-4D40-8A5E-62FDFF79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2DB05615-B325-4BA1-A87D-24825859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7902386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Why canonical symbolic rules are sufficient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EE42194F-9518-4696-B13D-8D27ADC2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2833"/>
            <a:ext cx="931366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A46667FF-7AF6-4ABD-9DFF-54EFE459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80445"/>
            <a:ext cx="6776889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Each gate’s inverse is implementable by a finite circuit in the same gate set.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202ECBD9-7012-4561-B8A5-A3C0F811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873"/>
            <a:ext cx="10763250" cy="95"/>
          </a:xfrm>
          <a:custGeom xmlns:a="http://schemas.openxmlformats.org/drawingml/2006/main">
            <a:pathLst>
              <a:path w="10763250" h="95">
                <a:moveTo>
                  <a:pt x="0" y="0"/>
                </a:moveTo>
                <a:lnTo>
                  <a:pt x="1076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711250EA-8937-44E9-9996-7EF96815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6705"/>
            <a:ext cx="115594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THEOREM 5.1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C29C5512-EC6C-4ECF-B1DB-FC30E409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41455"/>
            <a:ext cx="659448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Every single-S rule has an equivalent canonical form.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00FF255F-23ED-4F6F-A343-446FE4F0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2465"/>
            <a:ext cx="23653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General symbolic rule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7DEE26CB-17AD-4E45-BE9B-A4306B46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24373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E6E5ACDD-08E3-4C37-A1CD-A18A23ED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9084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DBB62E98-B217-445C-BB8D-9BE2935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280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0E30827B-DEB2-4B72-A7C9-20B3E33D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35" y="2152852"/>
            <a:ext cx="322808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</a:t>
            </a:r>
          </a:p>
        </p:txBody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0591DD0D-ACD6-4CBF-B7A4-948F4190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681" y="2012359"/>
            <a:ext cx="410719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CD45B1BA-FF39-45A0-9BF2-966C292A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04" y="2152852"/>
            <a:ext cx="231874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01B84747-3533-447D-90A0-052697C2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2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04C19339-0C5C-43CD-8778-B6E91C83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212" y="2152852"/>
            <a:ext cx="322659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</a:t>
            </a:r>
          </a:p>
        </p:txBody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BF27C3C9-F79A-4841-8E4A-89622F75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991" y="2090102"/>
            <a:ext cx="255880" cy="381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7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7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DF872EB4-258E-46F5-86B8-F05C0D45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564" y="2124373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B23DC3E4-85C0-4B9F-AAF0-883A8C0F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564" y="2479084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27B66446-94AB-4396-90B1-DC9FF447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920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4E103213-DFDC-4E2F-A912-9516959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097" y="2152852"/>
            <a:ext cx="368017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G₁′</a:t>
            </a:r>
          </a:p>
        </p:txBody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1C85F32F-1298-4926-96DB-10B73771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321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8E602B76-EEBE-4295-81A6-015F0050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843" y="2152852"/>
            <a:ext cx="231874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7F91D34B-8883-49C1-9084-659F5C40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721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1CDF2F05-850B-48A2-81CD-48B132E7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73" y="2152852"/>
            <a:ext cx="367903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G₂′</a:t>
            </a:r>
          </a:p>
        </p:txBody>
      </p:sp>
      <p:sp>
        <p:nvSpPr>
          <p:cNvPr id="26" name="object-24-s1-ux">
            <a:extLst xmlns:a="http://schemas.openxmlformats.org/drawingml/2006/main">
              <a:ext uri="{FF2B5EF4-FFF2-40B4-BE49-F238E27FC236}">
                <a16:creationId xmlns:a16="http://schemas.microsoft.com/office/drawing/2014/main" id="{BC4B23DA-B3E0-462C-BC2E-D10B3293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0638"/>
            <a:ext cx="4668292" cy="33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Prepend (G₁′)⁻¹ and append G₂⁻¹ to both sides.</a:t>
            </a:r>
          </a:p>
        </p:txBody>
      </p:sp>
      <p:sp>
        <p:nvSpPr>
          <p:cNvPr id="27" name="object-25-s1-ux">
            <a:extLst xmlns:a="http://schemas.openxmlformats.org/drawingml/2006/main">
              <a:ext uri="{FF2B5EF4-FFF2-40B4-BE49-F238E27FC236}">
                <a16:creationId xmlns:a16="http://schemas.microsoft.com/office/drawing/2014/main" id="{937C536C-772D-4350-88D2-7ACC0C24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34048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28" name="object-26-s1-ux">
            <a:extLst xmlns:a="http://schemas.openxmlformats.org/drawingml/2006/main">
              <a:ext uri="{FF2B5EF4-FFF2-40B4-BE49-F238E27FC236}">
                <a16:creationId xmlns:a16="http://schemas.microsoft.com/office/drawing/2014/main" id="{BF6A9AF9-824F-4A46-9B6D-9CA7379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77900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29" name="object-27-s1-ux">
            <a:extLst xmlns:a="http://schemas.openxmlformats.org/drawingml/2006/main">
              <a:ext uri="{FF2B5EF4-FFF2-40B4-BE49-F238E27FC236}">
                <a16:creationId xmlns:a16="http://schemas.microsoft.com/office/drawing/2014/main" id="{D2B1E711-D602-47BA-8FD4-D80F1564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01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30" name="object-28-s1-ux">
            <a:extLst xmlns:a="http://schemas.openxmlformats.org/drawingml/2006/main">
              <a:ext uri="{FF2B5EF4-FFF2-40B4-BE49-F238E27FC236}">
                <a16:creationId xmlns:a16="http://schemas.microsoft.com/office/drawing/2014/main" id="{A048AFE5-FE93-4FC4-86D9-E1DC8B9A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20" y="3355241"/>
            <a:ext cx="202108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31" name="object-29-s1-ux">
            <a:extLst xmlns:a="http://schemas.openxmlformats.org/drawingml/2006/main">
              <a:ext uri="{FF2B5EF4-FFF2-40B4-BE49-F238E27FC236}">
                <a16:creationId xmlns:a16="http://schemas.microsoft.com/office/drawing/2014/main" id="{ADC8C5BF-CCB8-423F-B352-AD7E4CD2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54" y="3302187"/>
            <a:ext cx="248013" cy="37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0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32" name="object-30-s1-ux">
            <a:extLst xmlns:a="http://schemas.openxmlformats.org/drawingml/2006/main">
              <a:ext uri="{FF2B5EF4-FFF2-40B4-BE49-F238E27FC236}">
                <a16:creationId xmlns:a16="http://schemas.microsoft.com/office/drawing/2014/main" id="{8D69907E-DE1C-4174-BB9A-EEFB65BE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593" y="3334048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33" name="object-31-s1-ux">
            <a:extLst xmlns:a="http://schemas.openxmlformats.org/drawingml/2006/main">
              <a:ext uri="{FF2B5EF4-FFF2-40B4-BE49-F238E27FC236}">
                <a16:creationId xmlns:a16="http://schemas.microsoft.com/office/drawing/2014/main" id="{C2D3D9E2-0A8E-4F6A-992E-A2F535C3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593" y="3677900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34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82FAC28B-AD2A-4638-BE11-E7B552B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568" y="3225463"/>
            <a:ext cx="651510" cy="561022"/>
          </a:xfrm>
          <a:prstGeom xmlns:a="http://schemas.openxmlformats.org/drawingml/2006/main" prst="roundRect">
            <a:avLst>
              <a:gd name="adj" fmla="val 509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35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23A52E9F-DAE9-45FE-828E-F0897E89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565" y="3407390"/>
            <a:ext cx="391715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G₁′⁻¹</a:t>
            </a:r>
          </a:p>
        </p:txBody>
      </p:sp>
      <p:sp>
        <p:nvSpPr>
          <p:cNvPr id="36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9EFD2CAD-675B-474E-921F-39AB3E81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809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37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3F8780BF-8976-4485-AFB4-EE708A4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72" y="3355241"/>
            <a:ext cx="315218" cy="332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</a:t>
            </a:r>
          </a:p>
        </p:txBody>
      </p:sp>
      <p:sp>
        <p:nvSpPr>
          <p:cNvPr id="38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5072397F-8B47-439B-852B-00BA8291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4048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39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EB26A903-FA84-45DC-9183-F8093471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77900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40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2AC9ACF3-B379-480F-98E4-9AACB10D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41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F2CD1429-9BF7-4E89-B90E-D710008D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042" y="3355241"/>
            <a:ext cx="239613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2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CAEAE009-B5ED-4EEC-B967-CA495232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329" y="3302187"/>
            <a:ext cx="248013" cy="37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0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43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5F11876B-7396-49FF-9A46-E4E094DE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868" y="3334048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44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34D920CD-07B2-4845-A880-6ADD969F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868" y="3677900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45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4CA52EF3-431E-4ACF-AE08-E6FBD4C7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794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46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CBE07C8B-C659-4207-B64C-B18DC8CD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224" y="3355241"/>
            <a:ext cx="358973" cy="332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G₂′</a:t>
            </a:r>
          </a:p>
        </p:txBody>
      </p:sp>
      <p:sp>
        <p:nvSpPr>
          <p:cNvPr id="47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30A3DD70-A2A7-4F04-906B-223BDD2B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670" y="3225463"/>
            <a:ext cx="651510" cy="561022"/>
          </a:xfrm>
          <a:prstGeom xmlns:a="http://schemas.openxmlformats.org/drawingml/2006/main" prst="roundRect">
            <a:avLst>
              <a:gd name="adj" fmla="val 509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48" name="object-46-s1-ux">
            <a:extLst xmlns:a="http://schemas.openxmlformats.org/drawingml/2006/main">
              <a:ext uri="{FF2B5EF4-FFF2-40B4-BE49-F238E27FC236}">
                <a16:creationId xmlns:a16="http://schemas.microsoft.com/office/drawing/2014/main" id="{D618C219-162F-4C56-A681-A1322BE5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634" y="3407390"/>
            <a:ext cx="357783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G₂⁻¹</a:t>
            </a:r>
          </a:p>
        </p:txBody>
      </p:sp>
      <p:sp>
        <p:nvSpPr>
          <p:cNvPr id="49" name="object-47-s1-ux">
            <a:extLst xmlns:a="http://schemas.openxmlformats.org/drawingml/2006/main">
              <a:ext uri="{FF2B5EF4-FFF2-40B4-BE49-F238E27FC236}">
                <a16:creationId xmlns:a16="http://schemas.microsoft.com/office/drawing/2014/main" id="{1B611D59-7AB1-468F-AF5A-CFB33A78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33158"/>
            <a:ext cx="1885206" cy="362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⟦L⟧ = ⟦G₁⟧ ⟦G₁′⟧⁻¹</a:t>
            </a:r>
          </a:p>
        </p:txBody>
      </p:sp>
      <p:sp>
        <p:nvSpPr>
          <p:cNvPr id="50" name="object-48-s1-ux">
            <a:extLst xmlns:a="http://schemas.openxmlformats.org/drawingml/2006/main">
              <a:ext uri="{FF2B5EF4-FFF2-40B4-BE49-F238E27FC236}">
                <a16:creationId xmlns:a16="http://schemas.microsoft.com/office/drawing/2014/main" id="{704B0B74-2050-4A0E-93BA-27A92C1D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33158"/>
            <a:ext cx="1925985" cy="362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⟦R⟧ = ⟦G₂⟧⁻¹ ⟦G₂′⟧</a:t>
            </a:r>
          </a:p>
        </p:txBody>
      </p:sp>
      <p:sp>
        <p:nvSpPr>
          <p:cNvPr id="51" name="object-64-s0-ux">
            <a:extLst xmlns:a="http://schemas.openxmlformats.org/drawingml/2006/main">
              <a:ext uri="{FF2B5EF4-FFF2-40B4-BE49-F238E27FC236}">
                <a16:creationId xmlns:a16="http://schemas.microsoft.com/office/drawing/2014/main" id="{26D6587A-0D42-4AD2-85B0-298041C5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5919043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Circuits read left to right; matrix products act right to left. ⟦C⟧ denotes circuit C’s matrix.</a:t>
            </a:r>
          </a:p>
        </p:txBody>
      </p:sp>
      <p:sp>
        <p:nvSpPr>
          <p:cNvPr id="52" name="object-65-s0-ux">
            <a:extLst xmlns:a="http://schemas.openxmlformats.org/drawingml/2006/main">
              <a:ext uri="{FF2B5EF4-FFF2-40B4-BE49-F238E27FC236}">
                <a16:creationId xmlns:a16="http://schemas.microsoft.com/office/drawing/2014/main" id="{F80169DD-5617-4AE3-91D7-48C28F51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6381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§5.3.1, Theorem 5.1 and Lemma 5.6</a:t>
            </a:r>
          </a:p>
        </p:txBody>
      </p:sp>
      <p:sp>
        <p:nvSpPr>
          <p:cNvPr id="53" name="object-66-s0-ux">
            <a:extLst xmlns:a="http://schemas.openxmlformats.org/drawingml/2006/main">
              <a:ext uri="{FF2B5EF4-FFF2-40B4-BE49-F238E27FC236}">
                <a16:creationId xmlns:a16="http://schemas.microsoft.com/office/drawing/2014/main" id="{534C9FCA-E618-45AD-B465-85FC5514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54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B4863F31-8B05-42C4-8FD3-61831910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2 / 3</a:t>
            </a:r>
          </a:p>
        </p:txBody>
      </p:sp>
    </p:spTree>
    <p:extLst>
      <p:ext uri="{BB962C8B-B14F-4D97-AF65-F5344CB8AC3E}">
        <p14:creationId xmlns:p14="http://schemas.microsoft.com/office/powerpoint/2010/main" val="7978207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op-accent">
            <a:extLst xmlns:a="http://schemas.openxmlformats.org/drawingml/2006/main">
              <a:ext uri="{FF2B5EF4-FFF2-40B4-BE49-F238E27FC236}">
                <a16:creationId xmlns:a16="http://schemas.microsoft.com/office/drawing/2014/main" id="{0731A3C0-FDEE-4039-84F6-EEB2937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AD292BA1-EF19-40FB-9033-B798FD69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"/>
            <a:ext cx="7902386" cy="527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Why canonical symbolic rules are sufficient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4B73BA5E-2FC8-4835-BD05-6D183C5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2833"/>
            <a:ext cx="931366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CB862CF7-D24C-4831-913A-86418845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80445"/>
            <a:ext cx="6776889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Each gate’s inverse is implementable by a finite circuit in the same gate set.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B4BD966A-2B48-4C6A-AEDF-F7AEBD54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873"/>
            <a:ext cx="10763250" cy="95"/>
          </a:xfrm>
          <a:custGeom xmlns:a="http://schemas.openxmlformats.org/drawingml/2006/main">
            <a:pathLst>
              <a:path w="10763250" h="95">
                <a:moveTo>
                  <a:pt x="0" y="0"/>
                </a:moveTo>
                <a:lnTo>
                  <a:pt x="1076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B2AE23D1-C79C-4561-B321-CA4A36EE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6705"/>
            <a:ext cx="115594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THEOREM 5.1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FA82D61C-B9C5-4415-A0B7-70ABEBAC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41455"/>
            <a:ext cx="659448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Every single-S rule has an equivalent canonical form.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619FA036-2D37-44C4-965D-3C5937DC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2465"/>
            <a:ext cx="23653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General symbolic rule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C95FA02B-DAF9-43C9-9D01-D8657EB3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24373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D666A9EE-2279-4A2B-BA25-510DE062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9084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AA81F3EF-AE75-4215-910E-CD650F4D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280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7A7C1C88-DF5B-4AD1-93C5-7DA4C87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35" y="2152852"/>
            <a:ext cx="322808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</a:t>
            </a:r>
          </a:p>
        </p:txBody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8A6B72D2-AE8C-41D9-8C9B-ADCEA654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681" y="2012359"/>
            <a:ext cx="410719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B8B2A07E-EA78-4B63-BBC9-F5DA767A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204" y="2152852"/>
            <a:ext cx="231874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539487EF-5304-43CB-BF27-425FAA62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82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F871224F-2F18-47D4-A412-484A945A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212" y="2152852"/>
            <a:ext cx="322659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</a:t>
            </a:r>
          </a:p>
        </p:txBody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CB28A288-2666-4EF8-8A8E-E03A4D78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991" y="2090102"/>
            <a:ext cx="255880" cy="381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7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7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7FABA927-EFAF-4D36-9252-42CF5CB9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564" y="2124373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1F72C91B-144C-46B7-9DA9-4A48066F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564" y="2479084"/>
            <a:ext cx="1848231" cy="95"/>
          </a:xfrm>
          <a:custGeom xmlns:a="http://schemas.openxmlformats.org/drawingml/2006/main">
            <a:pathLst>
              <a:path w="1848231" h="95">
                <a:moveTo>
                  <a:pt x="0" y="0"/>
                </a:moveTo>
                <a:lnTo>
                  <a:pt x="1848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5E7275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53B87F0C-AA5F-4E6E-AD23-12AA31EC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920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5A270D18-2048-4CF3-A554-AA9B32B6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097" y="2152852"/>
            <a:ext cx="368017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G₁′</a:t>
            </a:r>
          </a:p>
        </p:txBody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457E1D40-8964-45CF-B0EC-947BA87D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321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91E55A24-12E6-4732-B814-75E3910F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843" y="2152852"/>
            <a:ext cx="231874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4D201750-1429-4F0A-BEDE-37A85F0C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721" y="2012359"/>
            <a:ext cx="410718" cy="578739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669">
            <a:solidFill>
              <a:srgbClr val="087E86"/>
            </a:solidFill>
            <a:prstDash val="solid"/>
          </a:ln>
        </p:spPr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6BAC89E9-A83D-4807-877A-DB15F1E2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973" y="2152852"/>
            <a:ext cx="367903" cy="335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G₂′</a:t>
            </a:r>
          </a:p>
        </p:txBody>
      </p:sp>
      <p:sp>
        <p:nvSpPr>
          <p:cNvPr id="26" name="object-24-s1-ux">
            <a:extLst xmlns:a="http://schemas.openxmlformats.org/drawingml/2006/main">
              <a:ext uri="{FF2B5EF4-FFF2-40B4-BE49-F238E27FC236}">
                <a16:creationId xmlns:a16="http://schemas.microsoft.com/office/drawing/2014/main" id="{47D92FE8-ECE0-4AB0-9309-8141610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0638"/>
            <a:ext cx="4668292" cy="33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Prepend (G₁′)⁻¹ and append G₂⁻¹ to both sides.</a:t>
            </a:r>
          </a:p>
        </p:txBody>
      </p:sp>
      <p:sp>
        <p:nvSpPr>
          <p:cNvPr id="27" name="object-25-s1-ux">
            <a:extLst xmlns:a="http://schemas.openxmlformats.org/drawingml/2006/main">
              <a:ext uri="{FF2B5EF4-FFF2-40B4-BE49-F238E27FC236}">
                <a16:creationId xmlns:a16="http://schemas.microsoft.com/office/drawing/2014/main" id="{BB90FC8B-D956-4DDB-A9E3-B4EB22ED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34048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28" name="object-26-s1-ux">
            <a:extLst xmlns:a="http://schemas.openxmlformats.org/drawingml/2006/main">
              <a:ext uri="{FF2B5EF4-FFF2-40B4-BE49-F238E27FC236}">
                <a16:creationId xmlns:a16="http://schemas.microsoft.com/office/drawing/2014/main" id="{0459B49D-91AB-4C52-A52B-5CFC2AB1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77900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29" name="object-27-s1-ux">
            <a:extLst xmlns:a="http://schemas.openxmlformats.org/drawingml/2006/main">
              <a:ext uri="{FF2B5EF4-FFF2-40B4-BE49-F238E27FC236}">
                <a16:creationId xmlns:a16="http://schemas.microsoft.com/office/drawing/2014/main" id="{3A1AC7C4-0689-405D-B145-636B259B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01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30" name="object-28-s1-ux">
            <a:extLst xmlns:a="http://schemas.openxmlformats.org/drawingml/2006/main">
              <a:ext uri="{FF2B5EF4-FFF2-40B4-BE49-F238E27FC236}">
                <a16:creationId xmlns:a16="http://schemas.microsoft.com/office/drawing/2014/main" id="{A9E9C303-6DAB-4052-9308-9B1A108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20" y="3355241"/>
            <a:ext cx="202108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31" name="object-29-s1-ux">
            <a:extLst xmlns:a="http://schemas.openxmlformats.org/drawingml/2006/main">
              <a:ext uri="{FF2B5EF4-FFF2-40B4-BE49-F238E27FC236}">
                <a16:creationId xmlns:a16="http://schemas.microsoft.com/office/drawing/2014/main" id="{2671C112-CB19-4DAA-A503-C0B8990B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54" y="3302187"/>
            <a:ext cx="248013" cy="37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0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32" name="object-30-s1-ux">
            <a:extLst xmlns:a="http://schemas.openxmlformats.org/drawingml/2006/main">
              <a:ext uri="{FF2B5EF4-FFF2-40B4-BE49-F238E27FC236}">
                <a16:creationId xmlns:a16="http://schemas.microsoft.com/office/drawing/2014/main" id="{58704B76-6B10-4DDA-8945-0753C911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593" y="3334048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33" name="object-31-s1-ux">
            <a:extLst xmlns:a="http://schemas.openxmlformats.org/drawingml/2006/main">
              <a:ext uri="{FF2B5EF4-FFF2-40B4-BE49-F238E27FC236}">
                <a16:creationId xmlns:a16="http://schemas.microsoft.com/office/drawing/2014/main" id="{AFD7FC36-CC67-49D7-8EED-206BCC46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593" y="3677900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34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CA077B55-6270-4C9C-9527-9EA6FBC0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568" y="3225463"/>
            <a:ext cx="651510" cy="561022"/>
          </a:xfrm>
          <a:prstGeom xmlns:a="http://schemas.openxmlformats.org/drawingml/2006/main" prst="roundRect">
            <a:avLst>
              <a:gd name="adj" fmla="val 509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35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7A8844DB-88F6-4991-8FF7-41759AB3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565" y="3407390"/>
            <a:ext cx="391715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G₁′⁻¹</a:t>
            </a:r>
          </a:p>
        </p:txBody>
      </p:sp>
      <p:sp>
        <p:nvSpPr>
          <p:cNvPr id="36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7C443D3C-962F-47EA-A621-9E8EE50B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809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37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2913F936-EC0E-43A0-A489-81B54444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72" y="3355241"/>
            <a:ext cx="315218" cy="332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G₁</a:t>
            </a:r>
          </a:p>
        </p:txBody>
      </p:sp>
      <p:sp>
        <p:nvSpPr>
          <p:cNvPr id="38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8174359E-A2A6-448B-80AF-23CDD0A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4048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39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98A78F6F-74AA-44B9-ADE4-ABE565FB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77900"/>
            <a:ext cx="741998" cy="95"/>
          </a:xfrm>
          <a:custGeom xmlns:a="http://schemas.openxmlformats.org/drawingml/2006/main">
            <a:pathLst>
              <a:path w="741998" h="95">
                <a:moveTo>
                  <a:pt x="0" y="0"/>
                </a:moveTo>
                <a:lnTo>
                  <a:pt x="7419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40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EFD3B4E1-BAF9-41AB-8396-A01C2B9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41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471308AA-85E3-402E-A55D-FD39080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042" y="3355241"/>
            <a:ext cx="239613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2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046BFCF1-B109-4B77-A1C0-FD2C9ECC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329" y="3302187"/>
            <a:ext cx="248013" cy="37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9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09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43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E9B3FA7D-FDED-43FF-A7C2-5313700F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868" y="3334048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44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0A65CCE3-0213-4358-B157-AE001288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868" y="3677900"/>
            <a:ext cx="1538288" cy="95"/>
          </a:xfrm>
          <a:custGeom xmlns:a="http://schemas.openxmlformats.org/drawingml/2006/main">
            <a:pathLst>
              <a:path w="1538288" h="95">
                <a:moveTo>
                  <a:pt x="0" y="0"/>
                </a:moveTo>
                <a:lnTo>
                  <a:pt x="153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5E7275"/>
            </a:solidFill>
            <a:prstDash val="solid"/>
          </a:ln>
        </p:spPr>
      </p:sp>
      <p:sp>
        <p:nvSpPr>
          <p:cNvPr id="45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3015F427-5A18-4D25-A53E-22B7A772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794" y="3225463"/>
            <a:ext cx="398145" cy="561022"/>
          </a:xfrm>
          <a:prstGeom xmlns:a="http://schemas.openxmlformats.org/drawingml/2006/main" prst="roundRect">
            <a:avLst>
              <a:gd name="adj" fmla="val 7177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46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52763BC5-655F-46B6-8027-8A6FE37E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224" y="3355241"/>
            <a:ext cx="358973" cy="332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81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81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G₂′</a:t>
            </a:r>
          </a:p>
        </p:txBody>
      </p:sp>
      <p:sp>
        <p:nvSpPr>
          <p:cNvPr id="47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24592D20-F96A-4255-ADE0-213DA3A2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670" y="3225463"/>
            <a:ext cx="651510" cy="561022"/>
          </a:xfrm>
          <a:prstGeom xmlns:a="http://schemas.openxmlformats.org/drawingml/2006/main" prst="roundRect">
            <a:avLst>
              <a:gd name="adj" fmla="val 5093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8098">
            <a:solidFill>
              <a:srgbClr val="087E86"/>
            </a:solidFill>
            <a:prstDash val="solid"/>
          </a:ln>
        </p:spPr>
      </p:sp>
      <p:sp>
        <p:nvSpPr>
          <p:cNvPr id="48" name="object-46-s1-ux">
            <a:extLst xmlns:a="http://schemas.openxmlformats.org/drawingml/2006/main">
              <a:ext uri="{FF2B5EF4-FFF2-40B4-BE49-F238E27FC236}">
                <a16:creationId xmlns:a16="http://schemas.microsoft.com/office/drawing/2014/main" id="{DB20B679-281E-48A7-BE1B-4194FA74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634" y="3407390"/>
            <a:ext cx="357783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G₂⁻¹</a:t>
            </a:r>
          </a:p>
        </p:txBody>
      </p:sp>
      <p:sp>
        <p:nvSpPr>
          <p:cNvPr id="49" name="object-47-s1-ux">
            <a:extLst xmlns:a="http://schemas.openxmlformats.org/drawingml/2006/main">
              <a:ext uri="{FF2B5EF4-FFF2-40B4-BE49-F238E27FC236}">
                <a16:creationId xmlns:a16="http://schemas.microsoft.com/office/drawing/2014/main" id="{07998FD8-28BD-41F0-A4F9-C780DFB1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33158"/>
            <a:ext cx="1885206" cy="362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⟦L⟧ = ⟦G₁⟧ ⟦G₁′⟧⁻¹</a:t>
            </a:r>
          </a:p>
        </p:txBody>
      </p:sp>
      <p:sp>
        <p:nvSpPr>
          <p:cNvPr id="50" name="object-48-s1-ux">
            <a:extLst xmlns:a="http://schemas.openxmlformats.org/drawingml/2006/main">
              <a:ext uri="{FF2B5EF4-FFF2-40B4-BE49-F238E27FC236}">
                <a16:creationId xmlns:a16="http://schemas.microsoft.com/office/drawing/2014/main" id="{C012EBBC-3B36-4A5E-A53F-4999FD4A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33158"/>
            <a:ext cx="1925985" cy="362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⟦R⟧ = ⟦G₂⟧⁻¹ ⟦G₂′⟧</a:t>
            </a:r>
          </a:p>
        </p:txBody>
      </p:sp>
      <p:sp>
        <p:nvSpPr>
          <p:cNvPr id="51" name="object-49-s2-ux">
            <a:extLst xmlns:a="http://schemas.openxmlformats.org/drawingml/2006/main">
              <a:ext uri="{FF2B5EF4-FFF2-40B4-BE49-F238E27FC236}">
                <a16:creationId xmlns:a16="http://schemas.microsoft.com/office/drawing/2014/main" id="{27E99E74-A5E0-427E-AD5E-9F733CD7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4665"/>
            <a:ext cx="2718048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Equivalent canonical rule</a:t>
            </a:r>
          </a:p>
        </p:txBody>
      </p:sp>
      <p:sp>
        <p:nvSpPr>
          <p:cNvPr id="52" name="object-50-s2-ux">
            <a:extLst xmlns:a="http://schemas.openxmlformats.org/drawingml/2006/main">
              <a:ext uri="{FF2B5EF4-FFF2-40B4-BE49-F238E27FC236}">
                <a16:creationId xmlns:a16="http://schemas.microsoft.com/office/drawing/2014/main" id="{12656687-1F78-41D9-BAA2-27DE70F6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67523"/>
            <a:ext cx="1466850" cy="95"/>
          </a:xfrm>
          <a:custGeom xmlns:a="http://schemas.openxmlformats.org/drawingml/2006/main">
            <a:pathLst>
              <a:path w="1466850" h="95">
                <a:moveTo>
                  <a:pt x="0" y="0"/>
                </a:moveTo>
                <a:lnTo>
                  <a:pt x="146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53" name="object-51-s2-ux">
            <a:extLst xmlns:a="http://schemas.openxmlformats.org/drawingml/2006/main">
              <a:ext uri="{FF2B5EF4-FFF2-40B4-BE49-F238E27FC236}">
                <a16:creationId xmlns:a16="http://schemas.microsoft.com/office/drawing/2014/main" id="{77D8575F-6676-4A58-AAA8-2B2913B3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65668"/>
            <a:ext cx="1466850" cy="95"/>
          </a:xfrm>
          <a:custGeom xmlns:a="http://schemas.openxmlformats.org/drawingml/2006/main">
            <a:pathLst>
              <a:path w="1466850" h="95">
                <a:moveTo>
                  <a:pt x="0" y="0"/>
                </a:moveTo>
                <a:lnTo>
                  <a:pt x="146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54" name="object-52-s2-ux">
            <a:extLst xmlns:a="http://schemas.openxmlformats.org/drawingml/2006/main">
              <a:ext uri="{FF2B5EF4-FFF2-40B4-BE49-F238E27FC236}">
                <a16:creationId xmlns:a16="http://schemas.microsoft.com/office/drawing/2014/main" id="{56EA3BD6-560C-4C0C-A49D-44DAFA22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473" y="4341793"/>
            <a:ext cx="461010" cy="649605"/>
          </a:xfrm>
          <a:prstGeom xmlns:a="http://schemas.openxmlformats.org/drawingml/2006/main" prst="roundRect">
            <a:avLst>
              <a:gd name="adj" fmla="val 619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955">
            <a:solidFill>
              <a:srgbClr val="087E86"/>
            </a:solidFill>
            <a:prstDash val="solid"/>
          </a:ln>
        </p:spPr>
      </p:sp>
      <p:sp>
        <p:nvSpPr>
          <p:cNvPr id="55" name="object-53-s2-ux">
            <a:extLst xmlns:a="http://schemas.openxmlformats.org/drawingml/2006/main">
              <a:ext uri="{FF2B5EF4-FFF2-40B4-BE49-F238E27FC236}">
                <a16:creationId xmlns:a16="http://schemas.microsoft.com/office/drawing/2014/main" id="{6B6123E1-DCFF-4CC3-BCCD-B669BDE8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126" y="4496574"/>
            <a:ext cx="224284" cy="34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56" name="object-54-s2-ux">
            <a:extLst xmlns:a="http://schemas.openxmlformats.org/drawingml/2006/main">
              <a:ext uri="{FF2B5EF4-FFF2-40B4-BE49-F238E27FC236}">
                <a16:creationId xmlns:a16="http://schemas.microsoft.com/office/drawing/2014/main" id="{D4FC3C25-E1C9-436E-B248-39E034F2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168" y="4341793"/>
            <a:ext cx="461010" cy="649605"/>
          </a:xfrm>
          <a:prstGeom xmlns:a="http://schemas.openxmlformats.org/drawingml/2006/main" prst="roundRect">
            <a:avLst>
              <a:gd name="adj" fmla="val 619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955">
            <a:solidFill>
              <a:srgbClr val="087E86"/>
            </a:solidFill>
            <a:prstDash val="solid"/>
          </a:ln>
        </p:spPr>
      </p:sp>
      <p:sp>
        <p:nvSpPr>
          <p:cNvPr id="57" name="object-55-s2-ux">
            <a:extLst xmlns:a="http://schemas.openxmlformats.org/drawingml/2006/main">
              <a:ext uri="{FF2B5EF4-FFF2-40B4-BE49-F238E27FC236}">
                <a16:creationId xmlns:a16="http://schemas.microsoft.com/office/drawing/2014/main" id="{B5036D3F-ED76-4DE2-8E6D-9E56A033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311" y="4496574"/>
            <a:ext cx="253305" cy="34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8" name="object-56-s2-ux">
            <a:extLst xmlns:a="http://schemas.openxmlformats.org/drawingml/2006/main">
              <a:ext uri="{FF2B5EF4-FFF2-40B4-BE49-F238E27FC236}">
                <a16:creationId xmlns:a16="http://schemas.microsoft.com/office/drawing/2014/main" id="{C49AA845-8DC0-4ABE-A73D-3CDB032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174" y="4433137"/>
            <a:ext cx="287197" cy="426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59" name="object-57-s2-ux">
            <a:extLst xmlns:a="http://schemas.openxmlformats.org/drawingml/2006/main">
              <a:ext uri="{FF2B5EF4-FFF2-40B4-BE49-F238E27FC236}">
                <a16:creationId xmlns:a16="http://schemas.microsoft.com/office/drawing/2014/main" id="{7A9B21A4-883B-4288-B268-1D3413DA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810" y="4467523"/>
            <a:ext cx="1466850" cy="95"/>
          </a:xfrm>
          <a:custGeom xmlns:a="http://schemas.openxmlformats.org/drawingml/2006/main">
            <a:pathLst>
              <a:path w="1466850" h="95">
                <a:moveTo>
                  <a:pt x="0" y="0"/>
                </a:moveTo>
                <a:lnTo>
                  <a:pt x="146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60" name="object-58-s2-ux">
            <a:extLst xmlns:a="http://schemas.openxmlformats.org/drawingml/2006/main">
              <a:ext uri="{FF2B5EF4-FFF2-40B4-BE49-F238E27FC236}">
                <a16:creationId xmlns:a16="http://schemas.microsoft.com/office/drawing/2014/main" id="{EEE08660-68B7-4CBD-A47A-0B9A909A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810" y="4865668"/>
            <a:ext cx="1466850" cy="95"/>
          </a:xfrm>
          <a:custGeom xmlns:a="http://schemas.openxmlformats.org/drawingml/2006/main">
            <a:pathLst>
              <a:path w="1466850" h="95">
                <a:moveTo>
                  <a:pt x="0" y="0"/>
                </a:moveTo>
                <a:lnTo>
                  <a:pt x="146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194">
            <a:solidFill>
              <a:srgbClr val="5E7275"/>
            </a:solidFill>
            <a:prstDash val="solid"/>
          </a:ln>
        </p:spPr>
      </p:sp>
      <p:sp>
        <p:nvSpPr>
          <p:cNvPr id="61" name="object-59-s2-ux">
            <a:extLst xmlns:a="http://schemas.openxmlformats.org/drawingml/2006/main">
              <a:ext uri="{FF2B5EF4-FFF2-40B4-BE49-F238E27FC236}">
                <a16:creationId xmlns:a16="http://schemas.microsoft.com/office/drawing/2014/main" id="{E3A39A15-7AAC-46BC-AD15-7ADA204E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882" y="4341793"/>
            <a:ext cx="461010" cy="649605"/>
          </a:xfrm>
          <a:prstGeom xmlns:a="http://schemas.openxmlformats.org/drawingml/2006/main" prst="roundRect">
            <a:avLst>
              <a:gd name="adj" fmla="val 619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955">
            <a:solidFill>
              <a:srgbClr val="087E86"/>
            </a:solidFill>
            <a:prstDash val="solid"/>
          </a:ln>
        </p:spPr>
      </p:sp>
      <p:sp>
        <p:nvSpPr>
          <p:cNvPr id="62" name="object-60-s2-ux">
            <a:extLst xmlns:a="http://schemas.openxmlformats.org/drawingml/2006/main">
              <a:ext uri="{FF2B5EF4-FFF2-40B4-BE49-F238E27FC236}">
                <a16:creationId xmlns:a16="http://schemas.microsoft.com/office/drawing/2014/main" id="{368D02AE-8F57-4F2B-B3D7-5E868D82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025" y="4496574"/>
            <a:ext cx="253305" cy="34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3" name="object-61-s2-ux">
            <a:extLst xmlns:a="http://schemas.openxmlformats.org/drawingml/2006/main">
              <a:ext uri="{FF2B5EF4-FFF2-40B4-BE49-F238E27FC236}">
                <a16:creationId xmlns:a16="http://schemas.microsoft.com/office/drawing/2014/main" id="{4C33AA38-6B4D-46BC-887E-0B1F282D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578" y="4341793"/>
            <a:ext cx="461010" cy="649605"/>
          </a:xfrm>
          <a:prstGeom xmlns:a="http://schemas.openxmlformats.org/drawingml/2006/main" prst="roundRect">
            <a:avLst>
              <a:gd name="adj" fmla="val 619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0955">
            <a:solidFill>
              <a:srgbClr val="087E86"/>
            </a:solidFill>
            <a:prstDash val="solid"/>
          </a:ln>
        </p:spPr>
      </p:sp>
      <p:sp>
        <p:nvSpPr>
          <p:cNvPr id="64" name="object-62-s2-ux">
            <a:extLst xmlns:a="http://schemas.openxmlformats.org/drawingml/2006/main">
              <a:ext uri="{FF2B5EF4-FFF2-40B4-BE49-F238E27FC236}">
                <a16:creationId xmlns:a16="http://schemas.microsoft.com/office/drawing/2014/main" id="{BA003914-C552-43C7-A10B-83974C8A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428" y="4496574"/>
            <a:ext cx="267891" cy="347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6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5" name="object-63-s2-ux">
            <a:extLst xmlns:a="http://schemas.openxmlformats.org/drawingml/2006/main">
              <a:ext uri="{FF2B5EF4-FFF2-40B4-BE49-F238E27FC236}">
                <a16:creationId xmlns:a16="http://schemas.microsoft.com/office/drawing/2014/main" id="{A554494D-238C-4DFF-A53E-C9357752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8563"/>
            <a:ext cx="8157418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The same S satisfies the general rule if and only if it satisfies this canonical rule.</a:t>
            </a:r>
          </a:p>
        </p:txBody>
      </p:sp>
      <p:sp>
        <p:nvSpPr>
          <p:cNvPr id="66" name="object-64-s0-ux">
            <a:extLst xmlns:a="http://schemas.openxmlformats.org/drawingml/2006/main">
              <a:ext uri="{FF2B5EF4-FFF2-40B4-BE49-F238E27FC236}">
                <a16:creationId xmlns:a16="http://schemas.microsoft.com/office/drawing/2014/main" id="{25770739-FD7D-4505-986B-A9FBB96A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5919043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Circuits read left to right; matrix products act right to left. ⟦C⟧ denotes circuit C’s matrix.</a:t>
            </a:r>
          </a:p>
        </p:txBody>
      </p:sp>
      <p:sp>
        <p:nvSpPr>
          <p:cNvPr id="67" name="object-65-s0-ux">
            <a:extLst xmlns:a="http://schemas.openxmlformats.org/drawingml/2006/main">
              <a:ext uri="{FF2B5EF4-FFF2-40B4-BE49-F238E27FC236}">
                <a16:creationId xmlns:a16="http://schemas.microsoft.com/office/drawing/2014/main" id="{0D3F7248-3332-4D58-992C-608F6AE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6381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§5.3.1, Theorem 5.1 and Lemma 5.6</a:t>
            </a:r>
          </a:p>
        </p:txBody>
      </p:sp>
      <p:sp>
        <p:nvSpPr>
          <p:cNvPr id="68" name="object-66-s0-ux">
            <a:extLst xmlns:a="http://schemas.openxmlformats.org/drawingml/2006/main">
              <a:ext uri="{FF2B5EF4-FFF2-40B4-BE49-F238E27FC236}">
                <a16:creationId xmlns:a16="http://schemas.microsoft.com/office/drawing/2014/main" id="{1357DC08-484C-4D4B-9B5B-23C2BC98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69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EE69749F-1A8B-4900-B455-AA726413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3 / 3</a:t>
            </a:r>
          </a:p>
        </p:txBody>
      </p:sp>
    </p:spTree>
    <p:extLst>
      <p:ext uri="{BB962C8B-B14F-4D97-AF65-F5344CB8AC3E}">
        <p14:creationId xmlns:p14="http://schemas.microsoft.com/office/powerpoint/2010/main" val="13245545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accent">
            <a:extLst xmlns:a="http://schemas.openxmlformats.org/drawingml/2006/main">
              <a:ext uri="{FF2B5EF4-FFF2-40B4-BE49-F238E27FC236}">
                <a16:creationId xmlns:a16="http://schemas.microsoft.com/office/drawing/2014/main" id="{83BB47CE-C0BF-4EBE-A8DD-8A77DE55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C1A42FA7-8EA8-4C43-8B5F-B84F7C50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10223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synthesis: enumerate, decide, solve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8FC6F780-4127-4BAF-A2F9-A33E8D36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321171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FROM CANDIDATES TO SYMBOLIC RULES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413EBBA3-85F6-485B-855D-34D4C92F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6304"/>
            <a:ext cx="589612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1. Enumerate all candidate pairs (L, R) within the bounds.</a:t>
            </a:r>
          </a:p>
        </p:txBody>
      </p:sp>
      <p:sp>
        <p:nvSpPr>
          <p:cNvPr id="5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B8844FC8-16E3-4D52-8726-378F1EA6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5696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§5.3, Theorem 5.1, Lemmas 5.3–5.4</a:t>
            </a:r>
          </a:p>
        </p:txBody>
      </p:sp>
      <p:sp>
        <p:nvSpPr>
          <p:cNvPr id="6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E20AED12-9221-4059-AE74-7508EB25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7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2897808A-45BB-4094-BA76-5317442A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1 / 6</a:t>
            </a:r>
          </a:p>
        </p:txBody>
      </p:sp>
    </p:spTree>
    <p:extLst>
      <p:ext uri="{BB962C8B-B14F-4D97-AF65-F5344CB8AC3E}">
        <p14:creationId xmlns:p14="http://schemas.microsoft.com/office/powerpoint/2010/main" val="4097660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accent">
            <a:extLst xmlns:a="http://schemas.openxmlformats.org/drawingml/2006/main">
              <a:ext uri="{FF2B5EF4-FFF2-40B4-BE49-F238E27FC236}">
                <a16:creationId xmlns:a16="http://schemas.microsoft.com/office/drawing/2014/main" id="{1C0D8222-3443-4A84-8AEF-E9FCC642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B0D70BA9-C749-42F0-9000-E8F8E3C8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10223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synthesis: enumerate, decide, solve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695E7194-94DF-4AFE-9C33-5E6B41F3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321171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FROM CANDIDATES TO SYMBOLIC RULES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466598B0-56F6-42E3-BC1C-7FEAEC3A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6304"/>
            <a:ext cx="589612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1. Enumerate all candidate pairs (L, R) within the bounds.</a:t>
            </a:r>
          </a:p>
        </p:txBody>
      </p:sp>
      <p:sp>
        <p:nvSpPr>
          <p:cNvPr id="5" name="object-3-s1-ux">
            <a:extLst xmlns:a="http://schemas.openxmlformats.org/drawingml/2006/main">
              <a:ext uri="{FF2B5EF4-FFF2-40B4-BE49-F238E27FC236}">
                <a16:creationId xmlns:a16="http://schemas.microsoft.com/office/drawing/2014/main" id="{3B5D6422-6666-4C1A-A39F-DF8D8C03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4454"/>
            <a:ext cx="583257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2. For each candidate, decide whether a unitary S exists.</a:t>
            </a:r>
          </a:p>
        </p:txBody>
      </p:sp>
      <p:sp>
        <p:nvSpPr>
          <p:cNvPr id="6" name="object-4-s1-ux">
            <a:extLst xmlns:a="http://schemas.openxmlformats.org/drawingml/2006/main">
              <a:ext uri="{FF2B5EF4-FFF2-40B4-BE49-F238E27FC236}">
                <a16:creationId xmlns:a16="http://schemas.microsoft.com/office/drawing/2014/main" id="{543EC71C-250B-443C-A452-6B18435B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2604"/>
            <a:ext cx="454833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3. If it exists, solve for the matrix space of S.</a:t>
            </a:r>
          </a:p>
        </p:txBody>
      </p:sp>
      <p:sp>
        <p:nvSpPr>
          <p:cNvPr id="7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D68BFB39-983B-41DE-BB8D-E4378F6F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5696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§5.3, Theorem 5.1, Lemmas 5.3–5.4</a:t>
            </a:r>
          </a:p>
        </p:txBody>
      </p:sp>
      <p:sp>
        <p:nvSpPr>
          <p:cNvPr id="8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9095112E-6599-496F-9DF3-660CFE04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9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2E21629E-10FA-4E67-BE52-9FA8D504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2 / 6</a:t>
            </a:r>
          </a:p>
        </p:txBody>
      </p:sp>
    </p:spTree>
    <p:extLst>
      <p:ext uri="{BB962C8B-B14F-4D97-AF65-F5344CB8AC3E}">
        <p14:creationId xmlns:p14="http://schemas.microsoft.com/office/powerpoint/2010/main" val="14971709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F45D8D23-3F12-42EE-AC49-EA523298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B34F358F-F3C6-401B-B6B6-DAC6DCC7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10223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synthesis: enumerate, decide, solve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006B40B1-3692-4679-838D-5BF3B7FD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321171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FROM CANDIDATES TO SYMBOLIC RULES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EB1A6860-5E26-4BD8-8049-2819CC6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6304"/>
            <a:ext cx="589612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1. Enumerate all candidate pairs (L, R) within the bounds.</a:t>
            </a:r>
          </a:p>
        </p:txBody>
      </p:sp>
      <p:sp>
        <p:nvSpPr>
          <p:cNvPr id="5" name="object-3-s1-ux">
            <a:extLst xmlns:a="http://schemas.openxmlformats.org/drawingml/2006/main">
              <a:ext uri="{FF2B5EF4-FFF2-40B4-BE49-F238E27FC236}">
                <a16:creationId xmlns:a16="http://schemas.microsoft.com/office/drawing/2014/main" id="{4EDD578F-F3CB-4625-9B9D-EF2F98A5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4454"/>
            <a:ext cx="583257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2. For each candidate, decide whether a unitary S exists.</a:t>
            </a:r>
          </a:p>
        </p:txBody>
      </p:sp>
      <p:sp>
        <p:nvSpPr>
          <p:cNvPr id="6" name="object-4-s1-ux">
            <a:extLst xmlns:a="http://schemas.openxmlformats.org/drawingml/2006/main">
              <a:ext uri="{FF2B5EF4-FFF2-40B4-BE49-F238E27FC236}">
                <a16:creationId xmlns:a16="http://schemas.microsoft.com/office/drawing/2014/main" id="{5DB510B7-10AE-47BE-B29F-AC33B61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2604"/>
            <a:ext cx="454833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3. If it exists, solve for the matrix space of S.</a:t>
            </a:r>
          </a:p>
        </p:txBody>
      </p:sp>
      <p:sp>
        <p:nvSpPr>
          <p:cNvPr id="7" name="object-5-s2-ux">
            <a:extLst xmlns:a="http://schemas.openxmlformats.org/drawingml/2006/main">
              <a:ext uri="{FF2B5EF4-FFF2-40B4-BE49-F238E27FC236}">
                <a16:creationId xmlns:a16="http://schemas.microsoft.com/office/drawing/2014/main" id="{4E17F1D3-A0CF-4FB8-B009-C3AEB461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2664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8" name="object-6-s2-ux">
            <a:extLst xmlns:a="http://schemas.openxmlformats.org/drawingml/2006/main">
              <a:ext uri="{FF2B5EF4-FFF2-40B4-BE49-F238E27FC236}">
                <a16:creationId xmlns:a16="http://schemas.microsoft.com/office/drawing/2014/main" id="{ECBF728A-7B9B-4546-BFE9-BB97531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6494"/>
            <a:ext cx="2340322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TRACE FILTER · Lemma 5.4</a:t>
            </a:r>
          </a:p>
        </p:txBody>
      </p:sp>
      <p:sp>
        <p:nvSpPr>
          <p:cNvPr id="9" name="object-7-s2-ux">
            <a:extLst xmlns:a="http://schemas.openxmlformats.org/drawingml/2006/main">
              <a:ext uri="{FF2B5EF4-FFF2-40B4-BE49-F238E27FC236}">
                <a16:creationId xmlns:a16="http://schemas.microsoft.com/office/drawing/2014/main" id="{C97BC700-D640-43DF-BE1B-03EEC9D6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143" y="3136017"/>
            <a:ext cx="2031057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Necessary, not sufficient</a:t>
            </a:r>
          </a:p>
        </p:txBody>
      </p:sp>
      <p:sp>
        <p:nvSpPr>
          <p:cNvPr id="10" name="object-8-s2-ux">
            <a:extLst xmlns:a="http://schemas.openxmlformats.org/drawingml/2006/main">
              <a:ext uri="{FF2B5EF4-FFF2-40B4-BE49-F238E27FC236}">
                <a16:creationId xmlns:a16="http://schemas.microsoft.com/office/drawing/2014/main" id="{B6B9260F-60D0-4BA2-B437-A5A9DA9F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75" y="3437959"/>
            <a:ext cx="30949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∃ unitary S : S L = R S</a:t>
            </a:r>
          </a:p>
        </p:txBody>
      </p:sp>
      <p:sp>
        <p:nvSpPr>
          <p:cNvPr id="11" name="object-9-s2-ux">
            <a:extLst xmlns:a="http://schemas.openxmlformats.org/drawingml/2006/main">
              <a:ext uri="{FF2B5EF4-FFF2-40B4-BE49-F238E27FC236}">
                <a16:creationId xmlns:a16="http://schemas.microsoft.com/office/drawing/2014/main" id="{643DF65C-2379-4855-B7EC-D9403C2C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49" y="3363664"/>
            <a:ext cx="46330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12" name="object-10-s2-ux">
            <a:extLst xmlns:a="http://schemas.openxmlformats.org/drawingml/2006/main">
              <a:ext uri="{FF2B5EF4-FFF2-40B4-BE49-F238E27FC236}">
                <a16:creationId xmlns:a16="http://schemas.microsoft.com/office/drawing/2014/main" id="{F6871E1D-D773-422F-92F2-AF9124D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916" y="3437959"/>
            <a:ext cx="160680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tr(L) = tr(R)</a:t>
            </a:r>
          </a:p>
        </p:txBody>
      </p:sp>
      <p:sp>
        <p:nvSpPr>
          <p:cNvPr id="13" name="object-36-s2-ux">
            <a:extLst xmlns:a="http://schemas.openxmlformats.org/drawingml/2006/main">
              <a:ext uri="{FF2B5EF4-FFF2-40B4-BE49-F238E27FC236}">
                <a16:creationId xmlns:a16="http://schemas.microsoft.com/office/drawing/2014/main" id="{7F38FFA2-16F7-4719-8E9B-B8FE7FB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47504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Assume L and R are unitary and have the same dimension. Equal trace alone does not guarantee a unitary S.</a:t>
            </a:r>
          </a:p>
        </p:txBody>
      </p:sp>
      <p:sp>
        <p:nvSpPr>
          <p:cNvPr id="14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B17293D7-0397-45DB-B909-BB094463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5696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§5.3, Theorem 5.1, Lemmas 5.3–5.4</a:t>
            </a:r>
          </a:p>
        </p:txBody>
      </p:sp>
      <p:sp>
        <p:nvSpPr>
          <p:cNvPr id="15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E974DAB9-DC93-4C84-A950-04A178E3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16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01561708-4B93-4E1E-BEA3-C14BB3B0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3 / 6</a:t>
            </a:r>
          </a:p>
        </p:txBody>
      </p:sp>
    </p:spTree>
    <p:extLst>
      <p:ext uri="{BB962C8B-B14F-4D97-AF65-F5344CB8AC3E}">
        <p14:creationId xmlns:p14="http://schemas.microsoft.com/office/powerpoint/2010/main" val="17467042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">
            <a:extLst xmlns:a="http://schemas.openxmlformats.org/drawingml/2006/main">
              <a:ext uri="{FF2B5EF4-FFF2-40B4-BE49-F238E27FC236}">
                <a16:creationId xmlns:a16="http://schemas.microsoft.com/office/drawing/2014/main" id="{4DFD9990-C80A-4426-B6D3-71CAB381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A0521A29-154B-4DC4-BA67-6091C8E2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10223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synthesis: enumerate, decide, solve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473C1C8E-B069-4AF3-8E5C-8174CB1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321171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FROM CANDIDATES TO SYMBOLIC RULES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C8019AC2-75F3-410C-9D39-716A5B93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6304"/>
            <a:ext cx="589612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1. Enumerate all candidate pairs (L, R) within the bounds.</a:t>
            </a:r>
          </a:p>
        </p:txBody>
      </p:sp>
      <p:sp>
        <p:nvSpPr>
          <p:cNvPr id="5" name="object-3-s1-ux">
            <a:extLst xmlns:a="http://schemas.openxmlformats.org/drawingml/2006/main">
              <a:ext uri="{FF2B5EF4-FFF2-40B4-BE49-F238E27FC236}">
                <a16:creationId xmlns:a16="http://schemas.microsoft.com/office/drawing/2014/main" id="{AD08F816-EB25-44DC-A8CF-0186A520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4454"/>
            <a:ext cx="583257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2. For each candidate, decide whether a unitary S exists.</a:t>
            </a:r>
          </a:p>
        </p:txBody>
      </p:sp>
      <p:sp>
        <p:nvSpPr>
          <p:cNvPr id="6" name="object-4-s1-ux">
            <a:extLst xmlns:a="http://schemas.openxmlformats.org/drawingml/2006/main">
              <a:ext uri="{FF2B5EF4-FFF2-40B4-BE49-F238E27FC236}">
                <a16:creationId xmlns:a16="http://schemas.microsoft.com/office/drawing/2014/main" id="{AEF749D5-F801-4B37-A0BB-C77A5758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2604"/>
            <a:ext cx="454833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3. If it exists, solve for the matrix space of S.</a:t>
            </a:r>
          </a:p>
        </p:txBody>
      </p:sp>
      <p:sp>
        <p:nvSpPr>
          <p:cNvPr id="7" name="object-5-s2-ux">
            <a:extLst xmlns:a="http://schemas.openxmlformats.org/drawingml/2006/main">
              <a:ext uri="{FF2B5EF4-FFF2-40B4-BE49-F238E27FC236}">
                <a16:creationId xmlns:a16="http://schemas.microsoft.com/office/drawing/2014/main" id="{A6B01873-1997-40BD-B030-1760E495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2664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8" name="object-6-s2-ux">
            <a:extLst xmlns:a="http://schemas.openxmlformats.org/drawingml/2006/main">
              <a:ext uri="{FF2B5EF4-FFF2-40B4-BE49-F238E27FC236}">
                <a16:creationId xmlns:a16="http://schemas.microsoft.com/office/drawing/2014/main" id="{E620DC22-85D1-4F68-A723-000A8446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6494"/>
            <a:ext cx="2340322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TRACE FILTER · Lemma 5.4</a:t>
            </a:r>
          </a:p>
        </p:txBody>
      </p:sp>
      <p:sp>
        <p:nvSpPr>
          <p:cNvPr id="9" name="object-7-s2-ux">
            <a:extLst xmlns:a="http://schemas.openxmlformats.org/drawingml/2006/main">
              <a:ext uri="{FF2B5EF4-FFF2-40B4-BE49-F238E27FC236}">
                <a16:creationId xmlns:a16="http://schemas.microsoft.com/office/drawing/2014/main" id="{533A5D54-97DE-4CA2-B29F-6AF96BA4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143" y="3136017"/>
            <a:ext cx="2031057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Necessary, not sufficient</a:t>
            </a:r>
          </a:p>
        </p:txBody>
      </p:sp>
      <p:sp>
        <p:nvSpPr>
          <p:cNvPr id="10" name="object-8-s2-ux">
            <a:extLst xmlns:a="http://schemas.openxmlformats.org/drawingml/2006/main">
              <a:ext uri="{FF2B5EF4-FFF2-40B4-BE49-F238E27FC236}">
                <a16:creationId xmlns:a16="http://schemas.microsoft.com/office/drawing/2014/main" id="{6A0E3648-BFC2-4BF0-A416-E98BD7C6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75" y="3437959"/>
            <a:ext cx="30949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∃ unitary S : S L = R S</a:t>
            </a:r>
          </a:p>
        </p:txBody>
      </p:sp>
      <p:sp>
        <p:nvSpPr>
          <p:cNvPr id="11" name="object-9-s2-ux">
            <a:extLst xmlns:a="http://schemas.openxmlformats.org/drawingml/2006/main">
              <a:ext uri="{FF2B5EF4-FFF2-40B4-BE49-F238E27FC236}">
                <a16:creationId xmlns:a16="http://schemas.microsoft.com/office/drawing/2014/main" id="{1E721671-EBE5-42D5-96BF-256E5253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49" y="3363664"/>
            <a:ext cx="46330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12" name="object-10-s2-ux">
            <a:extLst xmlns:a="http://schemas.openxmlformats.org/drawingml/2006/main">
              <a:ext uri="{FF2B5EF4-FFF2-40B4-BE49-F238E27FC236}">
                <a16:creationId xmlns:a16="http://schemas.microsoft.com/office/drawing/2014/main" id="{E7E6C048-1056-4DD3-9D4B-F37AFF1A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916" y="3437959"/>
            <a:ext cx="160680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tr(L) = tr(R)</a:t>
            </a:r>
          </a:p>
        </p:txBody>
      </p:sp>
      <p:sp>
        <p:nvSpPr>
          <p:cNvPr id="13" name="object-11-s3-ux">
            <a:extLst xmlns:a="http://schemas.openxmlformats.org/drawingml/2006/main">
              <a:ext uri="{FF2B5EF4-FFF2-40B4-BE49-F238E27FC236}">
                <a16:creationId xmlns:a16="http://schemas.microsoft.com/office/drawing/2014/main" id="{5F0958E9-0CC9-4735-A87F-FF08BC2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2789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14" name="object-12-s3-ux">
            <a:extLst xmlns:a="http://schemas.openxmlformats.org/drawingml/2006/main">
              <a:ext uri="{FF2B5EF4-FFF2-40B4-BE49-F238E27FC236}">
                <a16:creationId xmlns:a16="http://schemas.microsoft.com/office/drawing/2014/main" id="{3D048E72-695F-45C8-B30F-69BA7B0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7569"/>
            <a:ext cx="270257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EIGENVALUE TEST · Lemma 5.3</a:t>
            </a:r>
          </a:p>
        </p:txBody>
      </p:sp>
      <p:sp>
        <p:nvSpPr>
          <p:cNvPr id="15" name="object-13-s3-ux">
            <a:extLst xmlns:a="http://schemas.openxmlformats.org/drawingml/2006/main">
              <a:ext uri="{FF2B5EF4-FFF2-40B4-BE49-F238E27FC236}">
                <a16:creationId xmlns:a16="http://schemas.microsoft.com/office/drawing/2014/main" id="{0F9A31E0-B266-41E2-8EDB-20E1114B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229" y="4117092"/>
            <a:ext cx="367397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Necessary and sufficient · equal multiplicities</a:t>
            </a:r>
          </a:p>
        </p:txBody>
      </p:sp>
      <p:sp>
        <p:nvSpPr>
          <p:cNvPr id="16" name="object-14-s3-ux">
            <a:extLst xmlns:a="http://schemas.openxmlformats.org/drawingml/2006/main">
              <a:ext uri="{FF2B5EF4-FFF2-40B4-BE49-F238E27FC236}">
                <a16:creationId xmlns:a16="http://schemas.microsoft.com/office/drawing/2014/main" id="{9F1F4421-342D-4359-B7D9-ABA7584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75" y="4419034"/>
            <a:ext cx="30949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∃ unitary S : S L = R S</a:t>
            </a:r>
          </a:p>
        </p:txBody>
      </p:sp>
      <p:sp>
        <p:nvSpPr>
          <p:cNvPr id="17" name="object-15-s3-ux">
            <a:extLst xmlns:a="http://schemas.openxmlformats.org/drawingml/2006/main">
              <a:ext uri="{FF2B5EF4-FFF2-40B4-BE49-F238E27FC236}">
                <a16:creationId xmlns:a16="http://schemas.microsoft.com/office/drawing/2014/main" id="{F5F2A5B3-FD71-4E34-AC67-0D384A0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49" y="4344739"/>
            <a:ext cx="46330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⇔</a:t>
            </a:r>
          </a:p>
        </p:txBody>
      </p:sp>
      <p:sp>
        <p:nvSpPr>
          <p:cNvPr id="18" name="object-16-s3-ux">
            <a:extLst xmlns:a="http://schemas.openxmlformats.org/drawingml/2006/main">
              <a:ext uri="{FF2B5EF4-FFF2-40B4-BE49-F238E27FC236}">
                <a16:creationId xmlns:a16="http://schemas.microsoft.com/office/drawing/2014/main" id="{12E31FFC-3E7C-4056-B675-E194C85A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353" y="4419034"/>
            <a:ext cx="204793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eig(L) = eig(R)</a:t>
            </a:r>
          </a:p>
        </p:txBody>
      </p:sp>
      <p:sp>
        <p:nvSpPr>
          <p:cNvPr id="19" name="object-36-s2-ux">
            <a:extLst xmlns:a="http://schemas.openxmlformats.org/drawingml/2006/main">
              <a:ext uri="{FF2B5EF4-FFF2-40B4-BE49-F238E27FC236}">
                <a16:creationId xmlns:a16="http://schemas.microsoft.com/office/drawing/2014/main" id="{EDF21B9A-92DA-4AC1-8425-78309F40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47504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Assume L and R are unitary and have the same dimension. Equal trace alone does not guarantee a unitary S.</a:t>
            </a:r>
          </a:p>
        </p:txBody>
      </p:sp>
      <p:sp>
        <p:nvSpPr>
          <p:cNvPr id="20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304DCDE6-96F0-486C-A8DF-3F88A82B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5696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§5.3, Theorem 5.1, Lemmas 5.3–5.4</a:t>
            </a:r>
          </a:p>
        </p:txBody>
      </p:sp>
      <p:sp>
        <p:nvSpPr>
          <p:cNvPr id="21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91E9F402-B861-4E75-8363-811A254B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2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22FFF3DC-D17D-4A0E-8023-417F3D7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4 / 6</a:t>
            </a:r>
          </a:p>
        </p:txBody>
      </p:sp>
    </p:spTree>
    <p:extLst>
      <p:ext uri="{BB962C8B-B14F-4D97-AF65-F5344CB8AC3E}">
        <p14:creationId xmlns:p14="http://schemas.microsoft.com/office/powerpoint/2010/main" val="15710752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accent">
            <a:extLst xmlns:a="http://schemas.openxmlformats.org/drawingml/2006/main">
              <a:ext uri="{FF2B5EF4-FFF2-40B4-BE49-F238E27FC236}">
                <a16:creationId xmlns:a16="http://schemas.microsoft.com/office/drawing/2014/main" id="{25248063-ED68-4D25-932F-D0ADBB3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FA0FCB23-5B31-4C98-AA6B-B45E9F85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10223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synthesis: enumerate, decide, solve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E4254CC8-2DED-4783-A708-3332A0D1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321171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FROM CANDIDATES TO SYMBOLIC RULES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C03EC8CB-E6AB-4FC3-9728-9D752244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6304"/>
            <a:ext cx="589612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1. Enumerate all candidate pairs (L, R) within the bounds.</a:t>
            </a:r>
          </a:p>
        </p:txBody>
      </p:sp>
      <p:sp>
        <p:nvSpPr>
          <p:cNvPr id="5" name="object-3-s1-ux">
            <a:extLst xmlns:a="http://schemas.openxmlformats.org/drawingml/2006/main">
              <a:ext uri="{FF2B5EF4-FFF2-40B4-BE49-F238E27FC236}">
                <a16:creationId xmlns:a16="http://schemas.microsoft.com/office/drawing/2014/main" id="{D1491300-D2ED-47AD-9473-2545C516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4454"/>
            <a:ext cx="583257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2. For each candidate, decide whether a unitary S exists.</a:t>
            </a:r>
          </a:p>
        </p:txBody>
      </p:sp>
      <p:sp>
        <p:nvSpPr>
          <p:cNvPr id="6" name="object-4-s1-ux">
            <a:extLst xmlns:a="http://schemas.openxmlformats.org/drawingml/2006/main">
              <a:ext uri="{FF2B5EF4-FFF2-40B4-BE49-F238E27FC236}">
                <a16:creationId xmlns:a16="http://schemas.microsoft.com/office/drawing/2014/main" id="{4D919A45-1411-414C-9C36-046A90CD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2604"/>
            <a:ext cx="454833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3. If it exists, solve for the matrix space of S.</a:t>
            </a:r>
          </a:p>
        </p:txBody>
      </p:sp>
      <p:sp>
        <p:nvSpPr>
          <p:cNvPr id="7" name="object-5-s2-ux">
            <a:extLst xmlns:a="http://schemas.openxmlformats.org/drawingml/2006/main">
              <a:ext uri="{FF2B5EF4-FFF2-40B4-BE49-F238E27FC236}">
                <a16:creationId xmlns:a16="http://schemas.microsoft.com/office/drawing/2014/main" id="{38AEEAE1-6363-45D0-BC6B-1BEBE170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2664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8" name="object-6-s2-ux">
            <a:extLst xmlns:a="http://schemas.openxmlformats.org/drawingml/2006/main">
              <a:ext uri="{FF2B5EF4-FFF2-40B4-BE49-F238E27FC236}">
                <a16:creationId xmlns:a16="http://schemas.microsoft.com/office/drawing/2014/main" id="{C20050D8-7CD1-4EBB-AC22-24894540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6494"/>
            <a:ext cx="2340322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TRACE FILTER · Lemma 5.4</a:t>
            </a:r>
          </a:p>
        </p:txBody>
      </p:sp>
      <p:sp>
        <p:nvSpPr>
          <p:cNvPr id="9" name="object-7-s2-ux">
            <a:extLst xmlns:a="http://schemas.openxmlformats.org/drawingml/2006/main">
              <a:ext uri="{FF2B5EF4-FFF2-40B4-BE49-F238E27FC236}">
                <a16:creationId xmlns:a16="http://schemas.microsoft.com/office/drawing/2014/main" id="{8FE704EE-75F6-4FEC-826E-1A40B53E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143" y="3136017"/>
            <a:ext cx="2031057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Necessary, not sufficient</a:t>
            </a:r>
          </a:p>
        </p:txBody>
      </p:sp>
      <p:sp>
        <p:nvSpPr>
          <p:cNvPr id="10" name="object-8-s2-ux">
            <a:extLst xmlns:a="http://schemas.openxmlformats.org/drawingml/2006/main">
              <a:ext uri="{FF2B5EF4-FFF2-40B4-BE49-F238E27FC236}">
                <a16:creationId xmlns:a16="http://schemas.microsoft.com/office/drawing/2014/main" id="{5F0588CF-F49F-4831-886D-9E5DF765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75" y="3437959"/>
            <a:ext cx="30949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∃ unitary S : S L = R S</a:t>
            </a:r>
          </a:p>
        </p:txBody>
      </p:sp>
      <p:sp>
        <p:nvSpPr>
          <p:cNvPr id="11" name="object-9-s2-ux">
            <a:extLst xmlns:a="http://schemas.openxmlformats.org/drawingml/2006/main">
              <a:ext uri="{FF2B5EF4-FFF2-40B4-BE49-F238E27FC236}">
                <a16:creationId xmlns:a16="http://schemas.microsoft.com/office/drawing/2014/main" id="{E5C5FC37-5917-4D54-9A24-09EB7363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49" y="3363664"/>
            <a:ext cx="46330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12" name="object-10-s2-ux">
            <a:extLst xmlns:a="http://schemas.openxmlformats.org/drawingml/2006/main">
              <a:ext uri="{FF2B5EF4-FFF2-40B4-BE49-F238E27FC236}">
                <a16:creationId xmlns:a16="http://schemas.microsoft.com/office/drawing/2014/main" id="{7BD2B861-A2F4-455D-BD2C-B01354C3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916" y="3437959"/>
            <a:ext cx="160680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tr(L) = tr(R)</a:t>
            </a:r>
          </a:p>
        </p:txBody>
      </p:sp>
      <p:sp>
        <p:nvSpPr>
          <p:cNvPr id="13" name="object-11-s3-ux">
            <a:extLst xmlns:a="http://schemas.openxmlformats.org/drawingml/2006/main">
              <a:ext uri="{FF2B5EF4-FFF2-40B4-BE49-F238E27FC236}">
                <a16:creationId xmlns:a16="http://schemas.microsoft.com/office/drawing/2014/main" id="{D37B46E3-E597-43EA-B448-262C21BE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2789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14" name="object-12-s3-ux">
            <a:extLst xmlns:a="http://schemas.openxmlformats.org/drawingml/2006/main">
              <a:ext uri="{FF2B5EF4-FFF2-40B4-BE49-F238E27FC236}">
                <a16:creationId xmlns:a16="http://schemas.microsoft.com/office/drawing/2014/main" id="{28D3ED33-9C5F-4FC3-B5FA-FD8A2112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7569"/>
            <a:ext cx="270257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EIGENVALUE TEST · Lemma 5.3</a:t>
            </a:r>
          </a:p>
        </p:txBody>
      </p:sp>
      <p:sp>
        <p:nvSpPr>
          <p:cNvPr id="15" name="object-13-s3-ux">
            <a:extLst xmlns:a="http://schemas.openxmlformats.org/drawingml/2006/main">
              <a:ext uri="{FF2B5EF4-FFF2-40B4-BE49-F238E27FC236}">
                <a16:creationId xmlns:a16="http://schemas.microsoft.com/office/drawing/2014/main" id="{A912C6E6-5C03-4066-A411-BAC1D53F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229" y="4117092"/>
            <a:ext cx="367397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Necessary and sufficient · equal multiplicities</a:t>
            </a:r>
          </a:p>
        </p:txBody>
      </p:sp>
      <p:sp>
        <p:nvSpPr>
          <p:cNvPr id="16" name="object-14-s3-ux">
            <a:extLst xmlns:a="http://schemas.openxmlformats.org/drawingml/2006/main">
              <a:ext uri="{FF2B5EF4-FFF2-40B4-BE49-F238E27FC236}">
                <a16:creationId xmlns:a16="http://schemas.microsoft.com/office/drawing/2014/main" id="{C8216D52-D12E-44C2-A4C4-853F87BD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75" y="4419034"/>
            <a:ext cx="30949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∃ unitary S : S L = R S</a:t>
            </a:r>
          </a:p>
        </p:txBody>
      </p:sp>
      <p:sp>
        <p:nvSpPr>
          <p:cNvPr id="17" name="object-15-s3-ux">
            <a:extLst xmlns:a="http://schemas.openxmlformats.org/drawingml/2006/main">
              <a:ext uri="{FF2B5EF4-FFF2-40B4-BE49-F238E27FC236}">
                <a16:creationId xmlns:a16="http://schemas.microsoft.com/office/drawing/2014/main" id="{8FEDC66B-6677-4C97-93FA-1BFFFB30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49" y="4344739"/>
            <a:ext cx="46330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⇔</a:t>
            </a:r>
          </a:p>
        </p:txBody>
      </p:sp>
      <p:sp>
        <p:nvSpPr>
          <p:cNvPr id="18" name="object-16-s3-ux">
            <a:extLst xmlns:a="http://schemas.openxmlformats.org/drawingml/2006/main">
              <a:ext uri="{FF2B5EF4-FFF2-40B4-BE49-F238E27FC236}">
                <a16:creationId xmlns:a16="http://schemas.microsoft.com/office/drawing/2014/main" id="{0651EA49-9218-42D8-8E80-89CE279F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353" y="4419034"/>
            <a:ext cx="204793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eig(L) = eig(R)</a:t>
            </a:r>
          </a:p>
        </p:txBody>
      </p:sp>
      <p:sp>
        <p:nvSpPr>
          <p:cNvPr id="19" name="object-17-s4-ux">
            <a:extLst xmlns:a="http://schemas.openxmlformats.org/drawingml/2006/main">
              <a:ext uri="{FF2B5EF4-FFF2-40B4-BE49-F238E27FC236}">
                <a16:creationId xmlns:a16="http://schemas.microsoft.com/office/drawing/2014/main" id="{8A3377EA-CD0F-438D-A237-864B876B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179" y="1612969"/>
            <a:ext cx="1410593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Running example</a:t>
            </a:r>
          </a:p>
        </p:txBody>
      </p:sp>
      <p:sp>
        <p:nvSpPr>
          <p:cNvPr id="20" name="object-18-s4-ux">
            <a:extLst xmlns:a="http://schemas.openxmlformats.org/drawingml/2006/main">
              <a:ext uri="{FF2B5EF4-FFF2-40B4-BE49-F238E27FC236}">
                <a16:creationId xmlns:a16="http://schemas.microsoft.com/office/drawing/2014/main" id="{34772A45-5BEE-4CD8-9CF8-E05FC725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8739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21" name="object-19-s4-ux">
            <a:extLst xmlns:a="http://schemas.openxmlformats.org/drawingml/2006/main">
              <a:ext uri="{FF2B5EF4-FFF2-40B4-BE49-F238E27FC236}">
                <a16:creationId xmlns:a16="http://schemas.microsoft.com/office/drawing/2014/main" id="{BA0B8BEE-EED7-4527-9D75-9BC83D13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4494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22" name="object-20-s4-ux">
            <a:extLst xmlns:a="http://schemas.openxmlformats.org/drawingml/2006/main">
              <a:ext uri="{FF2B5EF4-FFF2-40B4-BE49-F238E27FC236}">
                <a16:creationId xmlns:a16="http://schemas.microsoft.com/office/drawing/2014/main" id="{36DABDF3-B3A4-464D-95C8-0AB24E19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2058739"/>
            <a:ext cx="95" cy="325755"/>
          </a:xfrm>
          <a:custGeom xmlns:a="http://schemas.openxmlformats.org/drawingml/2006/main">
            <a:pathLst>
              <a:path w="95" h="325755">
                <a:moveTo>
                  <a:pt x="0" y="0"/>
                </a:moveTo>
                <a:lnTo>
                  <a:pt x="0" y="3257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23" name="object-21-s4-ux">
            <a:extLst xmlns:a="http://schemas.openxmlformats.org/drawingml/2006/main">
              <a:ext uri="{FF2B5EF4-FFF2-40B4-BE49-F238E27FC236}">
                <a16:creationId xmlns:a16="http://schemas.microsoft.com/office/drawing/2014/main" id="{ABAE1E3F-9BBF-40F1-B04D-16DE360B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846" y="2020163"/>
            <a:ext cx="77153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573">
            <a:noFill/>
            <a:prstDash val="solid"/>
          </a:ln>
        </p:spPr>
      </p:sp>
      <p:sp>
        <p:nvSpPr>
          <p:cNvPr id="24" name="object-22-s4-ux">
            <a:extLst xmlns:a="http://schemas.openxmlformats.org/drawingml/2006/main">
              <a:ext uri="{FF2B5EF4-FFF2-40B4-BE49-F238E27FC236}">
                <a16:creationId xmlns:a16="http://schemas.microsoft.com/office/drawing/2014/main" id="{B6CEFEAD-7734-4A6E-A57E-2E872040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846" y="2345918"/>
            <a:ext cx="77153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573">
            <a:noFill/>
            <a:prstDash val="solid"/>
          </a:ln>
        </p:spPr>
      </p:sp>
      <p:sp>
        <p:nvSpPr>
          <p:cNvPr id="25" name="object-23-s4-ux">
            <a:extLst xmlns:a="http://schemas.openxmlformats.org/drawingml/2006/main">
              <a:ext uri="{FF2B5EF4-FFF2-40B4-BE49-F238E27FC236}">
                <a16:creationId xmlns:a16="http://schemas.microsoft.com/office/drawing/2014/main" id="{D01892EA-9FCA-4549-96E2-03D9BF92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032" y="1955869"/>
            <a:ext cx="377190" cy="531495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145">
            <a:solidFill>
              <a:srgbClr val="087E86"/>
            </a:solidFill>
            <a:prstDash val="solid"/>
          </a:ln>
        </p:spPr>
      </p:sp>
      <p:sp>
        <p:nvSpPr>
          <p:cNvPr id="26" name="object-24-s4-ux">
            <a:extLst xmlns:a="http://schemas.openxmlformats.org/drawingml/2006/main">
              <a:ext uri="{FF2B5EF4-FFF2-40B4-BE49-F238E27FC236}">
                <a16:creationId xmlns:a16="http://schemas.microsoft.com/office/drawing/2014/main" id="{D25A2720-0F2E-4D70-ADF2-3EEB25B7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16" y="2086838"/>
            <a:ext cx="21922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68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7" name="object-25-s4-ux">
            <a:extLst xmlns:a="http://schemas.openxmlformats.org/drawingml/2006/main">
              <a:ext uri="{FF2B5EF4-FFF2-40B4-BE49-F238E27FC236}">
                <a16:creationId xmlns:a16="http://schemas.microsoft.com/office/drawing/2014/main" id="{3AA9A295-D4D1-4755-B13D-0AB63392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34" y="2034070"/>
            <a:ext cx="234952" cy="34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9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28" name="object-26-s4-ux">
            <a:extLst xmlns:a="http://schemas.openxmlformats.org/drawingml/2006/main">
              <a:ext uri="{FF2B5EF4-FFF2-40B4-BE49-F238E27FC236}">
                <a16:creationId xmlns:a16="http://schemas.microsoft.com/office/drawing/2014/main" id="{731A3E54-03F0-4E2B-B77B-E382E94D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740" y="2058739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29" name="object-27-s4-ux">
            <a:extLst xmlns:a="http://schemas.openxmlformats.org/drawingml/2006/main">
              <a:ext uri="{FF2B5EF4-FFF2-40B4-BE49-F238E27FC236}">
                <a16:creationId xmlns:a16="http://schemas.microsoft.com/office/drawing/2014/main" id="{116E8C7D-3926-4DE6-B6BB-A3EBBD4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740" y="2384494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30" name="object-28-s4-ux">
            <a:extLst xmlns:a="http://schemas.openxmlformats.org/drawingml/2006/main">
              <a:ext uri="{FF2B5EF4-FFF2-40B4-BE49-F238E27FC236}">
                <a16:creationId xmlns:a16="http://schemas.microsoft.com/office/drawing/2014/main" id="{2D55168F-1B08-421D-B0EE-481B0566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7" y="1955869"/>
            <a:ext cx="377191" cy="531495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145">
            <a:solidFill>
              <a:srgbClr val="087E86"/>
            </a:solidFill>
            <a:prstDash val="solid"/>
          </a:ln>
        </p:spPr>
      </p:sp>
      <p:sp>
        <p:nvSpPr>
          <p:cNvPr id="31" name="object-29-s4-ux">
            <a:extLst xmlns:a="http://schemas.openxmlformats.org/drawingml/2006/main">
              <a:ext uri="{FF2B5EF4-FFF2-40B4-BE49-F238E27FC236}">
                <a16:creationId xmlns:a16="http://schemas.microsoft.com/office/drawing/2014/main" id="{06F208FC-B064-446E-BC85-6CC3B98B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01" y="2086838"/>
            <a:ext cx="21922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68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2" name="object-30-s4-ux">
            <a:extLst xmlns:a="http://schemas.openxmlformats.org/drawingml/2006/main">
              <a:ext uri="{FF2B5EF4-FFF2-40B4-BE49-F238E27FC236}">
                <a16:creationId xmlns:a16="http://schemas.microsoft.com/office/drawing/2014/main" id="{35CA2BAA-417C-4A72-BBAD-2543B8BF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418" y="2058739"/>
            <a:ext cx="95" cy="325755"/>
          </a:xfrm>
          <a:custGeom xmlns:a="http://schemas.openxmlformats.org/drawingml/2006/main">
            <a:pathLst>
              <a:path w="95" h="325755">
                <a:moveTo>
                  <a:pt x="0" y="0"/>
                </a:moveTo>
                <a:lnTo>
                  <a:pt x="0" y="3257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33" name="object-31-s4-ux">
            <a:extLst xmlns:a="http://schemas.openxmlformats.org/drawingml/2006/main">
              <a:ext uri="{FF2B5EF4-FFF2-40B4-BE49-F238E27FC236}">
                <a16:creationId xmlns:a16="http://schemas.microsoft.com/office/drawing/2014/main" id="{1CB9E1AE-81CA-4F58-905B-39A74206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841" y="2020163"/>
            <a:ext cx="77152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573">
            <a:noFill/>
            <a:prstDash val="solid"/>
          </a:ln>
        </p:spPr>
      </p:sp>
      <p:sp>
        <p:nvSpPr>
          <p:cNvPr id="34" name="object-32-s4-ux">
            <a:extLst xmlns:a="http://schemas.openxmlformats.org/drawingml/2006/main">
              <a:ext uri="{FF2B5EF4-FFF2-40B4-BE49-F238E27FC236}">
                <a16:creationId xmlns:a16="http://schemas.microsoft.com/office/drawing/2014/main" id="{8F27D6EA-55F1-47D1-B935-6B24D6A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0406" y="2294483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35" name="object-33-s4-ux">
            <a:extLst xmlns:a="http://schemas.openxmlformats.org/drawingml/2006/main">
              <a:ext uri="{FF2B5EF4-FFF2-40B4-BE49-F238E27FC236}">
                <a16:creationId xmlns:a16="http://schemas.microsoft.com/office/drawing/2014/main" id="{2D5677A6-1726-4B43-B857-9BC3B77C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410" y="2324487"/>
            <a:ext cx="120015" cy="120015"/>
          </a:xfrm>
          <a:custGeom xmlns:a="http://schemas.openxmlformats.org/drawingml/2006/main">
            <a:pathLst>
              <a:path w="120015" h="120015">
                <a:moveTo>
                  <a:pt x="0" y="60008"/>
                </a:moveTo>
                <a:lnTo>
                  <a:pt x="120015" y="60008"/>
                </a:lnTo>
              </a:path>
              <a:path w="120015" h="120015">
                <a:moveTo>
                  <a:pt x="60008" y="0"/>
                </a:moveTo>
                <a:lnTo>
                  <a:pt x="60008" y="1200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36" name="object-34-s4-ux">
            <a:extLst xmlns:a="http://schemas.openxmlformats.org/drawingml/2006/main">
              <a:ext uri="{FF2B5EF4-FFF2-40B4-BE49-F238E27FC236}">
                <a16:creationId xmlns:a16="http://schemas.microsoft.com/office/drawing/2014/main" id="{135B180A-D1A6-4954-BC86-FE708866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9602"/>
            <a:ext cx="4516934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 and CX: trace 2; spectrum {1, 1, 1, −1}</a:t>
            </a:r>
          </a:p>
        </p:txBody>
      </p:sp>
      <p:sp>
        <p:nvSpPr>
          <p:cNvPr id="37" name="object-36-s2-ux">
            <a:extLst xmlns:a="http://schemas.openxmlformats.org/drawingml/2006/main">
              <a:ext uri="{FF2B5EF4-FFF2-40B4-BE49-F238E27FC236}">
                <a16:creationId xmlns:a16="http://schemas.microsoft.com/office/drawing/2014/main" id="{2A50B0F7-B3C1-46EF-8F9C-8F21052D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47504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Assume L and R are unitary and have the same dimension. Equal trace alone does not guarantee a unitary S.</a:t>
            </a:r>
          </a:p>
        </p:txBody>
      </p:sp>
      <p:sp>
        <p:nvSpPr>
          <p:cNvPr id="38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8B4DEE33-7EC0-4A4D-A438-28F14781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5696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§5.3, Theorem 5.1, Lemmas 5.3–5.4</a:t>
            </a:r>
          </a:p>
        </p:txBody>
      </p:sp>
      <p:sp>
        <p:nvSpPr>
          <p:cNvPr id="39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5E7937CA-95DC-4A52-B330-940EFCC6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40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0CC2FE7F-E9DF-49BC-827B-FD853D56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5 / 6</a:t>
            </a:r>
          </a:p>
        </p:txBody>
      </p:sp>
    </p:spTree>
    <p:extLst>
      <p:ext uri="{BB962C8B-B14F-4D97-AF65-F5344CB8AC3E}">
        <p14:creationId xmlns:p14="http://schemas.microsoft.com/office/powerpoint/2010/main" val="13787944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DF6D0B1-157D-4013-966E-5294A04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0F2D4735-1293-4B50-9515-F51D6290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10223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synthesis: enumerate, decide, solve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3035A385-F6FA-435A-A51B-34AB8556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321171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FROM CANDIDATES TO SYMBOLIC RULES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516B35F2-8111-4EB7-81CA-D8D0FC06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6304"/>
            <a:ext cx="589612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1. Enumerate all candidate pairs (L, R) within the bounds.</a:t>
            </a:r>
          </a:p>
        </p:txBody>
      </p:sp>
      <p:sp>
        <p:nvSpPr>
          <p:cNvPr id="5" name="object-3-s1-ux">
            <a:extLst xmlns:a="http://schemas.openxmlformats.org/drawingml/2006/main">
              <a:ext uri="{FF2B5EF4-FFF2-40B4-BE49-F238E27FC236}">
                <a16:creationId xmlns:a16="http://schemas.microsoft.com/office/drawing/2014/main" id="{43DE271F-CA46-4CE5-BACE-9C8683E1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4454"/>
            <a:ext cx="583257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2. For each candidate, decide whether a unitary S exists.</a:t>
            </a:r>
          </a:p>
        </p:txBody>
      </p:sp>
      <p:sp>
        <p:nvSpPr>
          <p:cNvPr id="6" name="object-4-s1-ux">
            <a:extLst xmlns:a="http://schemas.openxmlformats.org/drawingml/2006/main">
              <a:ext uri="{FF2B5EF4-FFF2-40B4-BE49-F238E27FC236}">
                <a16:creationId xmlns:a16="http://schemas.microsoft.com/office/drawing/2014/main" id="{54E42440-2700-426E-8A46-B81C2EF6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2604"/>
            <a:ext cx="454833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3. If it exists, solve for the matrix space of S.</a:t>
            </a:r>
          </a:p>
        </p:txBody>
      </p:sp>
      <p:sp>
        <p:nvSpPr>
          <p:cNvPr id="7" name="object-5-s2-ux">
            <a:extLst xmlns:a="http://schemas.openxmlformats.org/drawingml/2006/main">
              <a:ext uri="{FF2B5EF4-FFF2-40B4-BE49-F238E27FC236}">
                <a16:creationId xmlns:a16="http://schemas.microsoft.com/office/drawing/2014/main" id="{0D68A3FE-5686-4DDC-9459-14D76973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2664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8" name="object-6-s2-ux">
            <a:extLst xmlns:a="http://schemas.openxmlformats.org/drawingml/2006/main">
              <a:ext uri="{FF2B5EF4-FFF2-40B4-BE49-F238E27FC236}">
                <a16:creationId xmlns:a16="http://schemas.microsoft.com/office/drawing/2014/main" id="{45B0B310-1CAB-49B3-BCCB-1A6C15C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6494"/>
            <a:ext cx="2340322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TRACE FILTER · Lemma 5.4</a:t>
            </a:r>
          </a:p>
        </p:txBody>
      </p:sp>
      <p:sp>
        <p:nvSpPr>
          <p:cNvPr id="9" name="object-7-s2-ux">
            <a:extLst xmlns:a="http://schemas.openxmlformats.org/drawingml/2006/main">
              <a:ext uri="{FF2B5EF4-FFF2-40B4-BE49-F238E27FC236}">
                <a16:creationId xmlns:a16="http://schemas.microsoft.com/office/drawing/2014/main" id="{FA15B7F3-862E-4598-9F04-1637A4B9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143" y="3136017"/>
            <a:ext cx="2031057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Necessary, not sufficient</a:t>
            </a:r>
          </a:p>
        </p:txBody>
      </p:sp>
      <p:sp>
        <p:nvSpPr>
          <p:cNvPr id="10" name="object-8-s2-ux">
            <a:extLst xmlns:a="http://schemas.openxmlformats.org/drawingml/2006/main">
              <a:ext uri="{FF2B5EF4-FFF2-40B4-BE49-F238E27FC236}">
                <a16:creationId xmlns:a16="http://schemas.microsoft.com/office/drawing/2014/main" id="{D20D40BB-19B1-43D4-926F-3FFBDC26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75" y="3437959"/>
            <a:ext cx="30949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∃ unitary S : S L = R S</a:t>
            </a:r>
          </a:p>
        </p:txBody>
      </p:sp>
      <p:sp>
        <p:nvSpPr>
          <p:cNvPr id="11" name="object-9-s2-ux">
            <a:extLst xmlns:a="http://schemas.openxmlformats.org/drawingml/2006/main">
              <a:ext uri="{FF2B5EF4-FFF2-40B4-BE49-F238E27FC236}">
                <a16:creationId xmlns:a16="http://schemas.microsoft.com/office/drawing/2014/main" id="{16C9FA46-DD2E-42BA-824C-B4BD0C2F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49" y="3363664"/>
            <a:ext cx="46330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12" name="object-10-s2-ux">
            <a:extLst xmlns:a="http://schemas.openxmlformats.org/drawingml/2006/main">
              <a:ext uri="{FF2B5EF4-FFF2-40B4-BE49-F238E27FC236}">
                <a16:creationId xmlns:a16="http://schemas.microsoft.com/office/drawing/2014/main" id="{57A49B48-A862-4958-9C93-C1D3807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916" y="3437959"/>
            <a:ext cx="160680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tr(L) = tr(R)</a:t>
            </a:r>
          </a:p>
        </p:txBody>
      </p:sp>
      <p:sp>
        <p:nvSpPr>
          <p:cNvPr id="13" name="object-11-s3-ux">
            <a:extLst xmlns:a="http://schemas.openxmlformats.org/drawingml/2006/main">
              <a:ext uri="{FF2B5EF4-FFF2-40B4-BE49-F238E27FC236}">
                <a16:creationId xmlns:a16="http://schemas.microsoft.com/office/drawing/2014/main" id="{384C60F3-5189-483A-BE38-7F7F1DD0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2789"/>
            <a:ext cx="10782300" cy="95"/>
          </a:xfrm>
          <a:custGeom xmlns:a="http://schemas.openxmlformats.org/drawingml/2006/main">
            <a:pathLst>
              <a:path w="10782300" h="95">
                <a:moveTo>
                  <a:pt x="0" y="0"/>
                </a:moveTo>
                <a:lnTo>
                  <a:pt x="1078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14" name="object-12-s3-ux">
            <a:extLst xmlns:a="http://schemas.openxmlformats.org/drawingml/2006/main">
              <a:ext uri="{FF2B5EF4-FFF2-40B4-BE49-F238E27FC236}">
                <a16:creationId xmlns:a16="http://schemas.microsoft.com/office/drawing/2014/main" id="{59FD83BA-A029-4DEB-A7C2-3DD474FD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7569"/>
            <a:ext cx="270257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EIGENVALUE TEST · Lemma 5.3</a:t>
            </a:r>
          </a:p>
        </p:txBody>
      </p:sp>
      <p:sp>
        <p:nvSpPr>
          <p:cNvPr id="15" name="object-13-s3-ux">
            <a:extLst xmlns:a="http://schemas.openxmlformats.org/drawingml/2006/main">
              <a:ext uri="{FF2B5EF4-FFF2-40B4-BE49-F238E27FC236}">
                <a16:creationId xmlns:a16="http://schemas.microsoft.com/office/drawing/2014/main" id="{51E758F3-5958-437B-87BB-0E54EFFA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229" y="4117092"/>
            <a:ext cx="367397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Necessary and sufficient · equal multiplicities</a:t>
            </a:r>
          </a:p>
        </p:txBody>
      </p:sp>
      <p:sp>
        <p:nvSpPr>
          <p:cNvPr id="16" name="object-14-s3-ux">
            <a:extLst xmlns:a="http://schemas.openxmlformats.org/drawingml/2006/main">
              <a:ext uri="{FF2B5EF4-FFF2-40B4-BE49-F238E27FC236}">
                <a16:creationId xmlns:a16="http://schemas.microsoft.com/office/drawing/2014/main" id="{1ABC55F3-713B-43CF-93F5-610631DF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75" y="4419034"/>
            <a:ext cx="309494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∃ unitary S : S L = R S</a:t>
            </a:r>
          </a:p>
        </p:txBody>
      </p:sp>
      <p:sp>
        <p:nvSpPr>
          <p:cNvPr id="17" name="object-15-s3-ux">
            <a:extLst xmlns:a="http://schemas.openxmlformats.org/drawingml/2006/main">
              <a:ext uri="{FF2B5EF4-FFF2-40B4-BE49-F238E27FC236}">
                <a16:creationId xmlns:a16="http://schemas.microsoft.com/office/drawing/2014/main" id="{A78325C2-7546-4499-85D0-D1E39357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49" y="4344739"/>
            <a:ext cx="46330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⇔</a:t>
            </a:r>
          </a:p>
        </p:txBody>
      </p:sp>
      <p:sp>
        <p:nvSpPr>
          <p:cNvPr id="18" name="object-16-s3-ux">
            <a:extLst xmlns:a="http://schemas.openxmlformats.org/drawingml/2006/main">
              <a:ext uri="{FF2B5EF4-FFF2-40B4-BE49-F238E27FC236}">
                <a16:creationId xmlns:a16="http://schemas.microsoft.com/office/drawing/2014/main" id="{B8985743-7B25-4A86-A42E-09065F6D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353" y="4419034"/>
            <a:ext cx="2047935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eig(L) = eig(R)</a:t>
            </a:r>
          </a:p>
        </p:txBody>
      </p:sp>
      <p:sp>
        <p:nvSpPr>
          <p:cNvPr id="19" name="object-17-s4-ux">
            <a:extLst xmlns:a="http://schemas.openxmlformats.org/drawingml/2006/main">
              <a:ext uri="{FF2B5EF4-FFF2-40B4-BE49-F238E27FC236}">
                <a16:creationId xmlns:a16="http://schemas.microsoft.com/office/drawing/2014/main" id="{08B10AF0-1709-4B82-9114-3CA65179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179" y="1612969"/>
            <a:ext cx="1410593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Running example</a:t>
            </a:r>
          </a:p>
        </p:txBody>
      </p:sp>
      <p:sp>
        <p:nvSpPr>
          <p:cNvPr id="20" name="object-18-s4-ux">
            <a:extLst xmlns:a="http://schemas.openxmlformats.org/drawingml/2006/main">
              <a:ext uri="{FF2B5EF4-FFF2-40B4-BE49-F238E27FC236}">
                <a16:creationId xmlns:a16="http://schemas.microsoft.com/office/drawing/2014/main" id="{7743C232-CA2B-4B48-A782-589465F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8739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21" name="object-19-s4-ux">
            <a:extLst xmlns:a="http://schemas.openxmlformats.org/drawingml/2006/main">
              <a:ext uri="{FF2B5EF4-FFF2-40B4-BE49-F238E27FC236}">
                <a16:creationId xmlns:a16="http://schemas.microsoft.com/office/drawing/2014/main" id="{96325C7A-F2BC-4CF6-AD6D-69ED4D4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4494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22" name="object-20-s4-ux">
            <a:extLst xmlns:a="http://schemas.openxmlformats.org/drawingml/2006/main">
              <a:ext uri="{FF2B5EF4-FFF2-40B4-BE49-F238E27FC236}">
                <a16:creationId xmlns:a16="http://schemas.microsoft.com/office/drawing/2014/main" id="{7A18D660-F223-4BA8-855F-6C5CE1BF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2058739"/>
            <a:ext cx="95" cy="325755"/>
          </a:xfrm>
          <a:custGeom xmlns:a="http://schemas.openxmlformats.org/drawingml/2006/main">
            <a:pathLst>
              <a:path w="95" h="325755">
                <a:moveTo>
                  <a:pt x="0" y="0"/>
                </a:moveTo>
                <a:lnTo>
                  <a:pt x="0" y="3257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23" name="object-21-s4-ux">
            <a:extLst xmlns:a="http://schemas.openxmlformats.org/drawingml/2006/main">
              <a:ext uri="{FF2B5EF4-FFF2-40B4-BE49-F238E27FC236}">
                <a16:creationId xmlns:a16="http://schemas.microsoft.com/office/drawing/2014/main" id="{75D95E13-085C-4023-BD59-8EC9F88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846" y="2020163"/>
            <a:ext cx="77153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573">
            <a:noFill/>
            <a:prstDash val="solid"/>
          </a:ln>
        </p:spPr>
      </p:sp>
      <p:sp>
        <p:nvSpPr>
          <p:cNvPr id="24" name="object-22-s4-ux">
            <a:extLst xmlns:a="http://schemas.openxmlformats.org/drawingml/2006/main">
              <a:ext uri="{FF2B5EF4-FFF2-40B4-BE49-F238E27FC236}">
                <a16:creationId xmlns:a16="http://schemas.microsoft.com/office/drawing/2014/main" id="{52590748-4C2B-4F81-9101-B977A23C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846" y="2345918"/>
            <a:ext cx="77153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573">
            <a:noFill/>
            <a:prstDash val="solid"/>
          </a:ln>
        </p:spPr>
      </p:sp>
      <p:sp>
        <p:nvSpPr>
          <p:cNvPr id="25" name="object-23-s4-ux">
            <a:extLst xmlns:a="http://schemas.openxmlformats.org/drawingml/2006/main">
              <a:ext uri="{FF2B5EF4-FFF2-40B4-BE49-F238E27FC236}">
                <a16:creationId xmlns:a16="http://schemas.microsoft.com/office/drawing/2014/main" id="{10BC0400-E7EB-47BB-8D21-90903219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032" y="1955869"/>
            <a:ext cx="377190" cy="531495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145">
            <a:solidFill>
              <a:srgbClr val="087E86"/>
            </a:solidFill>
            <a:prstDash val="solid"/>
          </a:ln>
        </p:spPr>
      </p:sp>
      <p:sp>
        <p:nvSpPr>
          <p:cNvPr id="26" name="object-24-s4-ux">
            <a:extLst xmlns:a="http://schemas.openxmlformats.org/drawingml/2006/main">
              <a:ext uri="{FF2B5EF4-FFF2-40B4-BE49-F238E27FC236}">
                <a16:creationId xmlns:a16="http://schemas.microsoft.com/office/drawing/2014/main" id="{8DA65DBD-CF98-4C82-85B4-5297243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16" y="2086838"/>
            <a:ext cx="21922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68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7" name="object-25-s4-ux">
            <a:extLst xmlns:a="http://schemas.openxmlformats.org/drawingml/2006/main">
              <a:ext uri="{FF2B5EF4-FFF2-40B4-BE49-F238E27FC236}">
                <a16:creationId xmlns:a16="http://schemas.microsoft.com/office/drawing/2014/main" id="{3DC10BAD-E1BD-4158-8EDF-C70B40ED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34" y="2034070"/>
            <a:ext cx="234952" cy="34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93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28" name="object-26-s4-ux">
            <a:extLst xmlns:a="http://schemas.openxmlformats.org/drawingml/2006/main">
              <a:ext uri="{FF2B5EF4-FFF2-40B4-BE49-F238E27FC236}">
                <a16:creationId xmlns:a16="http://schemas.microsoft.com/office/drawing/2014/main" id="{EE0C4008-D9B9-45FC-81A0-1CC8628E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740" y="2058739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29" name="object-27-s4-ux">
            <a:extLst xmlns:a="http://schemas.openxmlformats.org/drawingml/2006/main">
              <a:ext uri="{FF2B5EF4-FFF2-40B4-BE49-F238E27FC236}">
                <a16:creationId xmlns:a16="http://schemas.microsoft.com/office/drawing/2014/main" id="{94D38CDA-4C56-4420-807A-C90CC1C9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740" y="2384494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5E7275"/>
            </a:solidFill>
            <a:prstDash val="solid"/>
          </a:ln>
        </p:spPr>
      </p:sp>
      <p:sp>
        <p:nvSpPr>
          <p:cNvPr id="30" name="object-28-s4-ux">
            <a:extLst xmlns:a="http://schemas.openxmlformats.org/drawingml/2006/main">
              <a:ext uri="{FF2B5EF4-FFF2-40B4-BE49-F238E27FC236}">
                <a16:creationId xmlns:a16="http://schemas.microsoft.com/office/drawing/2014/main" id="{227DE62C-24D0-4C79-8452-DB85CFA9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17" y="1955869"/>
            <a:ext cx="377191" cy="531495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7145">
            <a:solidFill>
              <a:srgbClr val="087E86"/>
            </a:solidFill>
            <a:prstDash val="solid"/>
          </a:ln>
        </p:spPr>
      </p:sp>
      <p:sp>
        <p:nvSpPr>
          <p:cNvPr id="31" name="object-29-s4-ux">
            <a:extLst xmlns:a="http://schemas.openxmlformats.org/drawingml/2006/main">
              <a:ext uri="{FF2B5EF4-FFF2-40B4-BE49-F238E27FC236}">
                <a16:creationId xmlns:a16="http://schemas.microsoft.com/office/drawing/2014/main" id="{B9E9667A-EB4D-40B5-8CDF-54B6037E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01" y="2086838"/>
            <a:ext cx="219224" cy="28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688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2" name="object-30-s4-ux">
            <a:extLst xmlns:a="http://schemas.openxmlformats.org/drawingml/2006/main">
              <a:ext uri="{FF2B5EF4-FFF2-40B4-BE49-F238E27FC236}">
                <a16:creationId xmlns:a16="http://schemas.microsoft.com/office/drawing/2014/main" id="{F52D9B58-B5A1-47DC-8972-2E053447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418" y="2058739"/>
            <a:ext cx="95" cy="325755"/>
          </a:xfrm>
          <a:custGeom xmlns:a="http://schemas.openxmlformats.org/drawingml/2006/main">
            <a:pathLst>
              <a:path w="95" h="325755">
                <a:moveTo>
                  <a:pt x="0" y="0"/>
                </a:moveTo>
                <a:lnTo>
                  <a:pt x="0" y="3257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33" name="object-31-s4-ux">
            <a:extLst xmlns:a="http://schemas.openxmlformats.org/drawingml/2006/main">
              <a:ext uri="{FF2B5EF4-FFF2-40B4-BE49-F238E27FC236}">
                <a16:creationId xmlns:a16="http://schemas.microsoft.com/office/drawing/2014/main" id="{E4857672-509C-464D-BD2B-35BBA533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841" y="2020163"/>
            <a:ext cx="77152" cy="77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8573">
            <a:noFill/>
            <a:prstDash val="solid"/>
          </a:ln>
        </p:spPr>
      </p:sp>
      <p:sp>
        <p:nvSpPr>
          <p:cNvPr id="34" name="object-32-s4-ux">
            <a:extLst xmlns:a="http://schemas.openxmlformats.org/drawingml/2006/main">
              <a:ext uri="{FF2B5EF4-FFF2-40B4-BE49-F238E27FC236}">
                <a16:creationId xmlns:a16="http://schemas.microsoft.com/office/drawing/2014/main" id="{4BB01055-4B37-4B4B-868E-EFA82CC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0406" y="2294483"/>
            <a:ext cx="180023" cy="180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35" name="object-33-s4-ux">
            <a:extLst xmlns:a="http://schemas.openxmlformats.org/drawingml/2006/main">
              <a:ext uri="{FF2B5EF4-FFF2-40B4-BE49-F238E27FC236}">
                <a16:creationId xmlns:a16="http://schemas.microsoft.com/office/drawing/2014/main" id="{70E223AD-85B3-4FD1-A626-D067B0CD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410" y="2324487"/>
            <a:ext cx="120015" cy="120015"/>
          </a:xfrm>
          <a:custGeom xmlns:a="http://schemas.openxmlformats.org/drawingml/2006/main">
            <a:pathLst>
              <a:path w="120015" h="120015">
                <a:moveTo>
                  <a:pt x="0" y="60008"/>
                </a:moveTo>
                <a:lnTo>
                  <a:pt x="120015" y="60008"/>
                </a:lnTo>
              </a:path>
              <a:path w="120015" h="120015">
                <a:moveTo>
                  <a:pt x="60008" y="0"/>
                </a:moveTo>
                <a:lnTo>
                  <a:pt x="60008" y="1200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1431">
            <a:solidFill>
              <a:srgbClr val="D66A3E"/>
            </a:solidFill>
            <a:prstDash val="solid"/>
          </a:ln>
        </p:spPr>
      </p:sp>
      <p:sp>
        <p:nvSpPr>
          <p:cNvPr id="36" name="object-34-s4-ux">
            <a:extLst xmlns:a="http://schemas.openxmlformats.org/drawingml/2006/main">
              <a:ext uri="{FF2B5EF4-FFF2-40B4-BE49-F238E27FC236}">
                <a16:creationId xmlns:a16="http://schemas.microsoft.com/office/drawing/2014/main" id="{14A2005A-3453-474E-BED7-6DB58649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9602"/>
            <a:ext cx="4516934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 and CX: trace 2; spectrum {1, 1, 1, −1}</a:t>
            </a:r>
          </a:p>
        </p:txBody>
      </p:sp>
      <p:sp>
        <p:nvSpPr>
          <p:cNvPr id="37" name="object-35-s5-ux">
            <a:extLst xmlns:a="http://schemas.openxmlformats.org/drawingml/2006/main">
              <a:ext uri="{FF2B5EF4-FFF2-40B4-BE49-F238E27FC236}">
                <a16:creationId xmlns:a16="http://schemas.microsoft.com/office/drawing/2014/main" id="{33919355-0679-40CA-B519-CEFE287F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39124"/>
            <a:ext cx="1934468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Unitary S exists</a:t>
            </a:r>
          </a:p>
        </p:txBody>
      </p:sp>
      <p:sp>
        <p:nvSpPr>
          <p:cNvPr id="38" name="object-36-s2-ux">
            <a:extLst xmlns:a="http://schemas.openxmlformats.org/drawingml/2006/main">
              <a:ext uri="{FF2B5EF4-FFF2-40B4-BE49-F238E27FC236}">
                <a16:creationId xmlns:a16="http://schemas.microsoft.com/office/drawing/2014/main" id="{FC2A0AC5-F20F-467B-A9C1-5131009A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47504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Assume L and R are unitary and have the same dimension. Equal trace alone does not guarantee a unitary S.</a:t>
            </a:r>
          </a:p>
        </p:txBody>
      </p:sp>
      <p:sp>
        <p:nvSpPr>
          <p:cNvPr id="39" name="object-37-s0-ux">
            <a:extLst xmlns:a="http://schemas.openxmlformats.org/drawingml/2006/main">
              <a:ext uri="{FF2B5EF4-FFF2-40B4-BE49-F238E27FC236}">
                <a16:creationId xmlns:a16="http://schemas.microsoft.com/office/drawing/2014/main" id="{EAB4ACC5-AB39-4E13-AAE9-5E3A5F1D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35696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§5.3, Theorem 5.1, Lemmas 5.3–5.4</a:t>
            </a:r>
          </a:p>
        </p:txBody>
      </p:sp>
      <p:sp>
        <p:nvSpPr>
          <p:cNvPr id="40" name="object-38-s0-ux">
            <a:extLst xmlns:a="http://schemas.openxmlformats.org/drawingml/2006/main">
              <a:ext uri="{FF2B5EF4-FFF2-40B4-BE49-F238E27FC236}">
                <a16:creationId xmlns:a16="http://schemas.microsoft.com/office/drawing/2014/main" id="{583F7181-8B6D-4791-ACBE-3927E57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41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887D8DE3-295E-471E-B12B-8C49854F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6 / 6</a:t>
            </a:r>
          </a:p>
        </p:txBody>
      </p:sp>
    </p:spTree>
    <p:extLst>
      <p:ext uri="{BB962C8B-B14F-4D97-AF65-F5344CB8AC3E}">
        <p14:creationId xmlns:p14="http://schemas.microsoft.com/office/powerpoint/2010/main" val="2789263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accent">
            <a:extLst xmlns:a="http://schemas.openxmlformats.org/drawingml/2006/main">
              <a:ext uri="{FF2B5EF4-FFF2-40B4-BE49-F238E27FC236}">
                <a16:creationId xmlns:a16="http://schemas.microsoft.com/office/drawing/2014/main" id="{43C3EA0B-DE6B-402B-8B69-A9F9DC0A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2015F11F-E105-4F8F-9548-7EEF8124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591580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Group by trace, validate spectra, then solve for S</a:t>
            </a:r>
          </a:p>
        </p:txBody>
      </p:sp>
      <p:sp>
        <p:nvSpPr>
          <p:cNvPr id="3" name="object-1-s0-u0">
            <a:extLst xmlns:a="http://schemas.openxmlformats.org/drawingml/2006/main">
              <a:ext uri="{FF2B5EF4-FFF2-40B4-BE49-F238E27FC236}">
                <a16:creationId xmlns:a16="http://schemas.microsoft.com/office/drawing/2014/main" id="{6DE05410-8C71-43D3-BF78-250B971F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7739"/>
            <a:ext cx="4627959" cy="374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1. Group representatives by trace</a:t>
            </a:r>
          </a:p>
        </p:txBody>
      </p:sp>
      <p:sp>
        <p:nvSpPr>
          <p:cNvPr id="4" name="object-2-s0-u0">
            <a:extLst xmlns:a="http://schemas.openxmlformats.org/drawingml/2006/main">
              <a:ext uri="{FF2B5EF4-FFF2-40B4-BE49-F238E27FC236}">
                <a16:creationId xmlns:a16="http://schemas.microsoft.com/office/drawing/2014/main" id="{71318015-4649-4552-8C93-AFC06C93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9239"/>
            <a:ext cx="3333750" cy="173355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-s0-u0">
            <a:extLst xmlns:a="http://schemas.openxmlformats.org/drawingml/2006/main">
              <a:ext uri="{FF2B5EF4-FFF2-40B4-BE49-F238E27FC236}">
                <a16:creationId xmlns:a16="http://schemas.microsoft.com/office/drawing/2014/main" id="{0A5EE108-FF3F-4C14-852D-472AAF71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189" y="2317819"/>
            <a:ext cx="724882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 = 4</a:t>
            </a:r>
          </a:p>
        </p:txBody>
      </p:sp>
      <p:sp>
        <p:nvSpPr>
          <p:cNvPr id="6" name="object-4-s0-u0">
            <a:extLst xmlns:a="http://schemas.openxmlformats.org/drawingml/2006/main">
              <a:ext uri="{FF2B5EF4-FFF2-40B4-BE49-F238E27FC236}">
                <a16:creationId xmlns:a16="http://schemas.microsoft.com/office/drawing/2014/main" id="{79F00305-F4B8-4069-B548-E52A870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49239"/>
            <a:ext cx="3333750" cy="173355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7" name="object-5-s0-u0">
            <a:extLst xmlns:a="http://schemas.openxmlformats.org/drawingml/2006/main">
              <a:ext uri="{FF2B5EF4-FFF2-40B4-BE49-F238E27FC236}">
                <a16:creationId xmlns:a16="http://schemas.microsoft.com/office/drawing/2014/main" id="{9DFF30B2-A111-417B-998F-83561662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414" y="2317819"/>
            <a:ext cx="724882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 = 2</a:t>
            </a:r>
          </a:p>
        </p:txBody>
      </p:sp>
      <p:sp>
        <p:nvSpPr>
          <p:cNvPr id="8" name="object-6-s0-u0">
            <a:extLst xmlns:a="http://schemas.openxmlformats.org/drawingml/2006/main">
              <a:ext uri="{FF2B5EF4-FFF2-40B4-BE49-F238E27FC236}">
                <a16:creationId xmlns:a16="http://schemas.microsoft.com/office/drawing/2014/main" id="{A4460B60-8A11-461E-B0D8-77ACAD1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9239"/>
            <a:ext cx="3333750" cy="173355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9" name="object-7-s0-u0">
            <a:extLst xmlns:a="http://schemas.openxmlformats.org/drawingml/2006/main">
              <a:ext uri="{FF2B5EF4-FFF2-40B4-BE49-F238E27FC236}">
                <a16:creationId xmlns:a16="http://schemas.microsoft.com/office/drawing/2014/main" id="{4F92AF71-987A-48C8-86C5-B0F133AB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639" y="2317819"/>
            <a:ext cx="724882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tr = 0</a:t>
            </a:r>
          </a:p>
        </p:txBody>
      </p:sp>
      <p:sp>
        <p:nvSpPr>
          <p:cNvPr id="10" name="object-8-s0-u0">
            <a:extLst xmlns:a="http://schemas.openxmlformats.org/drawingml/2006/main">
              <a:ext uri="{FF2B5EF4-FFF2-40B4-BE49-F238E27FC236}">
                <a16:creationId xmlns:a16="http://schemas.microsoft.com/office/drawing/2014/main" id="{BEF9853D-C727-46AD-9140-381F00CB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77889"/>
            <a:ext cx="1005840" cy="95"/>
          </a:xfrm>
          <a:custGeom xmlns:a="http://schemas.openxmlformats.org/drawingml/2006/main">
            <a:pathLst>
              <a:path w="1005840" h="95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7275"/>
            </a:solidFill>
            <a:prstDash val="solid"/>
          </a:ln>
        </p:spPr>
      </p:sp>
      <p:sp>
        <p:nvSpPr>
          <p:cNvPr id="11" name="object-9-s0-u0">
            <a:extLst xmlns:a="http://schemas.openxmlformats.org/drawingml/2006/main">
              <a:ext uri="{FF2B5EF4-FFF2-40B4-BE49-F238E27FC236}">
                <a16:creationId xmlns:a16="http://schemas.microsoft.com/office/drawing/2014/main" id="{E8343421-5F90-4CF1-894D-F67DBD9C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12229"/>
            <a:ext cx="1005840" cy="95"/>
          </a:xfrm>
          <a:custGeom xmlns:a="http://schemas.openxmlformats.org/drawingml/2006/main">
            <a:pathLst>
              <a:path w="1005840" h="95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7275"/>
            </a:solidFill>
            <a:prstDash val="solid"/>
          </a:ln>
        </p:spPr>
      </p:sp>
      <p:sp>
        <p:nvSpPr>
          <p:cNvPr id="12" name="object-10-s0-u0">
            <a:extLst xmlns:a="http://schemas.openxmlformats.org/drawingml/2006/main">
              <a:ext uri="{FF2B5EF4-FFF2-40B4-BE49-F238E27FC236}">
                <a16:creationId xmlns:a16="http://schemas.microsoft.com/office/drawing/2014/main" id="{3F7D8319-BB45-46E0-B42C-9BF4453A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50" y="3502729"/>
            <a:ext cx="139750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3" name="object-11-s0-u0">
            <a:extLst xmlns:a="http://schemas.openxmlformats.org/drawingml/2006/main">
              <a:ext uri="{FF2B5EF4-FFF2-40B4-BE49-F238E27FC236}">
                <a16:creationId xmlns:a16="http://schemas.microsoft.com/office/drawing/2014/main" id="{9CF6573A-B19D-4064-9B6C-E51E17CC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77889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14" name="object-12-s0-u0">
            <a:extLst xmlns:a="http://schemas.openxmlformats.org/drawingml/2006/main">
              <a:ext uri="{FF2B5EF4-FFF2-40B4-BE49-F238E27FC236}">
                <a16:creationId xmlns:a16="http://schemas.microsoft.com/office/drawing/2014/main" id="{EADD1708-04DF-40F2-AD71-823AA94F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94132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15" name="object-13-s0-u0">
            <a:extLst xmlns:a="http://schemas.openxmlformats.org/drawingml/2006/main">
              <a:ext uri="{FF2B5EF4-FFF2-40B4-BE49-F238E27FC236}">
                <a16:creationId xmlns:a16="http://schemas.microsoft.com/office/drawing/2014/main" id="{4E0B37EC-2D8B-4F00-8618-5117BE2B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229" y="287788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16" name="object-14-s0-u0">
            <a:extLst xmlns:a="http://schemas.openxmlformats.org/drawingml/2006/main">
              <a:ext uri="{FF2B5EF4-FFF2-40B4-BE49-F238E27FC236}">
                <a16:creationId xmlns:a16="http://schemas.microsoft.com/office/drawing/2014/main" id="{F34B1FE3-B5BD-4537-A27A-D78CF372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937" y="282859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17" name="object-15-s0-u0">
            <a:extLst xmlns:a="http://schemas.openxmlformats.org/drawingml/2006/main">
              <a:ext uri="{FF2B5EF4-FFF2-40B4-BE49-F238E27FC236}">
                <a16:creationId xmlns:a16="http://schemas.microsoft.com/office/drawing/2014/main" id="{51D3EF3C-D726-4296-83B0-66370C57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937" y="3244840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18" name="object-16-s0-u0">
            <a:extLst xmlns:a="http://schemas.openxmlformats.org/drawingml/2006/main">
              <a:ext uri="{FF2B5EF4-FFF2-40B4-BE49-F238E27FC236}">
                <a16:creationId xmlns:a16="http://schemas.microsoft.com/office/drawing/2014/main" id="{BCB60627-272B-4B7B-A689-CB2EF28D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7889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19" name="object-17-s0-u0">
            <a:extLst xmlns:a="http://schemas.openxmlformats.org/drawingml/2006/main">
              <a:ext uri="{FF2B5EF4-FFF2-40B4-BE49-F238E27FC236}">
                <a16:creationId xmlns:a16="http://schemas.microsoft.com/office/drawing/2014/main" id="{0F0980CE-89C1-4365-8695-7C657CB9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94132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20" name="object-18-s0-u0">
            <a:extLst xmlns:a="http://schemas.openxmlformats.org/drawingml/2006/main">
              <a:ext uri="{FF2B5EF4-FFF2-40B4-BE49-F238E27FC236}">
                <a16:creationId xmlns:a16="http://schemas.microsoft.com/office/drawing/2014/main" id="{7AF8AAF6-B646-433B-946C-51F38866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404" y="287788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21" name="object-19-s0-u0">
            <a:extLst xmlns:a="http://schemas.openxmlformats.org/drawingml/2006/main">
              <a:ext uri="{FF2B5EF4-FFF2-40B4-BE49-F238E27FC236}">
                <a16:creationId xmlns:a16="http://schemas.microsoft.com/office/drawing/2014/main" id="{DB748C9A-5620-44E5-9A51-124242B0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112" y="282859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22" name="object-20-s0-u0">
            <a:extLst xmlns:a="http://schemas.openxmlformats.org/drawingml/2006/main">
              <a:ext uri="{FF2B5EF4-FFF2-40B4-BE49-F238E27FC236}">
                <a16:creationId xmlns:a16="http://schemas.microsoft.com/office/drawing/2014/main" id="{481A654F-DF67-4A3C-9E30-F44B3190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389" y="3179118"/>
            <a:ext cx="230028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23" name="object-21-s0-u0">
            <a:extLst xmlns:a="http://schemas.openxmlformats.org/drawingml/2006/main">
              <a:ext uri="{FF2B5EF4-FFF2-40B4-BE49-F238E27FC236}">
                <a16:creationId xmlns:a16="http://schemas.microsoft.com/office/drawing/2014/main" id="{1DA7D440-E38B-47B0-A628-AEDBDCB6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727" y="3217456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24" name="object-22-s0-u0">
            <a:extLst xmlns:a="http://schemas.openxmlformats.org/drawingml/2006/main">
              <a:ext uri="{FF2B5EF4-FFF2-40B4-BE49-F238E27FC236}">
                <a16:creationId xmlns:a16="http://schemas.microsoft.com/office/drawing/2014/main" id="{EFA0C7F1-75F6-4F70-AAE9-7F703424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02729"/>
            <a:ext cx="381000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CZ</a:t>
            </a:r>
          </a:p>
        </p:txBody>
      </p:sp>
      <p:sp>
        <p:nvSpPr>
          <p:cNvPr id="25" name="object-23-s0-u0">
            <a:extLst xmlns:a="http://schemas.openxmlformats.org/drawingml/2006/main">
              <a:ext uri="{FF2B5EF4-FFF2-40B4-BE49-F238E27FC236}">
                <a16:creationId xmlns:a16="http://schemas.microsoft.com/office/drawing/2014/main" id="{8C62862E-3C97-4A2E-B48C-25C13FCD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175" y="3502729"/>
            <a:ext cx="393799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</a:t>
            </a:r>
          </a:p>
        </p:txBody>
      </p:sp>
      <p:sp>
        <p:nvSpPr>
          <p:cNvPr id="26" name="object-24-s0-u0">
            <a:extLst xmlns:a="http://schemas.openxmlformats.org/drawingml/2006/main">
              <a:ext uri="{FF2B5EF4-FFF2-40B4-BE49-F238E27FC236}">
                <a16:creationId xmlns:a16="http://schemas.microsoft.com/office/drawing/2014/main" id="{17A10A99-B157-4D41-ABFA-CBC2EE01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77889"/>
            <a:ext cx="937260" cy="95"/>
          </a:xfrm>
          <a:custGeom xmlns:a="http://schemas.openxmlformats.org/drawingml/2006/main">
            <a:pathLst>
              <a:path w="937260" h="95">
                <a:moveTo>
                  <a:pt x="0" y="0"/>
                </a:moveTo>
                <a:lnTo>
                  <a:pt x="9372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7275"/>
            </a:solidFill>
            <a:prstDash val="solid"/>
          </a:ln>
        </p:spPr>
      </p:sp>
      <p:sp>
        <p:nvSpPr>
          <p:cNvPr id="27" name="object-25-s0-u0">
            <a:extLst xmlns:a="http://schemas.openxmlformats.org/drawingml/2006/main">
              <a:ext uri="{FF2B5EF4-FFF2-40B4-BE49-F238E27FC236}">
                <a16:creationId xmlns:a16="http://schemas.microsoft.com/office/drawing/2014/main" id="{6C6AB7D0-7C42-4B51-89F0-8DAFD446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2229"/>
            <a:ext cx="937260" cy="95"/>
          </a:xfrm>
          <a:custGeom xmlns:a="http://schemas.openxmlformats.org/drawingml/2006/main">
            <a:pathLst>
              <a:path w="937260" h="95">
                <a:moveTo>
                  <a:pt x="0" y="0"/>
                </a:moveTo>
                <a:lnTo>
                  <a:pt x="9372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E7275"/>
            </a:solidFill>
            <a:prstDash val="solid"/>
          </a:ln>
        </p:spPr>
      </p:sp>
      <p:sp>
        <p:nvSpPr>
          <p:cNvPr id="28" name="object-26-s0-u0">
            <a:extLst xmlns:a="http://schemas.openxmlformats.org/drawingml/2006/main">
              <a:ext uri="{FF2B5EF4-FFF2-40B4-BE49-F238E27FC236}">
                <a16:creationId xmlns:a16="http://schemas.microsoft.com/office/drawing/2014/main" id="{C5EBCBB5-944B-463B-86EF-DB300297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3140780"/>
            <a:ext cx="38862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22860">
            <a:solidFill>
              <a:srgbClr val="123039"/>
            </a:solidFill>
            <a:prstDash val="solid"/>
          </a:ln>
        </p:spPr>
      </p:sp>
      <p:sp>
        <p:nvSpPr>
          <p:cNvPr id="29" name="object-27-s0-u0">
            <a:extLst xmlns:a="http://schemas.openxmlformats.org/drawingml/2006/main">
              <a:ext uri="{FF2B5EF4-FFF2-40B4-BE49-F238E27FC236}">
                <a16:creationId xmlns:a16="http://schemas.microsoft.com/office/drawing/2014/main" id="{7DD0427D-9523-48A4-ADE5-1E2F6441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065" y="3189928"/>
            <a:ext cx="205829" cy="24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3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30" name="object-28-s0-u0">
            <a:extLst xmlns:a="http://schemas.openxmlformats.org/drawingml/2006/main">
              <a:ext uri="{FF2B5EF4-FFF2-40B4-BE49-F238E27FC236}">
                <a16:creationId xmlns:a16="http://schemas.microsoft.com/office/drawing/2014/main" id="{E0BFEE11-FCB7-4167-88AF-DA81E75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216" y="3502729"/>
            <a:ext cx="581918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 ⊗ X</a:t>
            </a:r>
          </a:p>
        </p:txBody>
      </p:sp>
      <p:sp>
        <p:nvSpPr>
          <p:cNvPr id="31" name="object-29-s0-u0">
            <a:extLst xmlns:a="http://schemas.openxmlformats.org/drawingml/2006/main">
              <a:ext uri="{FF2B5EF4-FFF2-40B4-BE49-F238E27FC236}">
                <a16:creationId xmlns:a16="http://schemas.microsoft.com/office/drawing/2014/main" id="{48E13209-F668-4AB3-9AB2-170EEFE9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1402"/>
            <a:ext cx="2716857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tr(CZ) = 1 + 1 + 1 − 1 = 2</a:t>
            </a:r>
          </a:p>
        </p:txBody>
      </p:sp>
      <p:sp>
        <p:nvSpPr>
          <p:cNvPr id="32" name="object-30-s0-u0">
            <a:extLst xmlns:a="http://schemas.openxmlformats.org/drawingml/2006/main">
              <a:ext uri="{FF2B5EF4-FFF2-40B4-BE49-F238E27FC236}">
                <a16:creationId xmlns:a16="http://schemas.microsoft.com/office/drawing/2014/main" id="{6AF435D9-8A22-4B80-8090-C4B303D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11402"/>
            <a:ext cx="2730252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tr(CX) = 1 + 1 + 0 + 0 = 2</a:t>
            </a:r>
          </a:p>
        </p:txBody>
      </p:sp>
      <p:sp>
        <p:nvSpPr>
          <p:cNvPr id="33" name="object-31-s0-u0">
            <a:extLst xmlns:a="http://schemas.openxmlformats.org/drawingml/2006/main">
              <a:ext uri="{FF2B5EF4-FFF2-40B4-BE49-F238E27FC236}">
                <a16:creationId xmlns:a16="http://schemas.microsoft.com/office/drawing/2014/main" id="{7FA57B9C-BCAC-4C49-B084-053B5498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4327"/>
            <a:ext cx="7325618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Keep CZ / CX as a candidate pair. Different trace groups cannot pair.</a:t>
            </a:r>
          </a:p>
        </p:txBody>
      </p:sp>
      <p:sp>
        <p:nvSpPr>
          <p:cNvPr id="34" name="object-32-s0-u0">
            <a:extLst xmlns:a="http://schemas.openxmlformats.org/drawingml/2006/main">
              <a:ext uri="{FF2B5EF4-FFF2-40B4-BE49-F238E27FC236}">
                <a16:creationId xmlns:a16="http://schemas.microsoft.com/office/drawing/2014/main" id="{48D93933-2024-4FA3-86E2-733CB0BF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6757"/>
            <a:ext cx="7898309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Trace is a cheap necessary filter; equal trace alone does not establish existence.</a:t>
            </a:r>
          </a:p>
        </p:txBody>
      </p:sp>
      <p:sp>
        <p:nvSpPr>
          <p:cNvPr id="35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E60CD162-FA9C-402C-A843-CB80E8AB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409560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GROUP BY TRACE → CHECK EIGENVALUES → SOLVE</a:t>
            </a:r>
          </a:p>
        </p:txBody>
      </p:sp>
      <p:sp>
        <p:nvSpPr>
          <p:cNvPr id="36" name="object-146-s0-ux">
            <a:extLst xmlns:a="http://schemas.openxmlformats.org/drawingml/2006/main">
              <a:ext uri="{FF2B5EF4-FFF2-40B4-BE49-F238E27FC236}">
                <a16:creationId xmlns:a16="http://schemas.microsoft.com/office/drawing/2014/main" id="{D10DB24D-0CD6-4A90-9321-8632424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485938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§§5.3.3–5.3.4, Lemmas 5.3–5.4; illustrative CZ → CX derivation</a:t>
            </a:r>
          </a:p>
        </p:txBody>
      </p:sp>
      <p:sp>
        <p:nvSpPr>
          <p:cNvPr id="37" name="object-147-s0-ux">
            <a:extLst xmlns:a="http://schemas.openxmlformats.org/drawingml/2006/main">
              <a:ext uri="{FF2B5EF4-FFF2-40B4-BE49-F238E27FC236}">
                <a16:creationId xmlns:a16="http://schemas.microsoft.com/office/drawing/2014/main" id="{0A2EEE29-6845-4112-9753-1C25DFA2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F401264F-7056-4429-989D-A6D1577B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1 / 7</a:t>
            </a:r>
          </a:p>
        </p:txBody>
      </p:sp>
    </p:spTree>
    <p:extLst>
      <p:ext uri="{BB962C8B-B14F-4D97-AF65-F5344CB8AC3E}">
        <p14:creationId xmlns:p14="http://schemas.microsoft.com/office/powerpoint/2010/main" val="562149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accent">
            <a:extLst xmlns:a="http://schemas.openxmlformats.org/drawingml/2006/main">
              <a:ext uri="{FF2B5EF4-FFF2-40B4-BE49-F238E27FC236}">
                <a16:creationId xmlns:a16="http://schemas.microsoft.com/office/drawing/2014/main" id="{CFD4C853-FF2D-438D-8A52-8D8CF93E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75FC83D6-12A1-48B1-AFB6-150A5DB0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591580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Group by trace, validate spectra, then solve for S</a:t>
            </a:r>
          </a:p>
        </p:txBody>
      </p:sp>
      <p:sp>
        <p:nvSpPr>
          <p:cNvPr id="3" name="object-33-s1-u1">
            <a:extLst xmlns:a="http://schemas.openxmlformats.org/drawingml/2006/main">
              <a:ext uri="{FF2B5EF4-FFF2-40B4-BE49-F238E27FC236}">
                <a16:creationId xmlns:a16="http://schemas.microsoft.com/office/drawing/2014/main" id="{A9AC4F1E-11DF-403C-BEB0-14333F7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7739"/>
            <a:ext cx="6262836" cy="374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2. Validate eigenvalues within the trace group</a:t>
            </a:r>
          </a:p>
        </p:txBody>
      </p:sp>
      <p:sp>
        <p:nvSpPr>
          <p:cNvPr id="4" name="object-34-s1-u1">
            <a:extLst xmlns:a="http://schemas.openxmlformats.org/drawingml/2006/main">
              <a:ext uri="{FF2B5EF4-FFF2-40B4-BE49-F238E27FC236}">
                <a16:creationId xmlns:a16="http://schemas.microsoft.com/office/drawing/2014/main" id="{11DF21BA-186E-4A77-A2CE-AF29A069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96864"/>
            <a:ext cx="3848100" cy="1685925"/>
          </a:xfrm>
          <a:prstGeom xmlns:a="http://schemas.openxmlformats.org/drawingml/2006/main" prst="roundRect">
            <a:avLst>
              <a:gd name="adj" fmla="val 339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5-s1-u1">
            <a:extLst xmlns:a="http://schemas.openxmlformats.org/drawingml/2006/main">
              <a:ext uri="{FF2B5EF4-FFF2-40B4-BE49-F238E27FC236}">
                <a16:creationId xmlns:a16="http://schemas.microsoft.com/office/drawing/2014/main" id="{44114EFE-72AD-4701-93B1-30D700AF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929" y="2385447"/>
            <a:ext cx="865644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L = CZ</a:t>
            </a:r>
          </a:p>
        </p:txBody>
      </p:sp>
      <p:sp>
        <p:nvSpPr>
          <p:cNvPr id="6" name="object-36-s1-u1">
            <a:extLst xmlns:a="http://schemas.openxmlformats.org/drawingml/2006/main">
              <a:ext uri="{FF2B5EF4-FFF2-40B4-BE49-F238E27FC236}">
                <a16:creationId xmlns:a16="http://schemas.microsoft.com/office/drawing/2014/main" id="{E8A9597F-7406-41CD-8C1D-5D9C3322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058864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7" name="object-37-s1-u1">
            <a:extLst xmlns:a="http://schemas.openxmlformats.org/drawingml/2006/main">
              <a:ext uri="{FF2B5EF4-FFF2-40B4-BE49-F238E27FC236}">
                <a16:creationId xmlns:a16="http://schemas.microsoft.com/office/drawing/2014/main" id="{588F31E2-82C7-4E94-9529-6EFA35EA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75107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8" name="object-38-s1-u1">
            <a:extLst xmlns:a="http://schemas.openxmlformats.org/drawingml/2006/main">
              <a:ext uri="{FF2B5EF4-FFF2-40B4-BE49-F238E27FC236}">
                <a16:creationId xmlns:a16="http://schemas.microsoft.com/office/drawing/2014/main" id="{A06424F1-8F85-4F8A-9A57-A36A6322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179" y="3058864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9" name="object-39-s1-u1">
            <a:extLst xmlns:a="http://schemas.openxmlformats.org/drawingml/2006/main">
              <a:ext uri="{FF2B5EF4-FFF2-40B4-BE49-F238E27FC236}">
                <a16:creationId xmlns:a16="http://schemas.microsoft.com/office/drawing/2014/main" id="{14E050B4-ACDE-453C-8F8E-F702C17E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887" y="3009573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10" name="object-40-s1-u1">
            <a:extLst xmlns:a="http://schemas.openxmlformats.org/drawingml/2006/main">
              <a:ext uri="{FF2B5EF4-FFF2-40B4-BE49-F238E27FC236}">
                <a16:creationId xmlns:a16="http://schemas.microsoft.com/office/drawing/2014/main" id="{FB9AAD8F-1209-40E2-9C02-2ADAEFB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887" y="3425815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11" name="object-41-s1-u1">
            <a:extLst xmlns:a="http://schemas.openxmlformats.org/drawingml/2006/main">
              <a:ext uri="{FF2B5EF4-FFF2-40B4-BE49-F238E27FC236}">
                <a16:creationId xmlns:a16="http://schemas.microsoft.com/office/drawing/2014/main" id="{69857E1C-002B-4F43-9D12-AA4FC994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158" y="3052197"/>
            <a:ext cx="1400086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{1, 1, 1, −1}</a:t>
            </a:r>
          </a:p>
        </p:txBody>
      </p:sp>
      <p:sp>
        <p:nvSpPr>
          <p:cNvPr id="12" name="object-42-s1-u1">
            <a:extLst xmlns:a="http://schemas.openxmlformats.org/drawingml/2006/main">
              <a:ext uri="{FF2B5EF4-FFF2-40B4-BE49-F238E27FC236}">
                <a16:creationId xmlns:a16="http://schemas.microsoft.com/office/drawing/2014/main" id="{577DAEE6-3ABF-45D5-9820-B18ECCB4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296864"/>
            <a:ext cx="3848100" cy="1685925"/>
          </a:xfrm>
          <a:prstGeom xmlns:a="http://schemas.openxmlformats.org/drawingml/2006/main" prst="roundRect">
            <a:avLst>
              <a:gd name="adj" fmla="val 339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13" name="object-43-s1-u1">
            <a:extLst xmlns:a="http://schemas.openxmlformats.org/drawingml/2006/main">
              <a:ext uri="{FF2B5EF4-FFF2-40B4-BE49-F238E27FC236}">
                <a16:creationId xmlns:a16="http://schemas.microsoft.com/office/drawing/2014/main" id="{4A4043FA-1DFC-4F00-8356-FEEAC78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8767" y="2385447"/>
            <a:ext cx="913269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 = CX</a:t>
            </a:r>
          </a:p>
        </p:txBody>
      </p:sp>
      <p:sp>
        <p:nvSpPr>
          <p:cNvPr id="14" name="object-44-s1-u1">
            <a:extLst xmlns:a="http://schemas.openxmlformats.org/drawingml/2006/main">
              <a:ext uri="{FF2B5EF4-FFF2-40B4-BE49-F238E27FC236}">
                <a16:creationId xmlns:a16="http://schemas.microsoft.com/office/drawing/2014/main" id="{2ED8AC8D-8C5A-438C-BE63-98C89BD3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58864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15" name="object-45-s1-u1">
            <a:extLst xmlns:a="http://schemas.openxmlformats.org/drawingml/2006/main">
              <a:ext uri="{FF2B5EF4-FFF2-40B4-BE49-F238E27FC236}">
                <a16:creationId xmlns:a16="http://schemas.microsoft.com/office/drawing/2014/main" id="{D60835A8-914D-453C-8DCF-5A8DF9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75107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16" name="object-46-s1-u1">
            <a:extLst xmlns:a="http://schemas.openxmlformats.org/drawingml/2006/main">
              <a:ext uri="{FF2B5EF4-FFF2-40B4-BE49-F238E27FC236}">
                <a16:creationId xmlns:a16="http://schemas.microsoft.com/office/drawing/2014/main" id="{DB6E4963-5A4D-4C76-B675-4F322A41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829" y="3058864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17" name="object-47-s1-u1">
            <a:extLst xmlns:a="http://schemas.openxmlformats.org/drawingml/2006/main">
              <a:ext uri="{FF2B5EF4-FFF2-40B4-BE49-F238E27FC236}">
                <a16:creationId xmlns:a16="http://schemas.microsoft.com/office/drawing/2014/main" id="{E4DF0C8A-C22C-40B1-A2DC-C5C50DC5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537" y="3009573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18" name="object-48-s1-u1">
            <a:extLst xmlns:a="http://schemas.openxmlformats.org/drawingml/2006/main">
              <a:ext uri="{FF2B5EF4-FFF2-40B4-BE49-F238E27FC236}">
                <a16:creationId xmlns:a16="http://schemas.microsoft.com/office/drawing/2014/main" id="{7D85E50C-DAC5-4D68-A6BB-7895A5FB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814" y="3360093"/>
            <a:ext cx="230028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19" name="object-49-s1-u1">
            <a:extLst xmlns:a="http://schemas.openxmlformats.org/drawingml/2006/main">
              <a:ext uri="{FF2B5EF4-FFF2-40B4-BE49-F238E27FC236}">
                <a16:creationId xmlns:a16="http://schemas.microsoft.com/office/drawing/2014/main" id="{A11A90AB-C22F-4023-94E3-4FE9E4C8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52" y="3398431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20" name="object-50-s1-u1">
            <a:extLst xmlns:a="http://schemas.openxmlformats.org/drawingml/2006/main">
              <a:ext uri="{FF2B5EF4-FFF2-40B4-BE49-F238E27FC236}">
                <a16:creationId xmlns:a16="http://schemas.microsoft.com/office/drawing/2014/main" id="{1ECE1490-02A2-4114-BDD7-5DE30560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808" y="3052197"/>
            <a:ext cx="1400086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{1, 1, 1, −1}</a:t>
            </a:r>
          </a:p>
        </p:txBody>
      </p:sp>
      <p:sp>
        <p:nvSpPr>
          <p:cNvPr id="21" name="object-51-s1-u1">
            <a:extLst xmlns:a="http://schemas.openxmlformats.org/drawingml/2006/main">
              <a:ext uri="{FF2B5EF4-FFF2-40B4-BE49-F238E27FC236}">
                <a16:creationId xmlns:a16="http://schemas.microsoft.com/office/drawing/2014/main" id="{D7246CDD-479E-495D-A442-721968F0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085" y="2947422"/>
            <a:ext cx="311557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22" name="object-52-s1-u1">
            <a:extLst xmlns:a="http://schemas.openxmlformats.org/drawingml/2006/main">
              <a:ext uri="{FF2B5EF4-FFF2-40B4-BE49-F238E27FC236}">
                <a16:creationId xmlns:a16="http://schemas.microsoft.com/office/drawing/2014/main" id="{21324505-FE82-45A1-8397-EFCB902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4249"/>
            <a:ext cx="6972449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Same eigenvalues, including multiplicities → a unitary S exists.</a:t>
            </a:r>
          </a:p>
        </p:txBody>
      </p:sp>
      <p:sp>
        <p:nvSpPr>
          <p:cNvPr id="23" name="object-53-s1-u1">
            <a:extLst xmlns:a="http://schemas.openxmlformats.org/drawingml/2006/main">
              <a:ext uri="{FF2B5EF4-FFF2-40B4-BE49-F238E27FC236}">
                <a16:creationId xmlns:a16="http://schemas.microsoft.com/office/drawing/2014/main" id="{70151EA0-0EF8-4CAF-A107-337EC6C8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01" y="4654302"/>
            <a:ext cx="692532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Accept this pair; now solve S CZ = CX S for the full matrix space.</a:t>
            </a:r>
          </a:p>
        </p:txBody>
      </p:sp>
      <p:sp>
        <p:nvSpPr>
          <p:cNvPr id="24" name="object-54-s1-u1">
            <a:extLst xmlns:a="http://schemas.openxmlformats.org/drawingml/2006/main">
              <a:ext uri="{FF2B5EF4-FFF2-40B4-BE49-F238E27FC236}">
                <a16:creationId xmlns:a16="http://schemas.microsoft.com/office/drawing/2014/main" id="{96ABD27B-19F7-4731-B4E6-F7514A1D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512"/>
            <a:ext cx="7376815" cy="260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Parameterized terms: sample traces, then use SMT to check spectral equivalence.</a:t>
            </a:r>
          </a:p>
        </p:txBody>
      </p:sp>
      <p:sp>
        <p:nvSpPr>
          <p:cNvPr id="25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99558F67-9DC7-4455-B378-C9940A0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409560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GROUP BY TRACE → CHECK EIGENVALUES → SOLVE</a:t>
            </a:r>
          </a:p>
        </p:txBody>
      </p:sp>
      <p:sp>
        <p:nvSpPr>
          <p:cNvPr id="26" name="object-146-s0-ux">
            <a:extLst xmlns:a="http://schemas.openxmlformats.org/drawingml/2006/main">
              <a:ext uri="{FF2B5EF4-FFF2-40B4-BE49-F238E27FC236}">
                <a16:creationId xmlns:a16="http://schemas.microsoft.com/office/drawing/2014/main" id="{81B68B6D-9900-451A-A9A2-05DFC89C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485938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§§5.3.3–5.3.4, Lemmas 5.3–5.4; illustrative CZ → CX derivation</a:t>
            </a:r>
          </a:p>
        </p:txBody>
      </p:sp>
      <p:sp>
        <p:nvSpPr>
          <p:cNvPr id="27" name="object-147-s0-ux">
            <a:extLst xmlns:a="http://schemas.openxmlformats.org/drawingml/2006/main">
              <a:ext uri="{FF2B5EF4-FFF2-40B4-BE49-F238E27FC236}">
                <a16:creationId xmlns:a16="http://schemas.microsoft.com/office/drawing/2014/main" id="{75057B30-8606-465F-96CD-050FA0F4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28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4C686416-F64A-4088-A126-6EA70361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2 / 7</a:t>
            </a:r>
          </a:p>
        </p:txBody>
      </p:sp>
    </p:spTree>
    <p:extLst>
      <p:ext uri="{BB962C8B-B14F-4D97-AF65-F5344CB8AC3E}">
        <p14:creationId xmlns:p14="http://schemas.microsoft.com/office/powerpoint/2010/main" val="352986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accent">
            <a:extLst xmlns:a="http://schemas.openxmlformats.org/drawingml/2006/main">
              <a:ext uri="{FF2B5EF4-FFF2-40B4-BE49-F238E27FC236}">
                <a16:creationId xmlns:a16="http://schemas.microsoft.com/office/drawing/2014/main" id="{8052942B-5C11-49EC-BBCF-ED4062DD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732A1776-34B5-479A-BC50-35800E7B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591580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Group by trace, validate spectra, then solve for S</a:t>
            </a:r>
          </a:p>
        </p:txBody>
      </p:sp>
      <p:sp>
        <p:nvSpPr>
          <p:cNvPr id="3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B3893D26-669F-4DB0-ABB7-28BBF248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409560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GROUP BY TRACE → CHECK EIGENVALUES → SOLVE</a:t>
            </a:r>
          </a:p>
        </p:txBody>
      </p:sp>
      <p:sp>
        <p:nvSpPr>
          <p:cNvPr id="4" name="object-56-s2-u2">
            <a:extLst xmlns:a="http://schemas.openxmlformats.org/drawingml/2006/main">
              <a:ext uri="{FF2B5EF4-FFF2-40B4-BE49-F238E27FC236}">
                <a16:creationId xmlns:a16="http://schemas.microsoft.com/office/drawing/2014/main" id="{F551AD94-56AB-4E68-9492-405A0C43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237" y="1735842"/>
            <a:ext cx="149554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Unknown S</a:t>
            </a:r>
          </a:p>
        </p:txBody>
      </p:sp>
      <p:sp>
        <p:nvSpPr>
          <p:cNvPr id="5" name="object-57-s2-u2">
            <a:extLst xmlns:a="http://schemas.openxmlformats.org/drawingml/2006/main">
              <a:ext uri="{FF2B5EF4-FFF2-40B4-BE49-F238E27FC236}">
                <a16:creationId xmlns:a16="http://schemas.microsoft.com/office/drawing/2014/main" id="{863A1EF0-314C-404E-8E19-DE96384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87339"/>
            <a:ext cx="2667000" cy="1600200"/>
          </a:xfrm>
          <a:custGeom xmlns:a="http://schemas.openxmlformats.org/drawingml/2006/main">
            <a:pathLst>
              <a:path w="2667000" h="1600200">
                <a:moveTo>
                  <a:pt x="76200" y="0"/>
                </a:moveTo>
                <a:lnTo>
                  <a:pt x="19664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2667000" h="1600200">
                <a:moveTo>
                  <a:pt x="2590800" y="0"/>
                </a:moveTo>
                <a:lnTo>
                  <a:pt x="2647336" y="0"/>
                </a:lnTo>
                <a:lnTo>
                  <a:pt x="2667000" y="8603"/>
                </a:lnTo>
                <a:lnTo>
                  <a:pt x="2667000" y="1591597"/>
                </a:lnTo>
                <a:lnTo>
                  <a:pt x="2647336" y="1600200"/>
                </a:lnTo>
                <a:lnTo>
                  <a:pt x="25908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6" name="object-58-s2-u2">
            <a:extLst xmlns:a="http://schemas.openxmlformats.org/drawingml/2006/main">
              <a:ext uri="{FF2B5EF4-FFF2-40B4-BE49-F238E27FC236}">
                <a16:creationId xmlns:a16="http://schemas.microsoft.com/office/drawing/2014/main" id="{C01DC267-2110-44BE-A191-2C44982F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687" y="2288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7" name="object-59-s2-u2">
            <a:extLst xmlns:a="http://schemas.openxmlformats.org/drawingml/2006/main">
              <a:ext uri="{FF2B5EF4-FFF2-40B4-BE49-F238E27FC236}">
                <a16:creationId xmlns:a16="http://schemas.microsoft.com/office/drawing/2014/main" id="{B75D94F6-0BE9-4992-B72F-92CEAF59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812" y="2288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8" name="object-60-s2-u2">
            <a:extLst xmlns:a="http://schemas.openxmlformats.org/drawingml/2006/main">
              <a:ext uri="{FF2B5EF4-FFF2-40B4-BE49-F238E27FC236}">
                <a16:creationId xmlns:a16="http://schemas.microsoft.com/office/drawing/2014/main" id="{5231A683-0DF6-41EA-B626-06D03F89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12" y="228810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9" name="object-61-s2-u2">
            <a:extLst xmlns:a="http://schemas.openxmlformats.org/drawingml/2006/main">
              <a:ext uri="{FF2B5EF4-FFF2-40B4-BE49-F238E27FC236}">
                <a16:creationId xmlns:a16="http://schemas.microsoft.com/office/drawing/2014/main" id="{CD5A735C-B1B0-4A79-A87C-48C771F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137" y="228810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s₀₃</a:t>
            </a:r>
          </a:p>
        </p:txBody>
      </p:sp>
      <p:sp>
        <p:nvSpPr>
          <p:cNvPr id="10" name="object-62-s2-u2">
            <a:extLst xmlns:a="http://schemas.openxmlformats.org/drawingml/2006/main">
              <a:ext uri="{FF2B5EF4-FFF2-40B4-BE49-F238E27FC236}">
                <a16:creationId xmlns:a16="http://schemas.microsoft.com/office/drawing/2014/main" id="{6B871D5B-2FE6-41B9-AAC5-9F70E30B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687" y="26881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11" name="object-63-s2-u2">
            <a:extLst xmlns:a="http://schemas.openxmlformats.org/drawingml/2006/main">
              <a:ext uri="{FF2B5EF4-FFF2-40B4-BE49-F238E27FC236}">
                <a16:creationId xmlns:a16="http://schemas.microsoft.com/office/drawing/2014/main" id="{3AE785F4-F03D-40E4-A014-B91E7C24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812" y="268815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12" name="object-64-s2-u2">
            <a:extLst xmlns:a="http://schemas.openxmlformats.org/drawingml/2006/main">
              <a:ext uri="{FF2B5EF4-FFF2-40B4-BE49-F238E27FC236}">
                <a16:creationId xmlns:a16="http://schemas.microsoft.com/office/drawing/2014/main" id="{4E50E886-7ABF-4CBD-AC33-0557B626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12" y="268815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13" name="object-65-s2-u2">
            <a:extLst xmlns:a="http://schemas.openxmlformats.org/drawingml/2006/main">
              <a:ext uri="{FF2B5EF4-FFF2-40B4-BE49-F238E27FC236}">
                <a16:creationId xmlns:a16="http://schemas.microsoft.com/office/drawing/2014/main" id="{E03C4637-5337-4F48-BBDD-56983ABB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137" y="2688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s₁₃</a:t>
            </a:r>
          </a:p>
        </p:txBody>
      </p:sp>
      <p:sp>
        <p:nvSpPr>
          <p:cNvPr id="14" name="object-66-s2-u2">
            <a:extLst xmlns:a="http://schemas.openxmlformats.org/drawingml/2006/main">
              <a:ext uri="{FF2B5EF4-FFF2-40B4-BE49-F238E27FC236}">
                <a16:creationId xmlns:a16="http://schemas.microsoft.com/office/drawing/2014/main" id="{D08EBA0F-4669-4A7B-BB59-E319688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762" y="308820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15" name="object-67-s2-u2">
            <a:extLst xmlns:a="http://schemas.openxmlformats.org/drawingml/2006/main">
              <a:ext uri="{FF2B5EF4-FFF2-40B4-BE49-F238E27FC236}">
                <a16:creationId xmlns:a16="http://schemas.microsoft.com/office/drawing/2014/main" id="{FF3E8396-0C4E-4197-8A96-F9F5D3CF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887" y="30882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16" name="object-68-s2-u2">
            <a:extLst xmlns:a="http://schemas.openxmlformats.org/drawingml/2006/main">
              <a:ext uri="{FF2B5EF4-FFF2-40B4-BE49-F238E27FC236}">
                <a16:creationId xmlns:a16="http://schemas.microsoft.com/office/drawing/2014/main" id="{8DAA92C4-A7AC-4B52-B97D-AFAEE5CA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6" y="3088201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17" name="object-69-s2-u2">
            <a:extLst xmlns:a="http://schemas.openxmlformats.org/drawingml/2006/main">
              <a:ext uri="{FF2B5EF4-FFF2-40B4-BE49-F238E27FC236}">
                <a16:creationId xmlns:a16="http://schemas.microsoft.com/office/drawing/2014/main" id="{F8014FCA-BFEF-4D03-8B77-DC95D8CA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211" y="308820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s₂₃</a:t>
            </a:r>
          </a:p>
        </p:txBody>
      </p:sp>
      <p:sp>
        <p:nvSpPr>
          <p:cNvPr id="18" name="object-70-s2-u2">
            <a:extLst xmlns:a="http://schemas.openxmlformats.org/drawingml/2006/main">
              <a:ext uri="{FF2B5EF4-FFF2-40B4-BE49-F238E27FC236}">
                <a16:creationId xmlns:a16="http://schemas.microsoft.com/office/drawing/2014/main" id="{0F918A2F-0DD3-432D-B65A-5475DD43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762" y="348825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19" name="object-71-s2-u2">
            <a:extLst xmlns:a="http://schemas.openxmlformats.org/drawingml/2006/main">
              <a:ext uri="{FF2B5EF4-FFF2-40B4-BE49-F238E27FC236}">
                <a16:creationId xmlns:a16="http://schemas.microsoft.com/office/drawing/2014/main" id="{E963F1C9-6E73-4214-AB2B-2A8A074F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887" y="348825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20" name="object-72-s2-u2">
            <a:extLst xmlns:a="http://schemas.openxmlformats.org/drawingml/2006/main">
              <a:ext uri="{FF2B5EF4-FFF2-40B4-BE49-F238E27FC236}">
                <a16:creationId xmlns:a16="http://schemas.microsoft.com/office/drawing/2014/main" id="{9B13FF18-CB98-4D90-9424-4585C804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6" y="348825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21" name="object-73-s2-u2">
            <a:extLst xmlns:a="http://schemas.openxmlformats.org/drawingml/2006/main">
              <a:ext uri="{FF2B5EF4-FFF2-40B4-BE49-F238E27FC236}">
                <a16:creationId xmlns:a16="http://schemas.microsoft.com/office/drawing/2014/main" id="{2C72A45A-89B5-4196-952B-873930D2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211" y="348825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s₃₃</a:t>
            </a:r>
          </a:p>
        </p:txBody>
      </p:sp>
      <p:sp>
        <p:nvSpPr>
          <p:cNvPr id="22" name="object-74-s2-u2">
            <a:extLst xmlns:a="http://schemas.openxmlformats.org/drawingml/2006/main">
              <a:ext uri="{FF2B5EF4-FFF2-40B4-BE49-F238E27FC236}">
                <a16:creationId xmlns:a16="http://schemas.microsoft.com/office/drawing/2014/main" id="{33310904-6114-45B2-A352-67019B7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6392"/>
            <a:ext cx="1960781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L = CZ,  R = CX</a:t>
            </a:r>
          </a:p>
        </p:txBody>
      </p:sp>
      <p:sp>
        <p:nvSpPr>
          <p:cNvPr id="23" name="object-75-s2-u2">
            <a:extLst xmlns:a="http://schemas.openxmlformats.org/drawingml/2006/main">
              <a:ext uri="{FF2B5EF4-FFF2-40B4-BE49-F238E27FC236}">
                <a16:creationId xmlns:a16="http://schemas.microsoft.com/office/drawing/2014/main" id="{37D79D7D-D4D8-43A3-AD84-E90F2325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2172"/>
            <a:ext cx="2664232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Find every S satisfying</a:t>
            </a:r>
          </a:p>
        </p:txBody>
      </p:sp>
      <p:sp>
        <p:nvSpPr>
          <p:cNvPr id="24" name="object-76-s2-u2">
            <a:extLst xmlns:a="http://schemas.openxmlformats.org/drawingml/2006/main">
              <a:ext uri="{FF2B5EF4-FFF2-40B4-BE49-F238E27FC236}">
                <a16:creationId xmlns:a16="http://schemas.microsoft.com/office/drawing/2014/main" id="{F9845526-23A9-489D-9F24-C608C47D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8899"/>
            <a:ext cx="2075140" cy="459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 CZ = CX S</a:t>
            </a:r>
          </a:p>
        </p:txBody>
      </p:sp>
      <p:sp>
        <p:nvSpPr>
          <p:cNvPr id="25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DDF06F75-C7BF-4F5C-B7E8-FAF4CA16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6858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Basis order: 00, 01, 10, 11. The linear space also contains nonunitary matrices; circuit matches supply unitary members.</a:t>
            </a:r>
          </a:p>
        </p:txBody>
      </p:sp>
      <p:sp>
        <p:nvSpPr>
          <p:cNvPr id="26" name="object-146-s0-ux">
            <a:extLst xmlns:a="http://schemas.openxmlformats.org/drawingml/2006/main">
              <a:ext uri="{FF2B5EF4-FFF2-40B4-BE49-F238E27FC236}">
                <a16:creationId xmlns:a16="http://schemas.microsoft.com/office/drawing/2014/main" id="{8F682B10-9913-48D6-BB96-ABE843EE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485938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§§5.3.3–5.3.4, Lemmas 5.3–5.4; illustrative CZ → CX derivation</a:t>
            </a:r>
          </a:p>
        </p:txBody>
      </p:sp>
      <p:sp>
        <p:nvSpPr>
          <p:cNvPr id="27" name="object-147-s0-ux">
            <a:extLst xmlns:a="http://schemas.openxmlformats.org/drawingml/2006/main">
              <a:ext uri="{FF2B5EF4-FFF2-40B4-BE49-F238E27FC236}">
                <a16:creationId xmlns:a16="http://schemas.microsoft.com/office/drawing/2014/main" id="{352628BA-F495-4FEF-99B0-9CBBF71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28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04C30EAD-FE03-4D6D-BDE5-D6D24856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3 / 7</a:t>
            </a:r>
          </a:p>
        </p:txBody>
      </p:sp>
    </p:spTree>
    <p:extLst>
      <p:ext uri="{BB962C8B-B14F-4D97-AF65-F5344CB8AC3E}">
        <p14:creationId xmlns:p14="http://schemas.microsoft.com/office/powerpoint/2010/main" val="19776882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accent">
            <a:extLst xmlns:a="http://schemas.openxmlformats.org/drawingml/2006/main">
              <a:ext uri="{FF2B5EF4-FFF2-40B4-BE49-F238E27FC236}">
                <a16:creationId xmlns:a16="http://schemas.microsoft.com/office/drawing/2014/main" id="{60AC9541-2DCB-4549-BFC3-5286D93E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7D049B84-6DB9-486F-BB2F-AF7052CC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591580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Group by trace, validate spectra, then solve for S</a:t>
            </a:r>
          </a:p>
        </p:txBody>
      </p:sp>
      <p:sp>
        <p:nvSpPr>
          <p:cNvPr id="3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A6633F6A-0DA5-40CC-B490-739EDD18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409560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GROUP BY TRACE → CHECK EIGENVALUES → SOLVE</a:t>
            </a:r>
          </a:p>
        </p:txBody>
      </p:sp>
      <p:sp>
        <p:nvSpPr>
          <p:cNvPr id="4" name="object-77-s3-ux">
            <a:extLst xmlns:a="http://schemas.openxmlformats.org/drawingml/2006/main">
              <a:ext uri="{FF2B5EF4-FFF2-40B4-BE49-F238E27FC236}">
                <a16:creationId xmlns:a16="http://schemas.microsoft.com/office/drawing/2014/main" id="{4B2E2B3D-C353-43DF-B737-CA3E531B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65" y="1663452"/>
            <a:ext cx="85948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 CZ</a:t>
            </a:r>
          </a:p>
        </p:txBody>
      </p:sp>
      <p:sp>
        <p:nvSpPr>
          <p:cNvPr id="5" name="object-78-s3-ux">
            <a:extLst xmlns:a="http://schemas.openxmlformats.org/drawingml/2006/main">
              <a:ext uri="{FF2B5EF4-FFF2-40B4-BE49-F238E27FC236}">
                <a16:creationId xmlns:a16="http://schemas.microsoft.com/office/drawing/2014/main" id="{71BA35A9-8764-403F-AE2F-C4B819B3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35" y="1652022"/>
            <a:ext cx="311557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6" name="object-79-s3-ux">
            <a:extLst xmlns:a="http://schemas.openxmlformats.org/drawingml/2006/main">
              <a:ext uri="{FF2B5EF4-FFF2-40B4-BE49-F238E27FC236}">
                <a16:creationId xmlns:a16="http://schemas.microsoft.com/office/drawing/2014/main" id="{C97DC03A-F86C-4AA2-957B-48430A66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889" y="1663452"/>
            <a:ext cx="87823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S</a:t>
            </a:r>
          </a:p>
        </p:txBody>
      </p:sp>
      <p:sp>
        <p:nvSpPr>
          <p:cNvPr id="7" name="object-80-s3-ux">
            <a:extLst xmlns:a="http://schemas.openxmlformats.org/drawingml/2006/main">
              <a:ext uri="{FF2B5EF4-FFF2-40B4-BE49-F238E27FC236}">
                <a16:creationId xmlns:a16="http://schemas.microsoft.com/office/drawing/2014/main" id="{0C5AD582-DB4A-4474-B2B3-DCFA808C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8289"/>
            <a:ext cx="3429000" cy="1600200"/>
          </a:xfrm>
          <a:custGeom xmlns:a="http://schemas.openxmlformats.org/drawingml/2006/main">
            <a:pathLst>
              <a:path w="3429000" h="1600200">
                <a:moveTo>
                  <a:pt x="76200" y="0"/>
                </a:moveTo>
                <a:lnTo>
                  <a:pt x="19665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3429000" h="1600200">
                <a:moveTo>
                  <a:pt x="3352800" y="0"/>
                </a:moveTo>
                <a:lnTo>
                  <a:pt x="3409336" y="0"/>
                </a:lnTo>
                <a:lnTo>
                  <a:pt x="3429000" y="8603"/>
                </a:lnTo>
                <a:lnTo>
                  <a:pt x="3429000" y="1591597"/>
                </a:lnTo>
                <a:lnTo>
                  <a:pt x="3409336" y="1600200"/>
                </a:lnTo>
                <a:lnTo>
                  <a:pt x="33528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8" name="object-81-s3-ux">
            <a:extLst xmlns:a="http://schemas.openxmlformats.org/drawingml/2006/main">
              <a:ext uri="{FF2B5EF4-FFF2-40B4-BE49-F238E27FC236}">
                <a16:creationId xmlns:a16="http://schemas.microsoft.com/office/drawing/2014/main" id="{95E74CC4-243C-406A-8403-CA1E8B73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9" name="object-82-s3-ux">
            <a:extLst xmlns:a="http://schemas.openxmlformats.org/drawingml/2006/main">
              <a:ext uri="{FF2B5EF4-FFF2-40B4-BE49-F238E27FC236}">
                <a16:creationId xmlns:a16="http://schemas.microsoft.com/office/drawing/2014/main" id="{266142A7-AAB3-48E8-8EB4-027EAF69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10" name="object-83-s3-ux">
            <a:extLst xmlns:a="http://schemas.openxmlformats.org/drawingml/2006/main">
              <a:ext uri="{FF2B5EF4-FFF2-40B4-BE49-F238E27FC236}">
                <a16:creationId xmlns:a16="http://schemas.microsoft.com/office/drawing/2014/main" id="{74E8DEA8-2F32-4991-9FB1-48B12086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11" name="object-84-s3-ux">
            <a:extLst xmlns:a="http://schemas.openxmlformats.org/drawingml/2006/main">
              <a:ext uri="{FF2B5EF4-FFF2-40B4-BE49-F238E27FC236}">
                <a16:creationId xmlns:a16="http://schemas.microsoft.com/office/drawing/2014/main" id="{621F40E0-92BB-4602-8D58-24A24EF3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26905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−s₀₃</a:t>
            </a:r>
          </a:p>
        </p:txBody>
      </p:sp>
      <p:sp>
        <p:nvSpPr>
          <p:cNvPr id="12" name="object-85-s3-ux">
            <a:extLst xmlns:a="http://schemas.openxmlformats.org/drawingml/2006/main">
              <a:ext uri="{FF2B5EF4-FFF2-40B4-BE49-F238E27FC236}">
                <a16:creationId xmlns:a16="http://schemas.microsoft.com/office/drawing/2014/main" id="{3079D4B0-6B13-474A-84DB-A6C8E236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13" name="object-86-s3-ux">
            <a:extLst xmlns:a="http://schemas.openxmlformats.org/drawingml/2006/main">
              <a:ext uri="{FF2B5EF4-FFF2-40B4-BE49-F238E27FC236}">
                <a16:creationId xmlns:a16="http://schemas.microsoft.com/office/drawing/2014/main" id="{8A42CE69-03B7-47A5-BE6C-F6644187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14" name="object-87-s3-ux">
            <a:extLst xmlns:a="http://schemas.openxmlformats.org/drawingml/2006/main">
              <a:ext uri="{FF2B5EF4-FFF2-40B4-BE49-F238E27FC236}">
                <a16:creationId xmlns:a16="http://schemas.microsoft.com/office/drawing/2014/main" id="{3D4ED0CE-5E56-4C5D-A4AF-0E25644F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15" name="object-88-s3-ux">
            <a:extLst xmlns:a="http://schemas.openxmlformats.org/drawingml/2006/main">
              <a:ext uri="{FF2B5EF4-FFF2-40B4-BE49-F238E27FC236}">
                <a16:creationId xmlns:a16="http://schemas.microsoft.com/office/drawing/2014/main" id="{906B1270-922F-4353-8B1A-34D9F5C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66910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−s₁₃</a:t>
            </a:r>
          </a:p>
        </p:txBody>
      </p:sp>
      <p:sp>
        <p:nvSpPr>
          <p:cNvPr id="16" name="object-89-s3-ux">
            <a:extLst xmlns:a="http://schemas.openxmlformats.org/drawingml/2006/main">
              <a:ext uri="{FF2B5EF4-FFF2-40B4-BE49-F238E27FC236}">
                <a16:creationId xmlns:a16="http://schemas.microsoft.com/office/drawing/2014/main" id="{EE418947-D262-4365-B29F-FCE4B294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0691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17" name="object-90-s3-ux">
            <a:extLst xmlns:a="http://schemas.openxmlformats.org/drawingml/2006/main">
              <a:ext uri="{FF2B5EF4-FFF2-40B4-BE49-F238E27FC236}">
                <a16:creationId xmlns:a16="http://schemas.microsoft.com/office/drawing/2014/main" id="{BFFC5792-310D-4868-AB6D-09D774C1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06915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18" name="object-91-s3-ux">
            <a:extLst xmlns:a="http://schemas.openxmlformats.org/drawingml/2006/main">
              <a:ext uri="{FF2B5EF4-FFF2-40B4-BE49-F238E27FC236}">
                <a16:creationId xmlns:a16="http://schemas.microsoft.com/office/drawing/2014/main" id="{33CD7E80-3BD3-467D-BA24-23FCEB46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069151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19" name="object-92-s3-ux">
            <a:extLst xmlns:a="http://schemas.openxmlformats.org/drawingml/2006/main">
              <a:ext uri="{FF2B5EF4-FFF2-40B4-BE49-F238E27FC236}">
                <a16:creationId xmlns:a16="http://schemas.microsoft.com/office/drawing/2014/main" id="{AFA46613-5861-44A8-8D6C-63F940E7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069151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−s₂₃</a:t>
            </a:r>
          </a:p>
        </p:txBody>
      </p:sp>
      <p:sp>
        <p:nvSpPr>
          <p:cNvPr id="20" name="object-93-s3-ux">
            <a:extLst xmlns:a="http://schemas.openxmlformats.org/drawingml/2006/main">
              <a:ext uri="{FF2B5EF4-FFF2-40B4-BE49-F238E27FC236}">
                <a16:creationId xmlns:a16="http://schemas.microsoft.com/office/drawing/2014/main" id="{3EA3D9E8-B0F3-48DF-8F6C-4B13EB8A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21" name="object-94-s3-ux">
            <a:extLst xmlns:a="http://schemas.openxmlformats.org/drawingml/2006/main">
              <a:ext uri="{FF2B5EF4-FFF2-40B4-BE49-F238E27FC236}">
                <a16:creationId xmlns:a16="http://schemas.microsoft.com/office/drawing/2014/main" id="{42172EBD-4FDA-4403-8DBB-0D6F9219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22" name="object-95-s3-ux">
            <a:extLst xmlns:a="http://schemas.openxmlformats.org/drawingml/2006/main">
              <a:ext uri="{FF2B5EF4-FFF2-40B4-BE49-F238E27FC236}">
                <a16:creationId xmlns:a16="http://schemas.microsoft.com/office/drawing/2014/main" id="{3FD4603E-569C-4735-A181-8A22086C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23" name="object-96-s3-ux">
            <a:extLst xmlns:a="http://schemas.openxmlformats.org/drawingml/2006/main">
              <a:ext uri="{FF2B5EF4-FFF2-40B4-BE49-F238E27FC236}">
                <a16:creationId xmlns:a16="http://schemas.microsoft.com/office/drawing/2014/main" id="{21EBD8CE-E2C6-4FB1-B203-BB44E53F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469202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−s₃₃</a:t>
            </a:r>
          </a:p>
        </p:txBody>
      </p:sp>
      <p:sp>
        <p:nvSpPr>
          <p:cNvPr id="24" name="object-97-s3-ux">
            <a:extLst xmlns:a="http://schemas.openxmlformats.org/drawingml/2006/main">
              <a:ext uri="{FF2B5EF4-FFF2-40B4-BE49-F238E27FC236}">
                <a16:creationId xmlns:a16="http://schemas.microsoft.com/office/drawing/2014/main" id="{38D1E860-5292-4D17-9CEC-4ECD6B52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68289"/>
            <a:ext cx="2781300" cy="1600200"/>
          </a:xfrm>
          <a:custGeom xmlns:a="http://schemas.openxmlformats.org/drawingml/2006/main">
            <a:pathLst>
              <a:path w="2781300" h="1600200">
                <a:moveTo>
                  <a:pt x="76200" y="0"/>
                </a:moveTo>
                <a:lnTo>
                  <a:pt x="19664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2781300" h="1600200">
                <a:moveTo>
                  <a:pt x="2705100" y="0"/>
                </a:moveTo>
                <a:lnTo>
                  <a:pt x="2761636" y="0"/>
                </a:lnTo>
                <a:lnTo>
                  <a:pt x="2781300" y="8603"/>
                </a:lnTo>
                <a:lnTo>
                  <a:pt x="2781300" y="1591597"/>
                </a:lnTo>
                <a:lnTo>
                  <a:pt x="2761636" y="1600200"/>
                </a:lnTo>
                <a:lnTo>
                  <a:pt x="27051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25" name="object-98-s3-ux">
            <a:extLst xmlns:a="http://schemas.openxmlformats.org/drawingml/2006/main">
              <a:ext uri="{FF2B5EF4-FFF2-40B4-BE49-F238E27FC236}">
                <a16:creationId xmlns:a16="http://schemas.microsoft.com/office/drawing/2014/main" id="{982F7224-AA4C-4B56-890E-B072EA3A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26" name="object-99-s3-ux">
            <a:extLst xmlns:a="http://schemas.openxmlformats.org/drawingml/2006/main">
              <a:ext uri="{FF2B5EF4-FFF2-40B4-BE49-F238E27FC236}">
                <a16:creationId xmlns:a16="http://schemas.microsoft.com/office/drawing/2014/main" id="{0E84017B-4D40-4897-A6D7-79B524C4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27" name="object-100-s3-ux">
            <a:extLst xmlns:a="http://schemas.openxmlformats.org/drawingml/2006/main">
              <a:ext uri="{FF2B5EF4-FFF2-40B4-BE49-F238E27FC236}">
                <a16:creationId xmlns:a16="http://schemas.microsoft.com/office/drawing/2014/main" id="{6A8B4AE4-D362-4269-802E-92097404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28" name="object-101-s3-ux">
            <a:extLst xmlns:a="http://schemas.openxmlformats.org/drawingml/2006/main">
              <a:ext uri="{FF2B5EF4-FFF2-40B4-BE49-F238E27FC236}">
                <a16:creationId xmlns:a16="http://schemas.microsoft.com/office/drawing/2014/main" id="{FEB99F69-5E8C-4D3E-9CAA-D4D81E96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2690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s₀₃</a:t>
            </a:r>
          </a:p>
        </p:txBody>
      </p:sp>
      <p:sp>
        <p:nvSpPr>
          <p:cNvPr id="29" name="object-102-s3-ux">
            <a:extLst xmlns:a="http://schemas.openxmlformats.org/drawingml/2006/main">
              <a:ext uri="{FF2B5EF4-FFF2-40B4-BE49-F238E27FC236}">
                <a16:creationId xmlns:a16="http://schemas.microsoft.com/office/drawing/2014/main" id="{8A1B281D-5E1D-4D57-A124-414055EB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30" name="object-103-s3-ux">
            <a:extLst xmlns:a="http://schemas.openxmlformats.org/drawingml/2006/main">
              <a:ext uri="{FF2B5EF4-FFF2-40B4-BE49-F238E27FC236}">
                <a16:creationId xmlns:a16="http://schemas.microsoft.com/office/drawing/2014/main" id="{33EAC718-6A49-49CE-AFBE-FE5EE984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31" name="object-104-s3-ux">
            <a:extLst xmlns:a="http://schemas.openxmlformats.org/drawingml/2006/main">
              <a:ext uri="{FF2B5EF4-FFF2-40B4-BE49-F238E27FC236}">
                <a16:creationId xmlns:a16="http://schemas.microsoft.com/office/drawing/2014/main" id="{DA57E8F4-73F0-4AD6-8B2F-BCB830DA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32" name="object-105-s3-ux">
            <a:extLst xmlns:a="http://schemas.openxmlformats.org/drawingml/2006/main">
              <a:ext uri="{FF2B5EF4-FFF2-40B4-BE49-F238E27FC236}">
                <a16:creationId xmlns:a16="http://schemas.microsoft.com/office/drawing/2014/main" id="{BCEBF8E5-38E1-4C29-916A-9FE22D34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66910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s₁₃</a:t>
            </a:r>
          </a:p>
        </p:txBody>
      </p:sp>
      <p:sp>
        <p:nvSpPr>
          <p:cNvPr id="33" name="object-106-s3-ux">
            <a:extLst xmlns:a="http://schemas.openxmlformats.org/drawingml/2006/main">
              <a:ext uri="{FF2B5EF4-FFF2-40B4-BE49-F238E27FC236}">
                <a16:creationId xmlns:a16="http://schemas.microsoft.com/office/drawing/2014/main" id="{D47D33EA-2CF8-4BAC-91D6-E1F8956C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34" name="object-107-s3-ux">
            <a:extLst xmlns:a="http://schemas.openxmlformats.org/drawingml/2006/main">
              <a:ext uri="{FF2B5EF4-FFF2-40B4-BE49-F238E27FC236}">
                <a16:creationId xmlns:a16="http://schemas.microsoft.com/office/drawing/2014/main" id="{56A19EA3-64B0-4C75-8482-7C7D9753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35" name="object-108-s3-ux">
            <a:extLst xmlns:a="http://schemas.openxmlformats.org/drawingml/2006/main">
              <a:ext uri="{FF2B5EF4-FFF2-40B4-BE49-F238E27FC236}">
                <a16:creationId xmlns:a16="http://schemas.microsoft.com/office/drawing/2014/main" id="{BE444753-E29A-4EDD-84D4-51589BC7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36" name="object-109-s3-ux">
            <a:extLst xmlns:a="http://schemas.openxmlformats.org/drawingml/2006/main">
              <a:ext uri="{FF2B5EF4-FFF2-40B4-BE49-F238E27FC236}">
                <a16:creationId xmlns:a16="http://schemas.microsoft.com/office/drawing/2014/main" id="{7366F663-3DD7-4BB9-95F7-5ECCFDCA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s₃₃</a:t>
            </a:r>
          </a:p>
        </p:txBody>
      </p:sp>
      <p:sp>
        <p:nvSpPr>
          <p:cNvPr id="37" name="object-110-s3-ux">
            <a:extLst xmlns:a="http://schemas.openxmlformats.org/drawingml/2006/main">
              <a:ext uri="{FF2B5EF4-FFF2-40B4-BE49-F238E27FC236}">
                <a16:creationId xmlns:a16="http://schemas.microsoft.com/office/drawing/2014/main" id="{0EEFBCDE-1FA0-469E-9C16-DD81C5D8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469202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38" name="object-111-s3-ux">
            <a:extLst xmlns:a="http://schemas.openxmlformats.org/drawingml/2006/main">
              <a:ext uri="{FF2B5EF4-FFF2-40B4-BE49-F238E27FC236}">
                <a16:creationId xmlns:a16="http://schemas.microsoft.com/office/drawing/2014/main" id="{920E4204-DB36-400A-8A1A-5774FC14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469202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39" name="object-112-s3-ux">
            <a:extLst xmlns:a="http://schemas.openxmlformats.org/drawingml/2006/main">
              <a:ext uri="{FF2B5EF4-FFF2-40B4-BE49-F238E27FC236}">
                <a16:creationId xmlns:a16="http://schemas.microsoft.com/office/drawing/2014/main" id="{BB40EFA2-FEF2-4DB5-9740-E7654608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469202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40" name="object-113-s3-ux">
            <a:extLst xmlns:a="http://schemas.openxmlformats.org/drawingml/2006/main">
              <a:ext uri="{FF2B5EF4-FFF2-40B4-BE49-F238E27FC236}">
                <a16:creationId xmlns:a16="http://schemas.microsoft.com/office/drawing/2014/main" id="{01619F27-45F9-45F2-8055-2C6531B0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s₂₃</a:t>
            </a:r>
          </a:p>
        </p:txBody>
      </p:sp>
      <p:sp>
        <p:nvSpPr>
          <p:cNvPr id="41" name="object-114-s3-ux">
            <a:extLst xmlns:a="http://schemas.openxmlformats.org/drawingml/2006/main">
              <a:ext uri="{FF2B5EF4-FFF2-40B4-BE49-F238E27FC236}">
                <a16:creationId xmlns:a16="http://schemas.microsoft.com/office/drawing/2014/main" id="{14791719-8BC1-4972-9EAA-C786712C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245" y="4029462"/>
            <a:ext cx="1776710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negate column |11⟩</a:t>
            </a:r>
          </a:p>
        </p:txBody>
      </p:sp>
      <p:sp>
        <p:nvSpPr>
          <p:cNvPr id="42" name="object-115-s3-ux">
            <a:extLst xmlns:a="http://schemas.openxmlformats.org/drawingml/2006/main">
              <a:ext uri="{FF2B5EF4-FFF2-40B4-BE49-F238E27FC236}">
                <a16:creationId xmlns:a16="http://schemas.microsoft.com/office/drawing/2014/main" id="{BE785923-FA61-4C14-9E16-E3746664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94" y="4029462"/>
            <a:ext cx="2201912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swap rows |10⟩ and |11⟩</a:t>
            </a:r>
          </a:p>
        </p:txBody>
      </p:sp>
      <p:sp>
        <p:nvSpPr>
          <p:cNvPr id="43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C746B5BB-0034-412A-9B7E-3A766EB4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6858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Basis order: 00, 01, 10, 11. The linear space also contains nonunitary matrices; circuit matches supply unitary members.</a:t>
            </a:r>
          </a:p>
        </p:txBody>
      </p:sp>
      <p:sp>
        <p:nvSpPr>
          <p:cNvPr id="44" name="object-146-s0-ux">
            <a:extLst xmlns:a="http://schemas.openxmlformats.org/drawingml/2006/main">
              <a:ext uri="{FF2B5EF4-FFF2-40B4-BE49-F238E27FC236}">
                <a16:creationId xmlns:a16="http://schemas.microsoft.com/office/drawing/2014/main" id="{1BFB652B-001F-4C3A-842D-79A56F8E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485938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§§5.3.3–5.3.4, Lemmas 5.3–5.4; illustrative CZ → CX derivation</a:t>
            </a:r>
          </a:p>
        </p:txBody>
      </p:sp>
      <p:sp>
        <p:nvSpPr>
          <p:cNvPr id="45" name="object-147-s0-ux">
            <a:extLst xmlns:a="http://schemas.openxmlformats.org/drawingml/2006/main">
              <a:ext uri="{FF2B5EF4-FFF2-40B4-BE49-F238E27FC236}">
                <a16:creationId xmlns:a16="http://schemas.microsoft.com/office/drawing/2014/main" id="{B7F331F9-9DDB-48DB-ACC1-F45CA72F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6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8D505623-A1C5-4868-8CC2-692E7854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4 / 7</a:t>
            </a:r>
          </a:p>
        </p:txBody>
      </p:sp>
    </p:spTree>
    <p:extLst>
      <p:ext uri="{BB962C8B-B14F-4D97-AF65-F5344CB8AC3E}">
        <p14:creationId xmlns:p14="http://schemas.microsoft.com/office/powerpoint/2010/main" val="13548498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accent">
            <a:extLst xmlns:a="http://schemas.openxmlformats.org/drawingml/2006/main">
              <a:ext uri="{FF2B5EF4-FFF2-40B4-BE49-F238E27FC236}">
                <a16:creationId xmlns:a16="http://schemas.microsoft.com/office/drawing/2014/main" id="{D5C6FB58-24C0-437E-83FD-20F104B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628EBDA9-40A3-4561-99D1-663D48D5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591580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Group by trace, validate spectra, then solve for S</a:t>
            </a:r>
          </a:p>
        </p:txBody>
      </p:sp>
      <p:sp>
        <p:nvSpPr>
          <p:cNvPr id="3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89F1769A-07F2-4CB2-A156-2C4C49BF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409560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GROUP BY TRACE → CHECK EIGENVALUES → SOLVE</a:t>
            </a:r>
          </a:p>
        </p:txBody>
      </p:sp>
      <p:sp>
        <p:nvSpPr>
          <p:cNvPr id="4" name="object-77-s3-ux">
            <a:extLst xmlns:a="http://schemas.openxmlformats.org/drawingml/2006/main">
              <a:ext uri="{FF2B5EF4-FFF2-40B4-BE49-F238E27FC236}">
                <a16:creationId xmlns:a16="http://schemas.microsoft.com/office/drawing/2014/main" id="{1557979A-7CC4-467E-BE3E-9567D1D2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65" y="1663452"/>
            <a:ext cx="85948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 CZ</a:t>
            </a:r>
          </a:p>
        </p:txBody>
      </p:sp>
      <p:sp>
        <p:nvSpPr>
          <p:cNvPr id="5" name="object-78-s3-ux">
            <a:extLst xmlns:a="http://schemas.openxmlformats.org/drawingml/2006/main">
              <a:ext uri="{FF2B5EF4-FFF2-40B4-BE49-F238E27FC236}">
                <a16:creationId xmlns:a16="http://schemas.microsoft.com/office/drawing/2014/main" id="{DB774122-339B-4591-BD8F-C8C4B244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35" y="1652022"/>
            <a:ext cx="311557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6" name="object-79-s3-ux">
            <a:extLst xmlns:a="http://schemas.openxmlformats.org/drawingml/2006/main">
              <a:ext uri="{FF2B5EF4-FFF2-40B4-BE49-F238E27FC236}">
                <a16:creationId xmlns:a16="http://schemas.microsoft.com/office/drawing/2014/main" id="{753FA52D-32B9-48AA-B3EB-B36EDC64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889" y="1663452"/>
            <a:ext cx="87823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S</a:t>
            </a:r>
          </a:p>
        </p:txBody>
      </p:sp>
      <p:sp>
        <p:nvSpPr>
          <p:cNvPr id="7" name="object-80-s3-ux">
            <a:extLst xmlns:a="http://schemas.openxmlformats.org/drawingml/2006/main">
              <a:ext uri="{FF2B5EF4-FFF2-40B4-BE49-F238E27FC236}">
                <a16:creationId xmlns:a16="http://schemas.microsoft.com/office/drawing/2014/main" id="{81554A14-2CC9-4293-A76C-9FE5A343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8289"/>
            <a:ext cx="3429000" cy="1600200"/>
          </a:xfrm>
          <a:custGeom xmlns:a="http://schemas.openxmlformats.org/drawingml/2006/main">
            <a:pathLst>
              <a:path w="3429000" h="1600200">
                <a:moveTo>
                  <a:pt x="76200" y="0"/>
                </a:moveTo>
                <a:lnTo>
                  <a:pt x="19665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3429000" h="1600200">
                <a:moveTo>
                  <a:pt x="3352800" y="0"/>
                </a:moveTo>
                <a:lnTo>
                  <a:pt x="3409336" y="0"/>
                </a:lnTo>
                <a:lnTo>
                  <a:pt x="3429000" y="8603"/>
                </a:lnTo>
                <a:lnTo>
                  <a:pt x="3429000" y="1591597"/>
                </a:lnTo>
                <a:lnTo>
                  <a:pt x="3409336" y="1600200"/>
                </a:lnTo>
                <a:lnTo>
                  <a:pt x="33528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8" name="object-81-s3-ux">
            <a:extLst xmlns:a="http://schemas.openxmlformats.org/drawingml/2006/main">
              <a:ext uri="{FF2B5EF4-FFF2-40B4-BE49-F238E27FC236}">
                <a16:creationId xmlns:a16="http://schemas.microsoft.com/office/drawing/2014/main" id="{AFC7FE14-3597-4135-B03F-B3148C06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9" name="object-82-s3-ux">
            <a:extLst xmlns:a="http://schemas.openxmlformats.org/drawingml/2006/main">
              <a:ext uri="{FF2B5EF4-FFF2-40B4-BE49-F238E27FC236}">
                <a16:creationId xmlns:a16="http://schemas.microsoft.com/office/drawing/2014/main" id="{1DB95F85-3C44-4F4C-BBE0-866DEE6A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10" name="object-83-s3-ux">
            <a:extLst xmlns:a="http://schemas.openxmlformats.org/drawingml/2006/main">
              <a:ext uri="{FF2B5EF4-FFF2-40B4-BE49-F238E27FC236}">
                <a16:creationId xmlns:a16="http://schemas.microsoft.com/office/drawing/2014/main" id="{7D1F5E0A-6557-4168-9B87-07EF2B0B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11" name="object-84-s3-ux">
            <a:extLst xmlns:a="http://schemas.openxmlformats.org/drawingml/2006/main">
              <a:ext uri="{FF2B5EF4-FFF2-40B4-BE49-F238E27FC236}">
                <a16:creationId xmlns:a16="http://schemas.microsoft.com/office/drawing/2014/main" id="{80D3125F-02E5-4FB6-A08A-160A9464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26905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−s₀₃</a:t>
            </a:r>
          </a:p>
        </p:txBody>
      </p:sp>
      <p:sp>
        <p:nvSpPr>
          <p:cNvPr id="12" name="object-85-s3-ux">
            <a:extLst xmlns:a="http://schemas.openxmlformats.org/drawingml/2006/main">
              <a:ext uri="{FF2B5EF4-FFF2-40B4-BE49-F238E27FC236}">
                <a16:creationId xmlns:a16="http://schemas.microsoft.com/office/drawing/2014/main" id="{41101D3C-A971-4E20-8D2D-36CB6A37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13" name="object-86-s3-ux">
            <a:extLst xmlns:a="http://schemas.openxmlformats.org/drawingml/2006/main">
              <a:ext uri="{FF2B5EF4-FFF2-40B4-BE49-F238E27FC236}">
                <a16:creationId xmlns:a16="http://schemas.microsoft.com/office/drawing/2014/main" id="{F36B083D-5A4C-47F2-8BA3-791051F2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14" name="object-87-s3-ux">
            <a:extLst xmlns:a="http://schemas.openxmlformats.org/drawingml/2006/main">
              <a:ext uri="{FF2B5EF4-FFF2-40B4-BE49-F238E27FC236}">
                <a16:creationId xmlns:a16="http://schemas.microsoft.com/office/drawing/2014/main" id="{546D21C7-3188-4AF1-AE05-EA6079EC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15" name="object-88-s3-ux">
            <a:extLst xmlns:a="http://schemas.openxmlformats.org/drawingml/2006/main">
              <a:ext uri="{FF2B5EF4-FFF2-40B4-BE49-F238E27FC236}">
                <a16:creationId xmlns:a16="http://schemas.microsoft.com/office/drawing/2014/main" id="{E1A7E6EF-46C6-4436-B5BC-CB7A1394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66910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−s₁₃</a:t>
            </a:r>
          </a:p>
        </p:txBody>
      </p:sp>
      <p:sp>
        <p:nvSpPr>
          <p:cNvPr id="16" name="object-89-s3-ux">
            <a:extLst xmlns:a="http://schemas.openxmlformats.org/drawingml/2006/main">
              <a:ext uri="{FF2B5EF4-FFF2-40B4-BE49-F238E27FC236}">
                <a16:creationId xmlns:a16="http://schemas.microsoft.com/office/drawing/2014/main" id="{94338E4B-6806-4325-9E73-7605B1B1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0691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17" name="object-90-s3-ux">
            <a:extLst xmlns:a="http://schemas.openxmlformats.org/drawingml/2006/main">
              <a:ext uri="{FF2B5EF4-FFF2-40B4-BE49-F238E27FC236}">
                <a16:creationId xmlns:a16="http://schemas.microsoft.com/office/drawing/2014/main" id="{C3CE5F2B-2206-4AFF-B41B-EA68D54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06915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18" name="object-91-s3-ux">
            <a:extLst xmlns:a="http://schemas.openxmlformats.org/drawingml/2006/main">
              <a:ext uri="{FF2B5EF4-FFF2-40B4-BE49-F238E27FC236}">
                <a16:creationId xmlns:a16="http://schemas.microsoft.com/office/drawing/2014/main" id="{009BFDF6-960B-4657-A7C3-F9CB2E1D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069151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19" name="object-92-s3-ux">
            <a:extLst xmlns:a="http://schemas.openxmlformats.org/drawingml/2006/main">
              <a:ext uri="{FF2B5EF4-FFF2-40B4-BE49-F238E27FC236}">
                <a16:creationId xmlns:a16="http://schemas.microsoft.com/office/drawing/2014/main" id="{8831B0DB-47CB-4BEE-9797-A4706966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069151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−s₂₃</a:t>
            </a:r>
          </a:p>
        </p:txBody>
      </p:sp>
      <p:sp>
        <p:nvSpPr>
          <p:cNvPr id="20" name="object-93-s3-ux">
            <a:extLst xmlns:a="http://schemas.openxmlformats.org/drawingml/2006/main">
              <a:ext uri="{FF2B5EF4-FFF2-40B4-BE49-F238E27FC236}">
                <a16:creationId xmlns:a16="http://schemas.microsoft.com/office/drawing/2014/main" id="{552CD7F6-99ED-4B47-A014-E9044B6C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21" name="object-94-s3-ux">
            <a:extLst xmlns:a="http://schemas.openxmlformats.org/drawingml/2006/main">
              <a:ext uri="{FF2B5EF4-FFF2-40B4-BE49-F238E27FC236}">
                <a16:creationId xmlns:a16="http://schemas.microsoft.com/office/drawing/2014/main" id="{A2DDBA60-C25A-4313-B286-D620D5AD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22" name="object-95-s3-ux">
            <a:extLst xmlns:a="http://schemas.openxmlformats.org/drawingml/2006/main">
              <a:ext uri="{FF2B5EF4-FFF2-40B4-BE49-F238E27FC236}">
                <a16:creationId xmlns:a16="http://schemas.microsoft.com/office/drawing/2014/main" id="{6A44223F-EE6D-4EE7-8549-A7531938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23" name="object-96-s3-ux">
            <a:extLst xmlns:a="http://schemas.openxmlformats.org/drawingml/2006/main">
              <a:ext uri="{FF2B5EF4-FFF2-40B4-BE49-F238E27FC236}">
                <a16:creationId xmlns:a16="http://schemas.microsoft.com/office/drawing/2014/main" id="{1B102C60-B7F1-48E6-94EC-AE8BB755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469202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−s₃₃</a:t>
            </a:r>
          </a:p>
        </p:txBody>
      </p:sp>
      <p:sp>
        <p:nvSpPr>
          <p:cNvPr id="24" name="object-97-s3-ux">
            <a:extLst xmlns:a="http://schemas.openxmlformats.org/drawingml/2006/main">
              <a:ext uri="{FF2B5EF4-FFF2-40B4-BE49-F238E27FC236}">
                <a16:creationId xmlns:a16="http://schemas.microsoft.com/office/drawing/2014/main" id="{C9337DE1-DEB2-49BD-BA3B-EFEC7F91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68289"/>
            <a:ext cx="2781300" cy="1600200"/>
          </a:xfrm>
          <a:custGeom xmlns:a="http://schemas.openxmlformats.org/drawingml/2006/main">
            <a:pathLst>
              <a:path w="2781300" h="1600200">
                <a:moveTo>
                  <a:pt x="76200" y="0"/>
                </a:moveTo>
                <a:lnTo>
                  <a:pt x="19664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2781300" h="1600200">
                <a:moveTo>
                  <a:pt x="2705100" y="0"/>
                </a:moveTo>
                <a:lnTo>
                  <a:pt x="2761636" y="0"/>
                </a:lnTo>
                <a:lnTo>
                  <a:pt x="2781300" y="8603"/>
                </a:lnTo>
                <a:lnTo>
                  <a:pt x="2781300" y="1591597"/>
                </a:lnTo>
                <a:lnTo>
                  <a:pt x="2761636" y="1600200"/>
                </a:lnTo>
                <a:lnTo>
                  <a:pt x="27051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25" name="object-98-s3-ux">
            <a:extLst xmlns:a="http://schemas.openxmlformats.org/drawingml/2006/main">
              <a:ext uri="{FF2B5EF4-FFF2-40B4-BE49-F238E27FC236}">
                <a16:creationId xmlns:a16="http://schemas.microsoft.com/office/drawing/2014/main" id="{6554D31D-B889-4006-97DE-280301EF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26" name="object-99-s3-ux">
            <a:extLst xmlns:a="http://schemas.openxmlformats.org/drawingml/2006/main">
              <a:ext uri="{FF2B5EF4-FFF2-40B4-BE49-F238E27FC236}">
                <a16:creationId xmlns:a16="http://schemas.microsoft.com/office/drawing/2014/main" id="{89714036-B814-4EE8-8351-9D672240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27" name="object-100-s3-ux">
            <a:extLst xmlns:a="http://schemas.openxmlformats.org/drawingml/2006/main">
              <a:ext uri="{FF2B5EF4-FFF2-40B4-BE49-F238E27FC236}">
                <a16:creationId xmlns:a16="http://schemas.microsoft.com/office/drawing/2014/main" id="{EBAC3B0A-735F-4BC4-A91F-F157CE1E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28" name="object-101-s3-ux">
            <a:extLst xmlns:a="http://schemas.openxmlformats.org/drawingml/2006/main">
              <a:ext uri="{FF2B5EF4-FFF2-40B4-BE49-F238E27FC236}">
                <a16:creationId xmlns:a16="http://schemas.microsoft.com/office/drawing/2014/main" id="{07A374C6-4D11-4B40-9FD8-BE17E65F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2690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s₀₃</a:t>
            </a:r>
          </a:p>
        </p:txBody>
      </p:sp>
      <p:sp>
        <p:nvSpPr>
          <p:cNvPr id="29" name="object-102-s3-ux">
            <a:extLst xmlns:a="http://schemas.openxmlformats.org/drawingml/2006/main">
              <a:ext uri="{FF2B5EF4-FFF2-40B4-BE49-F238E27FC236}">
                <a16:creationId xmlns:a16="http://schemas.microsoft.com/office/drawing/2014/main" id="{E2FFDCC7-5E7C-4B44-9E73-52F563C0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30" name="object-103-s3-ux">
            <a:extLst xmlns:a="http://schemas.openxmlformats.org/drawingml/2006/main">
              <a:ext uri="{FF2B5EF4-FFF2-40B4-BE49-F238E27FC236}">
                <a16:creationId xmlns:a16="http://schemas.microsoft.com/office/drawing/2014/main" id="{CEB3188B-8140-4B6B-9DA6-372A5D77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31" name="object-104-s3-ux">
            <a:extLst xmlns:a="http://schemas.openxmlformats.org/drawingml/2006/main">
              <a:ext uri="{FF2B5EF4-FFF2-40B4-BE49-F238E27FC236}">
                <a16:creationId xmlns:a16="http://schemas.microsoft.com/office/drawing/2014/main" id="{775F139A-AB66-4347-B937-C77E8AFF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32" name="object-105-s3-ux">
            <a:extLst xmlns:a="http://schemas.openxmlformats.org/drawingml/2006/main">
              <a:ext uri="{FF2B5EF4-FFF2-40B4-BE49-F238E27FC236}">
                <a16:creationId xmlns:a16="http://schemas.microsoft.com/office/drawing/2014/main" id="{89F72960-D660-46F7-8077-0426E9F5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66910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s₁₃</a:t>
            </a:r>
          </a:p>
        </p:txBody>
      </p:sp>
      <p:sp>
        <p:nvSpPr>
          <p:cNvPr id="33" name="object-106-s3-ux">
            <a:extLst xmlns:a="http://schemas.openxmlformats.org/drawingml/2006/main">
              <a:ext uri="{FF2B5EF4-FFF2-40B4-BE49-F238E27FC236}">
                <a16:creationId xmlns:a16="http://schemas.microsoft.com/office/drawing/2014/main" id="{0EBBEF1B-C626-4FBB-A323-239569EA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34" name="object-107-s3-ux">
            <a:extLst xmlns:a="http://schemas.openxmlformats.org/drawingml/2006/main">
              <a:ext uri="{FF2B5EF4-FFF2-40B4-BE49-F238E27FC236}">
                <a16:creationId xmlns:a16="http://schemas.microsoft.com/office/drawing/2014/main" id="{A0E8C6EC-9C51-4EF0-BB94-6BF14100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35" name="object-108-s3-ux">
            <a:extLst xmlns:a="http://schemas.openxmlformats.org/drawingml/2006/main">
              <a:ext uri="{FF2B5EF4-FFF2-40B4-BE49-F238E27FC236}">
                <a16:creationId xmlns:a16="http://schemas.microsoft.com/office/drawing/2014/main" id="{3FA58929-2DFB-43D9-8920-0CDA83E0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36" name="object-109-s3-ux">
            <a:extLst xmlns:a="http://schemas.openxmlformats.org/drawingml/2006/main">
              <a:ext uri="{FF2B5EF4-FFF2-40B4-BE49-F238E27FC236}">
                <a16:creationId xmlns:a16="http://schemas.microsoft.com/office/drawing/2014/main" id="{C8B93D4F-12CB-43C9-AFEC-BF961120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s₃₃</a:t>
            </a:r>
          </a:p>
        </p:txBody>
      </p:sp>
      <p:sp>
        <p:nvSpPr>
          <p:cNvPr id="37" name="object-110-s3-ux">
            <a:extLst xmlns:a="http://schemas.openxmlformats.org/drawingml/2006/main">
              <a:ext uri="{FF2B5EF4-FFF2-40B4-BE49-F238E27FC236}">
                <a16:creationId xmlns:a16="http://schemas.microsoft.com/office/drawing/2014/main" id="{44BE421F-12C0-4F7D-8BB6-20327919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469202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38" name="object-111-s3-ux">
            <a:extLst xmlns:a="http://schemas.openxmlformats.org/drawingml/2006/main">
              <a:ext uri="{FF2B5EF4-FFF2-40B4-BE49-F238E27FC236}">
                <a16:creationId xmlns:a16="http://schemas.microsoft.com/office/drawing/2014/main" id="{6E7B2D17-2B4C-4188-B06B-CDBD9237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469202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39" name="object-112-s3-ux">
            <a:extLst xmlns:a="http://schemas.openxmlformats.org/drawingml/2006/main">
              <a:ext uri="{FF2B5EF4-FFF2-40B4-BE49-F238E27FC236}">
                <a16:creationId xmlns:a16="http://schemas.microsoft.com/office/drawing/2014/main" id="{ECA910CF-B7B6-41EA-9E74-96C9A3F7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469202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40" name="object-113-s3-ux">
            <a:extLst xmlns:a="http://schemas.openxmlformats.org/drawingml/2006/main">
              <a:ext uri="{FF2B5EF4-FFF2-40B4-BE49-F238E27FC236}">
                <a16:creationId xmlns:a16="http://schemas.microsoft.com/office/drawing/2014/main" id="{DFB43DD2-C304-4A62-9183-100B8577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s₂₃</a:t>
            </a:r>
          </a:p>
        </p:txBody>
      </p:sp>
      <p:sp>
        <p:nvSpPr>
          <p:cNvPr id="41" name="object-114-s3-ux">
            <a:extLst xmlns:a="http://schemas.openxmlformats.org/drawingml/2006/main">
              <a:ext uri="{FF2B5EF4-FFF2-40B4-BE49-F238E27FC236}">
                <a16:creationId xmlns:a16="http://schemas.microsoft.com/office/drawing/2014/main" id="{A0785FBD-9506-47C1-A3C6-48A2D0EC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245" y="4029462"/>
            <a:ext cx="1776710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negate column |11⟩</a:t>
            </a:r>
          </a:p>
        </p:txBody>
      </p:sp>
      <p:sp>
        <p:nvSpPr>
          <p:cNvPr id="42" name="object-115-s3-ux">
            <a:extLst xmlns:a="http://schemas.openxmlformats.org/drawingml/2006/main">
              <a:ext uri="{FF2B5EF4-FFF2-40B4-BE49-F238E27FC236}">
                <a16:creationId xmlns:a16="http://schemas.microsoft.com/office/drawing/2014/main" id="{4C420CF6-B348-41F3-A675-20FFA62D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94" y="4029462"/>
            <a:ext cx="2201912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swap rows |10⟩ and |11⟩</a:t>
            </a:r>
          </a:p>
        </p:txBody>
      </p:sp>
      <p:sp>
        <p:nvSpPr>
          <p:cNvPr id="43" name="object-116-s4-u4">
            <a:extLst xmlns:a="http://schemas.openxmlformats.org/drawingml/2006/main">
              <a:ext uri="{FF2B5EF4-FFF2-40B4-BE49-F238E27FC236}">
                <a16:creationId xmlns:a16="http://schemas.microsoft.com/office/drawing/2014/main" id="{F4EF48A3-AA75-4B7B-BC11-0B4E164A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1429"/>
            <a:ext cx="3315444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Equate corresponding entries</a:t>
            </a:r>
          </a:p>
        </p:txBody>
      </p:sp>
      <p:sp>
        <p:nvSpPr>
          <p:cNvPr id="44" name="object-117-s4-u4">
            <a:extLst xmlns:a="http://schemas.openxmlformats.org/drawingml/2006/main">
              <a:ext uri="{FF2B5EF4-FFF2-40B4-BE49-F238E27FC236}">
                <a16:creationId xmlns:a16="http://schemas.microsoft.com/office/drawing/2014/main" id="{BBC6C8C9-1662-49C0-8417-9737DBC5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1002"/>
            <a:ext cx="5019824" cy="35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s₀₃ = s₁₃ = 0;   s₂₀ = s₃₀, s₂₁ = s₃₁, s₂₂ = s₃₂;   s₂₃ = −s₃₃</a:t>
            </a:r>
          </a:p>
        </p:txBody>
      </p:sp>
      <p:sp>
        <p:nvSpPr>
          <p:cNvPr id="45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B820A12A-D53A-4740-BFEF-076AEB9E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6858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Basis order: 00, 01, 10, 11. The linear space also contains nonunitary matrices; circuit matches supply unitary members.</a:t>
            </a:r>
          </a:p>
        </p:txBody>
      </p:sp>
      <p:sp>
        <p:nvSpPr>
          <p:cNvPr id="46" name="object-146-s0-ux">
            <a:extLst xmlns:a="http://schemas.openxmlformats.org/drawingml/2006/main">
              <a:ext uri="{FF2B5EF4-FFF2-40B4-BE49-F238E27FC236}">
                <a16:creationId xmlns:a16="http://schemas.microsoft.com/office/drawing/2014/main" id="{B4F52AE7-6B5B-42B3-BFD7-13D22D06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485938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§§5.3.3–5.3.4, Lemmas 5.3–5.4; illustrative CZ → CX derivation</a:t>
            </a:r>
          </a:p>
        </p:txBody>
      </p:sp>
      <p:sp>
        <p:nvSpPr>
          <p:cNvPr id="47" name="object-147-s0-ux">
            <a:extLst xmlns:a="http://schemas.openxmlformats.org/drawingml/2006/main">
              <a:ext uri="{FF2B5EF4-FFF2-40B4-BE49-F238E27FC236}">
                <a16:creationId xmlns:a16="http://schemas.microsoft.com/office/drawing/2014/main" id="{B03FA3EA-46F1-47E6-86EE-6A6A8BA1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8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D907D009-4985-4EA8-AF0A-171529AE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5 / 7</a:t>
            </a:r>
          </a:p>
        </p:txBody>
      </p:sp>
    </p:spTree>
    <p:extLst>
      <p:ext uri="{BB962C8B-B14F-4D97-AF65-F5344CB8AC3E}">
        <p14:creationId xmlns:p14="http://schemas.microsoft.com/office/powerpoint/2010/main" val="14018682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top-accent">
            <a:extLst xmlns:a="http://schemas.openxmlformats.org/drawingml/2006/main">
              <a:ext uri="{FF2B5EF4-FFF2-40B4-BE49-F238E27FC236}">
                <a16:creationId xmlns:a16="http://schemas.microsoft.com/office/drawing/2014/main" id="{FED41A37-49B0-41B8-977B-9F76D501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2A622F5C-B7AF-4237-801B-D01DAA9A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591580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Group by trace, validate spectra, then solve for S</a:t>
            </a:r>
          </a:p>
        </p:txBody>
      </p:sp>
      <p:sp>
        <p:nvSpPr>
          <p:cNvPr id="3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8328C97F-C73D-41E6-84F3-FDAF7E1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409560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GROUP BY TRACE → CHECK EIGENVALUES → SOLVE</a:t>
            </a:r>
          </a:p>
        </p:txBody>
      </p:sp>
      <p:sp>
        <p:nvSpPr>
          <p:cNvPr id="4" name="object-77-s3-ux">
            <a:extLst xmlns:a="http://schemas.openxmlformats.org/drawingml/2006/main">
              <a:ext uri="{FF2B5EF4-FFF2-40B4-BE49-F238E27FC236}">
                <a16:creationId xmlns:a16="http://schemas.microsoft.com/office/drawing/2014/main" id="{7738A070-49A6-46C4-A3AB-913A7A13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65" y="1663452"/>
            <a:ext cx="85948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 CZ</a:t>
            </a:r>
          </a:p>
        </p:txBody>
      </p:sp>
      <p:sp>
        <p:nvSpPr>
          <p:cNvPr id="5" name="object-78-s3-ux">
            <a:extLst xmlns:a="http://schemas.openxmlformats.org/drawingml/2006/main">
              <a:ext uri="{FF2B5EF4-FFF2-40B4-BE49-F238E27FC236}">
                <a16:creationId xmlns:a16="http://schemas.microsoft.com/office/drawing/2014/main" id="{C0CF80EF-4363-4B6C-ACC2-93B9A783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35" y="1652022"/>
            <a:ext cx="311557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6" name="object-79-s3-ux">
            <a:extLst xmlns:a="http://schemas.openxmlformats.org/drawingml/2006/main">
              <a:ext uri="{FF2B5EF4-FFF2-40B4-BE49-F238E27FC236}">
                <a16:creationId xmlns:a16="http://schemas.microsoft.com/office/drawing/2014/main" id="{312C7AB8-FE1B-45B3-A67F-DFF35AF9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889" y="1663452"/>
            <a:ext cx="87823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S</a:t>
            </a:r>
          </a:p>
        </p:txBody>
      </p:sp>
      <p:sp>
        <p:nvSpPr>
          <p:cNvPr id="7" name="object-80-s3-ux">
            <a:extLst xmlns:a="http://schemas.openxmlformats.org/drawingml/2006/main">
              <a:ext uri="{FF2B5EF4-FFF2-40B4-BE49-F238E27FC236}">
                <a16:creationId xmlns:a16="http://schemas.microsoft.com/office/drawing/2014/main" id="{789D940E-D5B3-4D30-A761-393A072E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8289"/>
            <a:ext cx="3429000" cy="1600200"/>
          </a:xfrm>
          <a:custGeom xmlns:a="http://schemas.openxmlformats.org/drawingml/2006/main">
            <a:pathLst>
              <a:path w="3429000" h="1600200">
                <a:moveTo>
                  <a:pt x="76200" y="0"/>
                </a:moveTo>
                <a:lnTo>
                  <a:pt x="19665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3429000" h="1600200">
                <a:moveTo>
                  <a:pt x="3352800" y="0"/>
                </a:moveTo>
                <a:lnTo>
                  <a:pt x="3409336" y="0"/>
                </a:lnTo>
                <a:lnTo>
                  <a:pt x="3429000" y="8603"/>
                </a:lnTo>
                <a:lnTo>
                  <a:pt x="3429000" y="1591597"/>
                </a:lnTo>
                <a:lnTo>
                  <a:pt x="3409336" y="1600200"/>
                </a:lnTo>
                <a:lnTo>
                  <a:pt x="33528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8" name="object-81-s3-ux">
            <a:extLst xmlns:a="http://schemas.openxmlformats.org/drawingml/2006/main">
              <a:ext uri="{FF2B5EF4-FFF2-40B4-BE49-F238E27FC236}">
                <a16:creationId xmlns:a16="http://schemas.microsoft.com/office/drawing/2014/main" id="{A14EE26A-8CF6-4089-B55B-4D44B4E7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9" name="object-82-s3-ux">
            <a:extLst xmlns:a="http://schemas.openxmlformats.org/drawingml/2006/main">
              <a:ext uri="{FF2B5EF4-FFF2-40B4-BE49-F238E27FC236}">
                <a16:creationId xmlns:a16="http://schemas.microsoft.com/office/drawing/2014/main" id="{4144319F-7198-47BF-BE44-F980C296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10" name="object-83-s3-ux">
            <a:extLst xmlns:a="http://schemas.openxmlformats.org/drawingml/2006/main">
              <a:ext uri="{FF2B5EF4-FFF2-40B4-BE49-F238E27FC236}">
                <a16:creationId xmlns:a16="http://schemas.microsoft.com/office/drawing/2014/main" id="{8A3599BB-6B01-4BF8-A501-3F6C6861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11" name="object-84-s3-ux">
            <a:extLst xmlns:a="http://schemas.openxmlformats.org/drawingml/2006/main">
              <a:ext uri="{FF2B5EF4-FFF2-40B4-BE49-F238E27FC236}">
                <a16:creationId xmlns:a16="http://schemas.microsoft.com/office/drawing/2014/main" id="{0A35CFC8-F28D-439F-962A-ED6CC713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26905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−s₀₃</a:t>
            </a:r>
          </a:p>
        </p:txBody>
      </p:sp>
      <p:sp>
        <p:nvSpPr>
          <p:cNvPr id="12" name="object-85-s3-ux">
            <a:extLst xmlns:a="http://schemas.openxmlformats.org/drawingml/2006/main">
              <a:ext uri="{FF2B5EF4-FFF2-40B4-BE49-F238E27FC236}">
                <a16:creationId xmlns:a16="http://schemas.microsoft.com/office/drawing/2014/main" id="{CAA7EA6E-85AF-4F57-B23F-443AB54D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13" name="object-86-s3-ux">
            <a:extLst xmlns:a="http://schemas.openxmlformats.org/drawingml/2006/main">
              <a:ext uri="{FF2B5EF4-FFF2-40B4-BE49-F238E27FC236}">
                <a16:creationId xmlns:a16="http://schemas.microsoft.com/office/drawing/2014/main" id="{8A3A4AE6-7EFA-4DDF-90BE-5F9831E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14" name="object-87-s3-ux">
            <a:extLst xmlns:a="http://schemas.openxmlformats.org/drawingml/2006/main">
              <a:ext uri="{FF2B5EF4-FFF2-40B4-BE49-F238E27FC236}">
                <a16:creationId xmlns:a16="http://schemas.microsoft.com/office/drawing/2014/main" id="{039E64A8-42F1-49A3-8534-5C59BD44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15" name="object-88-s3-ux">
            <a:extLst xmlns:a="http://schemas.openxmlformats.org/drawingml/2006/main">
              <a:ext uri="{FF2B5EF4-FFF2-40B4-BE49-F238E27FC236}">
                <a16:creationId xmlns:a16="http://schemas.microsoft.com/office/drawing/2014/main" id="{F8BAC675-0365-4AB2-ABEC-B58A8D09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66910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−s₁₃</a:t>
            </a:r>
          </a:p>
        </p:txBody>
      </p:sp>
      <p:sp>
        <p:nvSpPr>
          <p:cNvPr id="16" name="object-89-s3-ux">
            <a:extLst xmlns:a="http://schemas.openxmlformats.org/drawingml/2006/main">
              <a:ext uri="{FF2B5EF4-FFF2-40B4-BE49-F238E27FC236}">
                <a16:creationId xmlns:a16="http://schemas.microsoft.com/office/drawing/2014/main" id="{A48BB9EE-E63E-4D96-8B46-01E2797A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0691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17" name="object-90-s3-ux">
            <a:extLst xmlns:a="http://schemas.openxmlformats.org/drawingml/2006/main">
              <a:ext uri="{FF2B5EF4-FFF2-40B4-BE49-F238E27FC236}">
                <a16:creationId xmlns:a16="http://schemas.microsoft.com/office/drawing/2014/main" id="{7B5826BE-164D-4D3A-A4EC-407F0280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06915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18" name="object-91-s3-ux">
            <a:extLst xmlns:a="http://schemas.openxmlformats.org/drawingml/2006/main">
              <a:ext uri="{FF2B5EF4-FFF2-40B4-BE49-F238E27FC236}">
                <a16:creationId xmlns:a16="http://schemas.microsoft.com/office/drawing/2014/main" id="{D6C4522E-D49E-4367-B553-EF66966D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069151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19" name="object-92-s3-ux">
            <a:extLst xmlns:a="http://schemas.openxmlformats.org/drawingml/2006/main">
              <a:ext uri="{FF2B5EF4-FFF2-40B4-BE49-F238E27FC236}">
                <a16:creationId xmlns:a16="http://schemas.microsoft.com/office/drawing/2014/main" id="{559F5A36-72EB-4E30-8AB2-11074A18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069151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−s₂₃</a:t>
            </a:r>
          </a:p>
        </p:txBody>
      </p:sp>
      <p:sp>
        <p:nvSpPr>
          <p:cNvPr id="20" name="object-93-s3-ux">
            <a:extLst xmlns:a="http://schemas.openxmlformats.org/drawingml/2006/main">
              <a:ext uri="{FF2B5EF4-FFF2-40B4-BE49-F238E27FC236}">
                <a16:creationId xmlns:a16="http://schemas.microsoft.com/office/drawing/2014/main" id="{62D52B4A-41F9-4DDE-B360-E538C4EE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21" name="object-94-s3-ux">
            <a:extLst xmlns:a="http://schemas.openxmlformats.org/drawingml/2006/main">
              <a:ext uri="{FF2B5EF4-FFF2-40B4-BE49-F238E27FC236}">
                <a16:creationId xmlns:a16="http://schemas.microsoft.com/office/drawing/2014/main" id="{E45189F8-2261-4478-A13C-C4F8B05A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22" name="object-95-s3-ux">
            <a:extLst xmlns:a="http://schemas.openxmlformats.org/drawingml/2006/main">
              <a:ext uri="{FF2B5EF4-FFF2-40B4-BE49-F238E27FC236}">
                <a16:creationId xmlns:a16="http://schemas.microsoft.com/office/drawing/2014/main" id="{994D6C63-9220-43F2-8DC3-F1CF90E9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23" name="object-96-s3-ux">
            <a:extLst xmlns:a="http://schemas.openxmlformats.org/drawingml/2006/main">
              <a:ext uri="{FF2B5EF4-FFF2-40B4-BE49-F238E27FC236}">
                <a16:creationId xmlns:a16="http://schemas.microsoft.com/office/drawing/2014/main" id="{9B8713A4-B5E2-4CCB-9F77-2749190C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469202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−s₃₃</a:t>
            </a:r>
          </a:p>
        </p:txBody>
      </p:sp>
      <p:sp>
        <p:nvSpPr>
          <p:cNvPr id="24" name="object-97-s3-ux">
            <a:extLst xmlns:a="http://schemas.openxmlformats.org/drawingml/2006/main">
              <a:ext uri="{FF2B5EF4-FFF2-40B4-BE49-F238E27FC236}">
                <a16:creationId xmlns:a16="http://schemas.microsoft.com/office/drawing/2014/main" id="{C9AF0AE0-7C7A-4518-8373-93F2130E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68289"/>
            <a:ext cx="2781300" cy="1600200"/>
          </a:xfrm>
          <a:custGeom xmlns:a="http://schemas.openxmlformats.org/drawingml/2006/main">
            <a:pathLst>
              <a:path w="2781300" h="1600200">
                <a:moveTo>
                  <a:pt x="76200" y="0"/>
                </a:moveTo>
                <a:lnTo>
                  <a:pt x="19664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2781300" h="1600200">
                <a:moveTo>
                  <a:pt x="2705100" y="0"/>
                </a:moveTo>
                <a:lnTo>
                  <a:pt x="2761636" y="0"/>
                </a:lnTo>
                <a:lnTo>
                  <a:pt x="2781300" y="8603"/>
                </a:lnTo>
                <a:lnTo>
                  <a:pt x="2781300" y="1591597"/>
                </a:lnTo>
                <a:lnTo>
                  <a:pt x="2761636" y="1600200"/>
                </a:lnTo>
                <a:lnTo>
                  <a:pt x="27051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25" name="object-98-s3-ux">
            <a:extLst xmlns:a="http://schemas.openxmlformats.org/drawingml/2006/main">
              <a:ext uri="{FF2B5EF4-FFF2-40B4-BE49-F238E27FC236}">
                <a16:creationId xmlns:a16="http://schemas.microsoft.com/office/drawing/2014/main" id="{4F12E9F9-F281-4F04-BF7F-63F2AF36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26" name="object-99-s3-ux">
            <a:extLst xmlns:a="http://schemas.openxmlformats.org/drawingml/2006/main">
              <a:ext uri="{FF2B5EF4-FFF2-40B4-BE49-F238E27FC236}">
                <a16:creationId xmlns:a16="http://schemas.microsoft.com/office/drawing/2014/main" id="{E88DF4E7-D35B-4D88-9B15-84EE79D1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27" name="object-100-s3-ux">
            <a:extLst xmlns:a="http://schemas.openxmlformats.org/drawingml/2006/main">
              <a:ext uri="{FF2B5EF4-FFF2-40B4-BE49-F238E27FC236}">
                <a16:creationId xmlns:a16="http://schemas.microsoft.com/office/drawing/2014/main" id="{67D37365-898C-4978-AE08-C7357D93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28" name="object-101-s3-ux">
            <a:extLst xmlns:a="http://schemas.openxmlformats.org/drawingml/2006/main">
              <a:ext uri="{FF2B5EF4-FFF2-40B4-BE49-F238E27FC236}">
                <a16:creationId xmlns:a16="http://schemas.microsoft.com/office/drawing/2014/main" id="{0AF8E79E-966C-4F56-BE5D-E19C8F25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2690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s₀₃</a:t>
            </a:r>
          </a:p>
        </p:txBody>
      </p:sp>
      <p:sp>
        <p:nvSpPr>
          <p:cNvPr id="29" name="object-102-s3-ux">
            <a:extLst xmlns:a="http://schemas.openxmlformats.org/drawingml/2006/main">
              <a:ext uri="{FF2B5EF4-FFF2-40B4-BE49-F238E27FC236}">
                <a16:creationId xmlns:a16="http://schemas.microsoft.com/office/drawing/2014/main" id="{2BBB9BA0-8418-4842-9614-CDE22F09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30" name="object-103-s3-ux">
            <a:extLst xmlns:a="http://schemas.openxmlformats.org/drawingml/2006/main">
              <a:ext uri="{FF2B5EF4-FFF2-40B4-BE49-F238E27FC236}">
                <a16:creationId xmlns:a16="http://schemas.microsoft.com/office/drawing/2014/main" id="{CCE1755E-3DED-4BD8-B595-24A0AA58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31" name="object-104-s3-ux">
            <a:extLst xmlns:a="http://schemas.openxmlformats.org/drawingml/2006/main">
              <a:ext uri="{FF2B5EF4-FFF2-40B4-BE49-F238E27FC236}">
                <a16:creationId xmlns:a16="http://schemas.microsoft.com/office/drawing/2014/main" id="{6DB27DBD-1EF8-450C-AA49-161559D3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32" name="object-105-s3-ux">
            <a:extLst xmlns:a="http://schemas.openxmlformats.org/drawingml/2006/main">
              <a:ext uri="{FF2B5EF4-FFF2-40B4-BE49-F238E27FC236}">
                <a16:creationId xmlns:a16="http://schemas.microsoft.com/office/drawing/2014/main" id="{33C7ECC1-5E28-4F1D-B50E-DCA8FA10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66910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s₁₃</a:t>
            </a:r>
          </a:p>
        </p:txBody>
      </p:sp>
      <p:sp>
        <p:nvSpPr>
          <p:cNvPr id="33" name="object-106-s3-ux">
            <a:extLst xmlns:a="http://schemas.openxmlformats.org/drawingml/2006/main">
              <a:ext uri="{FF2B5EF4-FFF2-40B4-BE49-F238E27FC236}">
                <a16:creationId xmlns:a16="http://schemas.microsoft.com/office/drawing/2014/main" id="{A67246D9-2E32-49FD-B38A-9193BCE7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34" name="object-107-s3-ux">
            <a:extLst xmlns:a="http://schemas.openxmlformats.org/drawingml/2006/main">
              <a:ext uri="{FF2B5EF4-FFF2-40B4-BE49-F238E27FC236}">
                <a16:creationId xmlns:a16="http://schemas.microsoft.com/office/drawing/2014/main" id="{60EF471A-B1B8-4289-A315-0D6799C8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35" name="object-108-s3-ux">
            <a:extLst xmlns:a="http://schemas.openxmlformats.org/drawingml/2006/main">
              <a:ext uri="{FF2B5EF4-FFF2-40B4-BE49-F238E27FC236}">
                <a16:creationId xmlns:a16="http://schemas.microsoft.com/office/drawing/2014/main" id="{8ECC8F65-6A6C-47E8-9DDE-76906963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36" name="object-109-s3-ux">
            <a:extLst xmlns:a="http://schemas.openxmlformats.org/drawingml/2006/main">
              <a:ext uri="{FF2B5EF4-FFF2-40B4-BE49-F238E27FC236}">
                <a16:creationId xmlns:a16="http://schemas.microsoft.com/office/drawing/2014/main" id="{4758E42A-1D0C-45E1-A549-6859FC82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s₃₃</a:t>
            </a:r>
          </a:p>
        </p:txBody>
      </p:sp>
      <p:sp>
        <p:nvSpPr>
          <p:cNvPr id="37" name="object-110-s3-ux">
            <a:extLst xmlns:a="http://schemas.openxmlformats.org/drawingml/2006/main">
              <a:ext uri="{FF2B5EF4-FFF2-40B4-BE49-F238E27FC236}">
                <a16:creationId xmlns:a16="http://schemas.microsoft.com/office/drawing/2014/main" id="{7C26247E-696F-4777-81D5-C132516F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469202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38" name="object-111-s3-ux">
            <a:extLst xmlns:a="http://schemas.openxmlformats.org/drawingml/2006/main">
              <a:ext uri="{FF2B5EF4-FFF2-40B4-BE49-F238E27FC236}">
                <a16:creationId xmlns:a16="http://schemas.microsoft.com/office/drawing/2014/main" id="{0F1E010E-7B87-4DE1-97F8-8C05B8E1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469202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39" name="object-112-s3-ux">
            <a:extLst xmlns:a="http://schemas.openxmlformats.org/drawingml/2006/main">
              <a:ext uri="{FF2B5EF4-FFF2-40B4-BE49-F238E27FC236}">
                <a16:creationId xmlns:a16="http://schemas.microsoft.com/office/drawing/2014/main" id="{4624A0B2-9125-4FC6-B8A4-3F3BDBA7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469202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40" name="object-113-s3-ux">
            <a:extLst xmlns:a="http://schemas.openxmlformats.org/drawingml/2006/main">
              <a:ext uri="{FF2B5EF4-FFF2-40B4-BE49-F238E27FC236}">
                <a16:creationId xmlns:a16="http://schemas.microsoft.com/office/drawing/2014/main" id="{54C0FE48-3950-4C33-8BC8-8F1EF7CA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s₂₃</a:t>
            </a:r>
          </a:p>
        </p:txBody>
      </p:sp>
      <p:sp>
        <p:nvSpPr>
          <p:cNvPr id="41" name="object-114-s3-ux">
            <a:extLst xmlns:a="http://schemas.openxmlformats.org/drawingml/2006/main">
              <a:ext uri="{FF2B5EF4-FFF2-40B4-BE49-F238E27FC236}">
                <a16:creationId xmlns:a16="http://schemas.microsoft.com/office/drawing/2014/main" id="{19EFE0C6-6EED-4BC7-81B3-373965B3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245" y="4029462"/>
            <a:ext cx="1776710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negate column |11⟩</a:t>
            </a:r>
          </a:p>
        </p:txBody>
      </p:sp>
      <p:sp>
        <p:nvSpPr>
          <p:cNvPr id="42" name="object-115-s3-ux">
            <a:extLst xmlns:a="http://schemas.openxmlformats.org/drawingml/2006/main">
              <a:ext uri="{FF2B5EF4-FFF2-40B4-BE49-F238E27FC236}">
                <a16:creationId xmlns:a16="http://schemas.microsoft.com/office/drawing/2014/main" id="{F4EAD521-ABCC-49DE-98E1-9E94089E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94" y="4029462"/>
            <a:ext cx="2201912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swap rows |10⟩ and |11⟩</a:t>
            </a:r>
          </a:p>
        </p:txBody>
      </p:sp>
      <p:sp>
        <p:nvSpPr>
          <p:cNvPr id="43" name="object-118-s5-ux">
            <a:extLst xmlns:a="http://schemas.openxmlformats.org/drawingml/2006/main">
              <a:ext uri="{FF2B5EF4-FFF2-40B4-BE49-F238E27FC236}">
                <a16:creationId xmlns:a16="http://schemas.microsoft.com/office/drawing/2014/main" id="{E2DF0BAB-3FCB-4EFA-BDD9-83F57FEE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9339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44" name="object-118-s5-ux-arrow">
            <a:extLst xmlns:a="http://schemas.openxmlformats.org/drawingml/2006/main">
              <a:ext uri="{FF2B5EF4-FFF2-40B4-BE49-F238E27FC236}">
                <a16:creationId xmlns:a16="http://schemas.microsoft.com/office/drawing/2014/main" id="{64F3F5C1-34EE-48B6-A240-1181E3A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2189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45" name="object-119-s5-ux">
            <a:extLst xmlns:a="http://schemas.openxmlformats.org/drawingml/2006/main">
              <a:ext uri="{FF2B5EF4-FFF2-40B4-BE49-F238E27FC236}">
                <a16:creationId xmlns:a16="http://schemas.microsoft.com/office/drawing/2014/main" id="{F38F3B01-91F9-4F20-9BA1-D54FE55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968" y="1749177"/>
            <a:ext cx="176986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Solution space</a:t>
            </a:r>
          </a:p>
        </p:txBody>
      </p:sp>
      <p:sp>
        <p:nvSpPr>
          <p:cNvPr id="46" name="object-120-s5-ux">
            <a:extLst xmlns:a="http://schemas.openxmlformats.org/drawingml/2006/main">
              <a:ext uri="{FF2B5EF4-FFF2-40B4-BE49-F238E27FC236}">
                <a16:creationId xmlns:a16="http://schemas.microsoft.com/office/drawing/2014/main" id="{475A3808-DD65-4421-A42D-69B9227D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8289"/>
            <a:ext cx="2209800" cy="1600200"/>
          </a:xfrm>
          <a:custGeom xmlns:a="http://schemas.openxmlformats.org/drawingml/2006/main">
            <a:pathLst>
              <a:path w="2209800" h="1600200">
                <a:moveTo>
                  <a:pt x="76200" y="0"/>
                </a:moveTo>
                <a:lnTo>
                  <a:pt x="19664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2209800" h="1600200">
                <a:moveTo>
                  <a:pt x="2133600" y="0"/>
                </a:moveTo>
                <a:lnTo>
                  <a:pt x="2190135" y="0"/>
                </a:lnTo>
                <a:lnTo>
                  <a:pt x="2209800" y="8603"/>
                </a:lnTo>
                <a:lnTo>
                  <a:pt x="2209800" y="1591597"/>
                </a:lnTo>
                <a:lnTo>
                  <a:pt x="2190136" y="1600200"/>
                </a:lnTo>
                <a:lnTo>
                  <a:pt x="21336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47" name="object-121-s5-ux">
            <a:extLst xmlns:a="http://schemas.openxmlformats.org/drawingml/2006/main">
              <a:ext uri="{FF2B5EF4-FFF2-40B4-BE49-F238E27FC236}">
                <a16:creationId xmlns:a16="http://schemas.microsoft.com/office/drawing/2014/main" id="{5D12A559-9643-4676-8DC4-297107CF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22690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object-122-s5-ux">
            <a:extLst xmlns:a="http://schemas.openxmlformats.org/drawingml/2006/main">
              <a:ext uri="{FF2B5EF4-FFF2-40B4-BE49-F238E27FC236}">
                <a16:creationId xmlns:a16="http://schemas.microsoft.com/office/drawing/2014/main" id="{6F2B7B99-CF1D-4D76-B19D-841416B7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22690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9" name="object-123-s5-ux">
            <a:extLst xmlns:a="http://schemas.openxmlformats.org/drawingml/2006/main">
              <a:ext uri="{FF2B5EF4-FFF2-40B4-BE49-F238E27FC236}">
                <a16:creationId xmlns:a16="http://schemas.microsoft.com/office/drawing/2014/main" id="{0CBC69A1-72EB-4B08-944C-AD66B907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856" y="2269051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0" name="object-124-s5-ux">
            <a:extLst xmlns:a="http://schemas.openxmlformats.org/drawingml/2006/main">
              <a:ext uri="{FF2B5EF4-FFF2-40B4-BE49-F238E27FC236}">
                <a16:creationId xmlns:a16="http://schemas.microsoft.com/office/drawing/2014/main" id="{8045AAF1-4D85-4D3C-A1FF-8148FE12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68" y="22690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object-125-s5-ux">
            <a:extLst xmlns:a="http://schemas.openxmlformats.org/drawingml/2006/main">
              <a:ext uri="{FF2B5EF4-FFF2-40B4-BE49-F238E27FC236}">
                <a16:creationId xmlns:a16="http://schemas.microsoft.com/office/drawing/2014/main" id="{5A15B1CE-561E-4DE3-B5BF-823FCDF1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266910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object-126-s5-ux">
            <a:extLst xmlns:a="http://schemas.openxmlformats.org/drawingml/2006/main">
              <a:ext uri="{FF2B5EF4-FFF2-40B4-BE49-F238E27FC236}">
                <a16:creationId xmlns:a16="http://schemas.microsoft.com/office/drawing/2014/main" id="{6C08CA84-3576-49FC-84B6-00320AF6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266910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3" name="object-127-s5-ux">
            <a:extLst xmlns:a="http://schemas.openxmlformats.org/drawingml/2006/main">
              <a:ext uri="{FF2B5EF4-FFF2-40B4-BE49-F238E27FC236}">
                <a16:creationId xmlns:a16="http://schemas.microsoft.com/office/drawing/2014/main" id="{AA17219A-FBE4-4043-8DF0-6D869A17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515" y="2669101"/>
            <a:ext cx="1691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4" name="object-128-s5-ux">
            <a:extLst xmlns:a="http://schemas.openxmlformats.org/drawingml/2006/main">
              <a:ext uri="{FF2B5EF4-FFF2-40B4-BE49-F238E27FC236}">
                <a16:creationId xmlns:a16="http://schemas.microsoft.com/office/drawing/2014/main" id="{51CA129D-97B3-4533-AB7E-86532E5B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68" y="266910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object-129-s5-ux">
            <a:extLst xmlns:a="http://schemas.openxmlformats.org/drawingml/2006/main">
              <a:ext uri="{FF2B5EF4-FFF2-40B4-BE49-F238E27FC236}">
                <a16:creationId xmlns:a16="http://schemas.microsoft.com/office/drawing/2014/main" id="{1AB08185-7CC1-484F-B964-97145864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3069151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6" name="object-130-s5-ux">
            <a:extLst xmlns:a="http://schemas.openxmlformats.org/drawingml/2006/main">
              <a:ext uri="{FF2B5EF4-FFF2-40B4-BE49-F238E27FC236}">
                <a16:creationId xmlns:a16="http://schemas.microsoft.com/office/drawing/2014/main" id="{E614E2C8-6AC4-48ED-88E0-1E711D4D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30691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7" name="object-131-s5-ux">
            <a:extLst xmlns:a="http://schemas.openxmlformats.org/drawingml/2006/main">
              <a:ext uri="{FF2B5EF4-FFF2-40B4-BE49-F238E27FC236}">
                <a16:creationId xmlns:a16="http://schemas.microsoft.com/office/drawing/2014/main" id="{EC87A03E-9E5E-4D03-901E-E3492F82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501" y="3069151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58" name="object-132-s5-ux">
            <a:extLst xmlns:a="http://schemas.openxmlformats.org/drawingml/2006/main">
              <a:ext uri="{FF2B5EF4-FFF2-40B4-BE49-F238E27FC236}">
                <a16:creationId xmlns:a16="http://schemas.microsoft.com/office/drawing/2014/main" id="{A2694821-FCF4-42D6-BBC3-72298620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681" y="3069151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59" name="object-133-s5-ux">
            <a:extLst xmlns:a="http://schemas.openxmlformats.org/drawingml/2006/main">
              <a:ext uri="{FF2B5EF4-FFF2-40B4-BE49-F238E27FC236}">
                <a16:creationId xmlns:a16="http://schemas.microsoft.com/office/drawing/2014/main" id="{0DAE1FC3-9C86-44AA-8FCC-21A200F0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3469202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0" name="object-134-s5-ux">
            <a:extLst xmlns:a="http://schemas.openxmlformats.org/drawingml/2006/main">
              <a:ext uri="{FF2B5EF4-FFF2-40B4-BE49-F238E27FC236}">
                <a16:creationId xmlns:a16="http://schemas.microsoft.com/office/drawing/2014/main" id="{8B6CC006-5F1C-4810-8A48-5543E180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3469202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1" name="object-135-s5-ux">
            <a:extLst xmlns:a="http://schemas.openxmlformats.org/drawingml/2006/main">
              <a:ext uri="{FF2B5EF4-FFF2-40B4-BE49-F238E27FC236}">
                <a16:creationId xmlns:a16="http://schemas.microsoft.com/office/drawing/2014/main" id="{0101BF54-60BB-472B-9F9D-ECC8E378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501" y="3469202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2" name="object-136-s5-ux">
            <a:extLst xmlns:a="http://schemas.openxmlformats.org/drawingml/2006/main">
              <a:ext uri="{FF2B5EF4-FFF2-40B4-BE49-F238E27FC236}">
                <a16:creationId xmlns:a16="http://schemas.microsoft.com/office/drawing/2014/main" id="{6A67BE51-866D-426A-89CC-B7679B81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016" y="3469202"/>
            <a:ext cx="3823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−k</a:t>
            </a:r>
          </a:p>
        </p:txBody>
      </p:sp>
      <p:sp>
        <p:nvSpPr>
          <p:cNvPr id="63" name="object-137-s5-ux">
            <a:extLst xmlns:a="http://schemas.openxmlformats.org/drawingml/2006/main">
              <a:ext uri="{FF2B5EF4-FFF2-40B4-BE49-F238E27FC236}">
                <a16:creationId xmlns:a16="http://schemas.microsoft.com/office/drawing/2014/main" id="{EA2B622D-B348-4619-8708-CA51520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324" y="4029462"/>
            <a:ext cx="2355503" cy="260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10 free complex variables</a:t>
            </a:r>
          </a:p>
        </p:txBody>
      </p:sp>
      <p:sp>
        <p:nvSpPr>
          <p:cNvPr id="64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866CBB29-4B9F-4881-A5B1-1FAD7B92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6858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Basis order: 00, 01, 10, 11. The linear space also contains nonunitary matrices; circuit matches supply unitary members.</a:t>
            </a:r>
          </a:p>
        </p:txBody>
      </p:sp>
      <p:sp>
        <p:nvSpPr>
          <p:cNvPr id="65" name="object-146-s0-ux">
            <a:extLst xmlns:a="http://schemas.openxmlformats.org/drawingml/2006/main">
              <a:ext uri="{FF2B5EF4-FFF2-40B4-BE49-F238E27FC236}">
                <a16:creationId xmlns:a16="http://schemas.microsoft.com/office/drawing/2014/main" id="{5D68DFDA-6738-4333-80FD-48F2C4E7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485938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§§5.3.3–5.3.4, Lemmas 5.3–5.4; illustrative CZ → CX derivation</a:t>
            </a:r>
          </a:p>
        </p:txBody>
      </p:sp>
      <p:sp>
        <p:nvSpPr>
          <p:cNvPr id="66" name="object-147-s0-ux">
            <a:extLst xmlns:a="http://schemas.openxmlformats.org/drawingml/2006/main">
              <a:ext uri="{FF2B5EF4-FFF2-40B4-BE49-F238E27FC236}">
                <a16:creationId xmlns:a16="http://schemas.microsoft.com/office/drawing/2014/main" id="{2A043526-E178-4881-90D4-2F4B36CA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67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794E03B1-987C-4E2E-86BF-494332ED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6 / 7</a:t>
            </a:r>
          </a:p>
        </p:txBody>
      </p:sp>
    </p:spTree>
    <p:extLst>
      <p:ext uri="{BB962C8B-B14F-4D97-AF65-F5344CB8AC3E}">
        <p14:creationId xmlns:p14="http://schemas.microsoft.com/office/powerpoint/2010/main" val="18862957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top-accent">
            <a:extLst xmlns:a="http://schemas.openxmlformats.org/drawingml/2006/main">
              <a:ext uri="{FF2B5EF4-FFF2-40B4-BE49-F238E27FC236}">
                <a16:creationId xmlns:a16="http://schemas.microsoft.com/office/drawing/2014/main" id="{E24978BF-56DD-4DE6-A2BC-DB0A068B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9749754B-7341-4BA5-8227-3E592F2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591580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Group by trace, validate spectra, then solve for S</a:t>
            </a:r>
          </a:p>
        </p:txBody>
      </p:sp>
      <p:sp>
        <p:nvSpPr>
          <p:cNvPr id="3" name="object-55-s0-ux">
            <a:extLst xmlns:a="http://schemas.openxmlformats.org/drawingml/2006/main">
              <a:ext uri="{FF2B5EF4-FFF2-40B4-BE49-F238E27FC236}">
                <a16:creationId xmlns:a16="http://schemas.microsoft.com/office/drawing/2014/main" id="{12A504F2-3D3A-48BE-82DB-74BDC624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1974"/>
            <a:ext cx="4095601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GROUP BY TRACE → CHECK EIGENVALUES → SOLVE</a:t>
            </a:r>
          </a:p>
        </p:txBody>
      </p:sp>
      <p:sp>
        <p:nvSpPr>
          <p:cNvPr id="4" name="object-77-s3-ux">
            <a:extLst xmlns:a="http://schemas.openxmlformats.org/drawingml/2006/main">
              <a:ext uri="{FF2B5EF4-FFF2-40B4-BE49-F238E27FC236}">
                <a16:creationId xmlns:a16="http://schemas.microsoft.com/office/drawing/2014/main" id="{3B4B4366-9921-4F47-BB0F-9671A734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65" y="1663452"/>
            <a:ext cx="85948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 CZ</a:t>
            </a:r>
          </a:p>
        </p:txBody>
      </p:sp>
      <p:sp>
        <p:nvSpPr>
          <p:cNvPr id="5" name="object-78-s3-ux">
            <a:extLst xmlns:a="http://schemas.openxmlformats.org/drawingml/2006/main">
              <a:ext uri="{FF2B5EF4-FFF2-40B4-BE49-F238E27FC236}">
                <a16:creationId xmlns:a16="http://schemas.microsoft.com/office/drawing/2014/main" id="{F2C82F3F-DFFD-43CB-877E-D042963F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35" y="1652022"/>
            <a:ext cx="311557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7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6" name="object-79-s3-ux">
            <a:extLst xmlns:a="http://schemas.openxmlformats.org/drawingml/2006/main">
              <a:ext uri="{FF2B5EF4-FFF2-40B4-BE49-F238E27FC236}">
                <a16:creationId xmlns:a16="http://schemas.microsoft.com/office/drawing/2014/main" id="{B24044E8-1CD9-4A9E-BE04-BDF51A3B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889" y="1663452"/>
            <a:ext cx="87823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CX S</a:t>
            </a:r>
          </a:p>
        </p:txBody>
      </p:sp>
      <p:sp>
        <p:nvSpPr>
          <p:cNvPr id="7" name="object-80-s3-ux">
            <a:extLst xmlns:a="http://schemas.openxmlformats.org/drawingml/2006/main">
              <a:ext uri="{FF2B5EF4-FFF2-40B4-BE49-F238E27FC236}">
                <a16:creationId xmlns:a16="http://schemas.microsoft.com/office/drawing/2014/main" id="{51510712-583A-42B8-A3CF-D9B27014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8289"/>
            <a:ext cx="3429000" cy="1600200"/>
          </a:xfrm>
          <a:custGeom xmlns:a="http://schemas.openxmlformats.org/drawingml/2006/main">
            <a:pathLst>
              <a:path w="3429000" h="1600200">
                <a:moveTo>
                  <a:pt x="76200" y="0"/>
                </a:moveTo>
                <a:lnTo>
                  <a:pt x="19665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3429000" h="1600200">
                <a:moveTo>
                  <a:pt x="3352800" y="0"/>
                </a:moveTo>
                <a:lnTo>
                  <a:pt x="3409336" y="0"/>
                </a:lnTo>
                <a:lnTo>
                  <a:pt x="3429000" y="8603"/>
                </a:lnTo>
                <a:lnTo>
                  <a:pt x="3429000" y="1591597"/>
                </a:lnTo>
                <a:lnTo>
                  <a:pt x="3409336" y="1600200"/>
                </a:lnTo>
                <a:lnTo>
                  <a:pt x="33528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8" name="object-81-s3-ux">
            <a:extLst xmlns:a="http://schemas.openxmlformats.org/drawingml/2006/main">
              <a:ext uri="{FF2B5EF4-FFF2-40B4-BE49-F238E27FC236}">
                <a16:creationId xmlns:a16="http://schemas.microsoft.com/office/drawing/2014/main" id="{9FE5E30E-0695-44BC-8365-BCAB2C10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9" name="object-82-s3-ux">
            <a:extLst xmlns:a="http://schemas.openxmlformats.org/drawingml/2006/main">
              <a:ext uri="{FF2B5EF4-FFF2-40B4-BE49-F238E27FC236}">
                <a16:creationId xmlns:a16="http://schemas.microsoft.com/office/drawing/2014/main" id="{0D928D4B-C077-41B3-889A-56A63C12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10" name="object-83-s3-ux">
            <a:extLst xmlns:a="http://schemas.openxmlformats.org/drawingml/2006/main">
              <a:ext uri="{FF2B5EF4-FFF2-40B4-BE49-F238E27FC236}">
                <a16:creationId xmlns:a16="http://schemas.microsoft.com/office/drawing/2014/main" id="{25AE3C6A-0DCA-4E9D-8CA4-D2226B49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11" name="object-84-s3-ux">
            <a:extLst xmlns:a="http://schemas.openxmlformats.org/drawingml/2006/main">
              <a:ext uri="{FF2B5EF4-FFF2-40B4-BE49-F238E27FC236}">
                <a16:creationId xmlns:a16="http://schemas.microsoft.com/office/drawing/2014/main" id="{01EF52AE-4653-40DD-BC02-C66AF447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26905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−s₀₃</a:t>
            </a:r>
          </a:p>
        </p:txBody>
      </p:sp>
      <p:sp>
        <p:nvSpPr>
          <p:cNvPr id="12" name="object-85-s3-ux">
            <a:extLst xmlns:a="http://schemas.openxmlformats.org/drawingml/2006/main">
              <a:ext uri="{FF2B5EF4-FFF2-40B4-BE49-F238E27FC236}">
                <a16:creationId xmlns:a16="http://schemas.microsoft.com/office/drawing/2014/main" id="{DE16A9DE-1829-429A-A051-B4CE6152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2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13" name="object-86-s3-ux">
            <a:extLst xmlns:a="http://schemas.openxmlformats.org/drawingml/2006/main">
              <a:ext uri="{FF2B5EF4-FFF2-40B4-BE49-F238E27FC236}">
                <a16:creationId xmlns:a16="http://schemas.microsoft.com/office/drawing/2014/main" id="{0775743C-EB91-4BAC-9F55-578D6D61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7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14" name="object-87-s3-ux">
            <a:extLst xmlns:a="http://schemas.openxmlformats.org/drawingml/2006/main">
              <a:ext uri="{FF2B5EF4-FFF2-40B4-BE49-F238E27FC236}">
                <a16:creationId xmlns:a16="http://schemas.microsoft.com/office/drawing/2014/main" id="{616952F2-913D-4A5E-A0AE-56EDBB0E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437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15" name="object-88-s3-ux">
            <a:extLst xmlns:a="http://schemas.openxmlformats.org/drawingml/2006/main">
              <a:ext uri="{FF2B5EF4-FFF2-40B4-BE49-F238E27FC236}">
                <a16:creationId xmlns:a16="http://schemas.microsoft.com/office/drawing/2014/main" id="{7DC386D9-1866-46FA-A4C6-BEB11FC7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97" y="2669101"/>
            <a:ext cx="53604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−s₁₃</a:t>
            </a:r>
          </a:p>
        </p:txBody>
      </p:sp>
      <p:sp>
        <p:nvSpPr>
          <p:cNvPr id="16" name="object-89-s3-ux">
            <a:extLst xmlns:a="http://schemas.openxmlformats.org/drawingml/2006/main">
              <a:ext uri="{FF2B5EF4-FFF2-40B4-BE49-F238E27FC236}">
                <a16:creationId xmlns:a16="http://schemas.microsoft.com/office/drawing/2014/main" id="{CE239F1A-CA7A-4D07-950D-0BC9BA0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0691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17" name="object-90-s3-ux">
            <a:extLst xmlns:a="http://schemas.openxmlformats.org/drawingml/2006/main">
              <a:ext uri="{FF2B5EF4-FFF2-40B4-BE49-F238E27FC236}">
                <a16:creationId xmlns:a16="http://schemas.microsoft.com/office/drawing/2014/main" id="{B87DCB84-94BD-43AE-ABFD-D326E1F7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06915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18" name="object-91-s3-ux">
            <a:extLst xmlns:a="http://schemas.openxmlformats.org/drawingml/2006/main">
              <a:ext uri="{FF2B5EF4-FFF2-40B4-BE49-F238E27FC236}">
                <a16:creationId xmlns:a16="http://schemas.microsoft.com/office/drawing/2014/main" id="{6F8129CB-7C88-4AF3-9FF1-2C02B717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069151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19" name="object-92-s3-ux">
            <a:extLst xmlns:a="http://schemas.openxmlformats.org/drawingml/2006/main">
              <a:ext uri="{FF2B5EF4-FFF2-40B4-BE49-F238E27FC236}">
                <a16:creationId xmlns:a16="http://schemas.microsoft.com/office/drawing/2014/main" id="{809BD8D5-938E-4871-AD5D-18E2C586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069151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−s₂₃</a:t>
            </a:r>
          </a:p>
        </p:txBody>
      </p:sp>
      <p:sp>
        <p:nvSpPr>
          <p:cNvPr id="20" name="object-93-s3-ux">
            <a:extLst xmlns:a="http://schemas.openxmlformats.org/drawingml/2006/main">
              <a:ext uri="{FF2B5EF4-FFF2-40B4-BE49-F238E27FC236}">
                <a16:creationId xmlns:a16="http://schemas.microsoft.com/office/drawing/2014/main" id="{21300B46-3EC2-40E0-AADA-A0DB9B86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7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21" name="object-94-s3-ux">
            <a:extLst xmlns:a="http://schemas.openxmlformats.org/drawingml/2006/main">
              <a:ext uri="{FF2B5EF4-FFF2-40B4-BE49-F238E27FC236}">
                <a16:creationId xmlns:a16="http://schemas.microsoft.com/office/drawing/2014/main" id="{98752C8A-4143-4142-A167-5B2144BD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812" y="3469202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22" name="object-95-s3-ux">
            <a:extLst xmlns:a="http://schemas.openxmlformats.org/drawingml/2006/main">
              <a:ext uri="{FF2B5EF4-FFF2-40B4-BE49-F238E27FC236}">
                <a16:creationId xmlns:a16="http://schemas.microsoft.com/office/drawing/2014/main" id="{9C273EFE-4B45-4525-BBD0-5F9DA7B7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511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23" name="object-96-s3-ux">
            <a:extLst xmlns:a="http://schemas.openxmlformats.org/drawingml/2006/main">
              <a:ext uri="{FF2B5EF4-FFF2-40B4-BE49-F238E27FC236}">
                <a16:creationId xmlns:a16="http://schemas.microsoft.com/office/drawing/2014/main" id="{43BA517E-11BD-4008-80EF-C55FAD58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71" y="3469202"/>
            <a:ext cx="535900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−s₃₃</a:t>
            </a:r>
          </a:p>
        </p:txBody>
      </p:sp>
      <p:sp>
        <p:nvSpPr>
          <p:cNvPr id="24" name="object-97-s3-ux">
            <a:extLst xmlns:a="http://schemas.openxmlformats.org/drawingml/2006/main">
              <a:ext uri="{FF2B5EF4-FFF2-40B4-BE49-F238E27FC236}">
                <a16:creationId xmlns:a16="http://schemas.microsoft.com/office/drawing/2014/main" id="{CC0BCECB-6F13-4F6A-A48C-6B048188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68289"/>
            <a:ext cx="2781300" cy="1600200"/>
          </a:xfrm>
          <a:custGeom xmlns:a="http://schemas.openxmlformats.org/drawingml/2006/main">
            <a:pathLst>
              <a:path w="2781300" h="1600200">
                <a:moveTo>
                  <a:pt x="76200" y="0"/>
                </a:moveTo>
                <a:lnTo>
                  <a:pt x="19664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2781300" h="1600200">
                <a:moveTo>
                  <a:pt x="2705100" y="0"/>
                </a:moveTo>
                <a:lnTo>
                  <a:pt x="2761636" y="0"/>
                </a:lnTo>
                <a:lnTo>
                  <a:pt x="2781300" y="8603"/>
                </a:lnTo>
                <a:lnTo>
                  <a:pt x="2781300" y="1591597"/>
                </a:lnTo>
                <a:lnTo>
                  <a:pt x="2761636" y="1600200"/>
                </a:lnTo>
                <a:lnTo>
                  <a:pt x="27051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25" name="object-98-s3-ux">
            <a:extLst xmlns:a="http://schemas.openxmlformats.org/drawingml/2006/main">
              <a:ext uri="{FF2B5EF4-FFF2-40B4-BE49-F238E27FC236}">
                <a16:creationId xmlns:a16="http://schemas.microsoft.com/office/drawing/2014/main" id="{46999C98-EEE8-48D9-BB32-EE4D2C24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s₀₀</a:t>
            </a:r>
          </a:p>
        </p:txBody>
      </p:sp>
      <p:sp>
        <p:nvSpPr>
          <p:cNvPr id="26" name="object-99-s3-ux">
            <a:extLst xmlns:a="http://schemas.openxmlformats.org/drawingml/2006/main">
              <a:ext uri="{FF2B5EF4-FFF2-40B4-BE49-F238E27FC236}">
                <a16:creationId xmlns:a16="http://schemas.microsoft.com/office/drawing/2014/main" id="{A670EB7D-2E5A-4F59-86CD-8C18076B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26905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s₀₁</a:t>
            </a:r>
          </a:p>
        </p:txBody>
      </p:sp>
      <p:sp>
        <p:nvSpPr>
          <p:cNvPr id="27" name="object-100-s3-ux">
            <a:extLst xmlns:a="http://schemas.openxmlformats.org/drawingml/2006/main">
              <a:ext uri="{FF2B5EF4-FFF2-40B4-BE49-F238E27FC236}">
                <a16:creationId xmlns:a16="http://schemas.microsoft.com/office/drawing/2014/main" id="{11E1FEE4-44D1-4245-B719-9F63E4B3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269051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s₀₂</a:t>
            </a:r>
          </a:p>
        </p:txBody>
      </p:sp>
      <p:sp>
        <p:nvSpPr>
          <p:cNvPr id="28" name="object-101-s3-ux">
            <a:extLst xmlns:a="http://schemas.openxmlformats.org/drawingml/2006/main">
              <a:ext uri="{FF2B5EF4-FFF2-40B4-BE49-F238E27FC236}">
                <a16:creationId xmlns:a16="http://schemas.microsoft.com/office/drawing/2014/main" id="{F7680E6D-D30C-468F-8824-66AAD6B0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2690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s₀₃</a:t>
            </a:r>
          </a:p>
        </p:txBody>
      </p:sp>
      <p:sp>
        <p:nvSpPr>
          <p:cNvPr id="29" name="object-102-s3-ux">
            <a:extLst xmlns:a="http://schemas.openxmlformats.org/drawingml/2006/main">
              <a:ext uri="{FF2B5EF4-FFF2-40B4-BE49-F238E27FC236}">
                <a16:creationId xmlns:a16="http://schemas.microsoft.com/office/drawing/2014/main" id="{33611EAA-A96A-4B49-AE07-F46CE08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25" y="2669101"/>
            <a:ext cx="374868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s₁₀</a:t>
            </a:r>
          </a:p>
        </p:txBody>
      </p:sp>
      <p:sp>
        <p:nvSpPr>
          <p:cNvPr id="30" name="object-103-s3-ux">
            <a:extLst xmlns:a="http://schemas.openxmlformats.org/drawingml/2006/main">
              <a:ext uri="{FF2B5EF4-FFF2-40B4-BE49-F238E27FC236}">
                <a16:creationId xmlns:a16="http://schemas.microsoft.com/office/drawing/2014/main" id="{C286925C-EA7D-46B4-B3D7-15CC9040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25" y="2669101"/>
            <a:ext cx="374868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s₁₁</a:t>
            </a:r>
          </a:p>
        </p:txBody>
      </p:sp>
      <p:sp>
        <p:nvSpPr>
          <p:cNvPr id="31" name="object-104-s3-ux">
            <a:extLst xmlns:a="http://schemas.openxmlformats.org/drawingml/2006/main">
              <a:ext uri="{FF2B5EF4-FFF2-40B4-BE49-F238E27FC236}">
                <a16:creationId xmlns:a16="http://schemas.microsoft.com/office/drawing/2014/main" id="{0D2D3C0D-E7B7-4C3C-A40B-380E3F77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99" y="2669101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s₁₂</a:t>
            </a:r>
          </a:p>
        </p:txBody>
      </p:sp>
      <p:sp>
        <p:nvSpPr>
          <p:cNvPr id="32" name="object-105-s3-ux">
            <a:extLst xmlns:a="http://schemas.openxmlformats.org/drawingml/2006/main">
              <a:ext uri="{FF2B5EF4-FFF2-40B4-BE49-F238E27FC236}">
                <a16:creationId xmlns:a16="http://schemas.microsoft.com/office/drawing/2014/main" id="{A282EF47-E8FF-4A71-A8EB-11858BD0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799" y="266910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s₁₃</a:t>
            </a:r>
          </a:p>
        </p:txBody>
      </p:sp>
      <p:sp>
        <p:nvSpPr>
          <p:cNvPr id="33" name="object-106-s3-ux">
            <a:extLst xmlns:a="http://schemas.openxmlformats.org/drawingml/2006/main">
              <a:ext uri="{FF2B5EF4-FFF2-40B4-BE49-F238E27FC236}">
                <a16:creationId xmlns:a16="http://schemas.microsoft.com/office/drawing/2014/main" id="{3D62452E-BB71-4F1E-8862-AB120587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s₃₀</a:t>
            </a:r>
          </a:p>
        </p:txBody>
      </p:sp>
      <p:sp>
        <p:nvSpPr>
          <p:cNvPr id="34" name="object-107-s3-ux">
            <a:extLst xmlns:a="http://schemas.openxmlformats.org/drawingml/2006/main">
              <a:ext uri="{FF2B5EF4-FFF2-40B4-BE49-F238E27FC236}">
                <a16:creationId xmlns:a16="http://schemas.microsoft.com/office/drawing/2014/main" id="{20F0FF28-CDD4-4235-BF47-FE01B751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069151"/>
            <a:ext cx="374719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s₃₁</a:t>
            </a:r>
          </a:p>
        </p:txBody>
      </p:sp>
      <p:sp>
        <p:nvSpPr>
          <p:cNvPr id="35" name="object-108-s3-ux">
            <a:extLst xmlns:a="http://schemas.openxmlformats.org/drawingml/2006/main">
              <a:ext uri="{FF2B5EF4-FFF2-40B4-BE49-F238E27FC236}">
                <a16:creationId xmlns:a16="http://schemas.microsoft.com/office/drawing/2014/main" id="{B0BFB100-01A6-4B68-B432-29A79E99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s₃₂</a:t>
            </a:r>
          </a:p>
        </p:txBody>
      </p:sp>
      <p:sp>
        <p:nvSpPr>
          <p:cNvPr id="36" name="object-109-s3-ux">
            <a:extLst xmlns:a="http://schemas.openxmlformats.org/drawingml/2006/main">
              <a:ext uri="{FF2B5EF4-FFF2-40B4-BE49-F238E27FC236}">
                <a16:creationId xmlns:a16="http://schemas.microsoft.com/office/drawing/2014/main" id="{33A1C20D-F122-40A3-BF6B-EFE1A191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069151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s₃₃</a:t>
            </a:r>
          </a:p>
        </p:txBody>
      </p:sp>
      <p:sp>
        <p:nvSpPr>
          <p:cNvPr id="37" name="object-110-s3-ux">
            <a:extLst xmlns:a="http://schemas.openxmlformats.org/drawingml/2006/main">
              <a:ext uri="{FF2B5EF4-FFF2-40B4-BE49-F238E27FC236}">
                <a16:creationId xmlns:a16="http://schemas.microsoft.com/office/drawing/2014/main" id="{AB2406B5-9ACF-409A-9B91-318E686A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699" y="3469202"/>
            <a:ext cx="374719" cy="399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s₂₀</a:t>
            </a:r>
          </a:p>
        </p:txBody>
      </p:sp>
      <p:sp>
        <p:nvSpPr>
          <p:cNvPr id="38" name="object-111-s3-ux">
            <a:extLst xmlns:a="http://schemas.openxmlformats.org/drawingml/2006/main">
              <a:ext uri="{FF2B5EF4-FFF2-40B4-BE49-F238E27FC236}">
                <a16:creationId xmlns:a16="http://schemas.microsoft.com/office/drawing/2014/main" id="{882B3D85-BF0F-418D-BC79-0F055CB6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99" y="3469202"/>
            <a:ext cx="374719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s₂₁</a:t>
            </a:r>
          </a:p>
        </p:txBody>
      </p:sp>
      <p:sp>
        <p:nvSpPr>
          <p:cNvPr id="39" name="object-112-s3-ux">
            <a:extLst xmlns:a="http://schemas.openxmlformats.org/drawingml/2006/main">
              <a:ext uri="{FF2B5EF4-FFF2-40B4-BE49-F238E27FC236}">
                <a16:creationId xmlns:a16="http://schemas.microsoft.com/office/drawing/2014/main" id="{6983FA80-FB03-4869-9EA3-9670AB2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73" y="3469202"/>
            <a:ext cx="374571" cy="39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s₂₂</a:t>
            </a:r>
          </a:p>
        </p:txBody>
      </p:sp>
      <p:sp>
        <p:nvSpPr>
          <p:cNvPr id="40" name="object-113-s3-ux">
            <a:extLst xmlns:a="http://schemas.openxmlformats.org/drawingml/2006/main">
              <a:ext uri="{FF2B5EF4-FFF2-40B4-BE49-F238E27FC236}">
                <a16:creationId xmlns:a16="http://schemas.microsoft.com/office/drawing/2014/main" id="{3BE9CC2C-F097-4087-8A76-B5A3AD55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873" y="3469202"/>
            <a:ext cx="374571" cy="40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s₂₃</a:t>
            </a:r>
          </a:p>
        </p:txBody>
      </p:sp>
      <p:sp>
        <p:nvSpPr>
          <p:cNvPr id="41" name="object-114-s3-ux">
            <a:extLst xmlns:a="http://schemas.openxmlformats.org/drawingml/2006/main">
              <a:ext uri="{FF2B5EF4-FFF2-40B4-BE49-F238E27FC236}">
                <a16:creationId xmlns:a16="http://schemas.microsoft.com/office/drawing/2014/main" id="{6424CDE1-EF70-48DD-B97D-34B5F462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245" y="4029462"/>
            <a:ext cx="1776710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negate column |11⟩</a:t>
            </a:r>
          </a:p>
        </p:txBody>
      </p:sp>
      <p:sp>
        <p:nvSpPr>
          <p:cNvPr id="42" name="object-115-s3-ux">
            <a:extLst xmlns:a="http://schemas.openxmlformats.org/drawingml/2006/main">
              <a:ext uri="{FF2B5EF4-FFF2-40B4-BE49-F238E27FC236}">
                <a16:creationId xmlns:a16="http://schemas.microsoft.com/office/drawing/2014/main" id="{4D94E779-54DE-4FAF-BB9F-117471B0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94" y="4029462"/>
            <a:ext cx="2201912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swap rows |10⟩ and |11⟩</a:t>
            </a:r>
          </a:p>
        </p:txBody>
      </p:sp>
      <p:sp>
        <p:nvSpPr>
          <p:cNvPr id="43" name="object-118-s5-ux">
            <a:extLst xmlns:a="http://schemas.openxmlformats.org/drawingml/2006/main">
              <a:ext uri="{FF2B5EF4-FFF2-40B4-BE49-F238E27FC236}">
                <a16:creationId xmlns:a16="http://schemas.microsoft.com/office/drawing/2014/main" id="{EA90629B-DE47-4685-AE34-A0950284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9339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44" name="object-118-s5-ux-arrow">
            <a:extLst xmlns:a="http://schemas.openxmlformats.org/drawingml/2006/main">
              <a:ext uri="{FF2B5EF4-FFF2-40B4-BE49-F238E27FC236}">
                <a16:creationId xmlns:a16="http://schemas.microsoft.com/office/drawing/2014/main" id="{73DEC9A3-902F-4ACA-931C-D01E5812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2189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45" name="object-119-s5-ux">
            <a:extLst xmlns:a="http://schemas.openxmlformats.org/drawingml/2006/main">
              <a:ext uri="{FF2B5EF4-FFF2-40B4-BE49-F238E27FC236}">
                <a16:creationId xmlns:a16="http://schemas.microsoft.com/office/drawing/2014/main" id="{980E690A-4116-4581-AF9C-3D927256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968" y="1749177"/>
            <a:ext cx="176986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Solution space</a:t>
            </a:r>
          </a:p>
        </p:txBody>
      </p:sp>
      <p:sp>
        <p:nvSpPr>
          <p:cNvPr id="46" name="object-120-s5-ux">
            <a:extLst xmlns:a="http://schemas.openxmlformats.org/drawingml/2006/main">
              <a:ext uri="{FF2B5EF4-FFF2-40B4-BE49-F238E27FC236}">
                <a16:creationId xmlns:a16="http://schemas.microsoft.com/office/drawing/2014/main" id="{0BD4F1ED-065A-4BAE-8BC4-BF684192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8289"/>
            <a:ext cx="2209800" cy="1600200"/>
          </a:xfrm>
          <a:custGeom xmlns:a="http://schemas.openxmlformats.org/drawingml/2006/main">
            <a:pathLst>
              <a:path w="2209800" h="1600200">
                <a:moveTo>
                  <a:pt x="76200" y="0"/>
                </a:moveTo>
                <a:lnTo>
                  <a:pt x="19664" y="0"/>
                </a:lnTo>
                <a:lnTo>
                  <a:pt x="0" y="8603"/>
                </a:lnTo>
                <a:lnTo>
                  <a:pt x="0" y="1591597"/>
                </a:lnTo>
                <a:lnTo>
                  <a:pt x="19664" y="1600200"/>
                </a:lnTo>
                <a:lnTo>
                  <a:pt x="76200" y="1600200"/>
                </a:lnTo>
              </a:path>
              <a:path w="2209800" h="1600200">
                <a:moveTo>
                  <a:pt x="2133600" y="0"/>
                </a:moveTo>
                <a:lnTo>
                  <a:pt x="2190135" y="0"/>
                </a:lnTo>
                <a:lnTo>
                  <a:pt x="2209800" y="8603"/>
                </a:lnTo>
                <a:lnTo>
                  <a:pt x="2209800" y="1591597"/>
                </a:lnTo>
                <a:lnTo>
                  <a:pt x="2190136" y="1600200"/>
                </a:lnTo>
                <a:lnTo>
                  <a:pt x="2133600" y="16002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47" name="object-121-s5-ux">
            <a:extLst xmlns:a="http://schemas.openxmlformats.org/drawingml/2006/main">
              <a:ext uri="{FF2B5EF4-FFF2-40B4-BE49-F238E27FC236}">
                <a16:creationId xmlns:a16="http://schemas.microsoft.com/office/drawing/2014/main" id="{F221FED2-90A8-4301-AAE4-F67D2642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22690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object-122-s5-ux">
            <a:extLst xmlns:a="http://schemas.openxmlformats.org/drawingml/2006/main">
              <a:ext uri="{FF2B5EF4-FFF2-40B4-BE49-F238E27FC236}">
                <a16:creationId xmlns:a16="http://schemas.microsoft.com/office/drawing/2014/main" id="{3722A693-102E-4646-A9DE-CF5F59FC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22690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9" name="object-123-s5-ux">
            <a:extLst xmlns:a="http://schemas.openxmlformats.org/drawingml/2006/main">
              <a:ext uri="{FF2B5EF4-FFF2-40B4-BE49-F238E27FC236}">
                <a16:creationId xmlns:a16="http://schemas.microsoft.com/office/drawing/2014/main" id="{DD5CD0E4-399C-4B3D-B97A-A43AE35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856" y="2269051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0" name="object-124-s5-ux">
            <a:extLst xmlns:a="http://schemas.openxmlformats.org/drawingml/2006/main">
              <a:ext uri="{FF2B5EF4-FFF2-40B4-BE49-F238E27FC236}">
                <a16:creationId xmlns:a16="http://schemas.microsoft.com/office/drawing/2014/main" id="{591AA13F-F471-44E5-9601-02895FE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68" y="22690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object-125-s5-ux">
            <a:extLst xmlns:a="http://schemas.openxmlformats.org/drawingml/2006/main">
              <a:ext uri="{FF2B5EF4-FFF2-40B4-BE49-F238E27FC236}">
                <a16:creationId xmlns:a16="http://schemas.microsoft.com/office/drawing/2014/main" id="{13A1518E-CC5D-40A3-AC1E-71ADCC0A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266910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object-126-s5-ux">
            <a:extLst xmlns:a="http://schemas.openxmlformats.org/drawingml/2006/main">
              <a:ext uri="{FF2B5EF4-FFF2-40B4-BE49-F238E27FC236}">
                <a16:creationId xmlns:a16="http://schemas.microsoft.com/office/drawing/2014/main" id="{D6F8ABC9-2AB1-4536-825E-EC74C756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266910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3" name="object-127-s5-ux">
            <a:extLst xmlns:a="http://schemas.openxmlformats.org/drawingml/2006/main">
              <a:ext uri="{FF2B5EF4-FFF2-40B4-BE49-F238E27FC236}">
                <a16:creationId xmlns:a16="http://schemas.microsoft.com/office/drawing/2014/main" id="{F69B75C1-2AC3-448E-8440-E7972659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515" y="2669101"/>
            <a:ext cx="1691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4" name="object-128-s5-ux">
            <a:extLst xmlns:a="http://schemas.openxmlformats.org/drawingml/2006/main">
              <a:ext uri="{FF2B5EF4-FFF2-40B4-BE49-F238E27FC236}">
                <a16:creationId xmlns:a16="http://schemas.microsoft.com/office/drawing/2014/main" id="{4AF0D073-1236-4D1D-951F-0F7258B7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868" y="266910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object-129-s5-ux">
            <a:extLst xmlns:a="http://schemas.openxmlformats.org/drawingml/2006/main">
              <a:ext uri="{FF2B5EF4-FFF2-40B4-BE49-F238E27FC236}">
                <a16:creationId xmlns:a16="http://schemas.microsoft.com/office/drawing/2014/main" id="{26676AA2-38E6-46F8-828D-1A6AB40E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3069151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6" name="object-130-s5-ux">
            <a:extLst xmlns:a="http://schemas.openxmlformats.org/drawingml/2006/main">
              <a:ext uri="{FF2B5EF4-FFF2-40B4-BE49-F238E27FC236}">
                <a16:creationId xmlns:a16="http://schemas.microsoft.com/office/drawing/2014/main" id="{E0989671-9BD0-4F82-A686-E42CD3D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3069151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7" name="object-131-s5-ux">
            <a:extLst xmlns:a="http://schemas.openxmlformats.org/drawingml/2006/main">
              <a:ext uri="{FF2B5EF4-FFF2-40B4-BE49-F238E27FC236}">
                <a16:creationId xmlns:a16="http://schemas.microsoft.com/office/drawing/2014/main" id="{4F6FB964-65D8-467B-BA7F-3ACF41C7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501" y="3069151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58" name="object-132-s5-ux">
            <a:extLst xmlns:a="http://schemas.openxmlformats.org/drawingml/2006/main">
              <a:ext uri="{FF2B5EF4-FFF2-40B4-BE49-F238E27FC236}">
                <a16:creationId xmlns:a16="http://schemas.microsoft.com/office/drawing/2014/main" id="{ED27C54D-D0CE-4F6C-95D3-0DE24FB8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681" y="3069151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59" name="object-133-s5-ux">
            <a:extLst xmlns:a="http://schemas.openxmlformats.org/drawingml/2006/main">
              <a:ext uri="{FF2B5EF4-FFF2-40B4-BE49-F238E27FC236}">
                <a16:creationId xmlns:a16="http://schemas.microsoft.com/office/drawing/2014/main" id="{3509895A-06A6-4FB3-B592-6582FC80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393" y="3469202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0" name="object-134-s5-ux">
            <a:extLst xmlns:a="http://schemas.openxmlformats.org/drawingml/2006/main">
              <a:ext uri="{FF2B5EF4-FFF2-40B4-BE49-F238E27FC236}">
                <a16:creationId xmlns:a16="http://schemas.microsoft.com/office/drawing/2014/main" id="{3D7B30EE-8F7F-43F8-B05B-C7C00954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8" y="3469202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1" name="object-135-s5-ux">
            <a:extLst xmlns:a="http://schemas.openxmlformats.org/drawingml/2006/main">
              <a:ext uri="{FF2B5EF4-FFF2-40B4-BE49-F238E27FC236}">
                <a16:creationId xmlns:a16="http://schemas.microsoft.com/office/drawing/2014/main" id="{ED3BFF14-C9C5-41C2-B297-446B6BA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501" y="3469202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62" name="object-136-s5-ux">
            <a:extLst xmlns:a="http://schemas.openxmlformats.org/drawingml/2006/main">
              <a:ext uri="{FF2B5EF4-FFF2-40B4-BE49-F238E27FC236}">
                <a16:creationId xmlns:a16="http://schemas.microsoft.com/office/drawing/2014/main" id="{00863F47-C353-4AAB-96B4-FED50DAB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016" y="3469202"/>
            <a:ext cx="3823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−k</a:t>
            </a:r>
          </a:p>
        </p:txBody>
      </p:sp>
      <p:sp>
        <p:nvSpPr>
          <p:cNvPr id="63" name="object-137-s5-ux">
            <a:extLst xmlns:a="http://schemas.openxmlformats.org/drawingml/2006/main">
              <a:ext uri="{FF2B5EF4-FFF2-40B4-BE49-F238E27FC236}">
                <a16:creationId xmlns:a16="http://schemas.microsoft.com/office/drawing/2014/main" id="{912BC785-B40E-4411-A001-DBADD86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324" y="4029462"/>
            <a:ext cx="2355503" cy="260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10 free complex variables</a:t>
            </a:r>
          </a:p>
        </p:txBody>
      </p:sp>
      <p:sp>
        <p:nvSpPr>
          <p:cNvPr id="64" name="object-138-s6-ux">
            <a:extLst xmlns:a="http://schemas.openxmlformats.org/drawingml/2006/main">
              <a:ext uri="{FF2B5EF4-FFF2-40B4-BE49-F238E27FC236}">
                <a16:creationId xmlns:a16="http://schemas.microsoft.com/office/drawing/2014/main" id="{8A4966CD-5F36-4FF2-AD64-28FE4EB4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6679"/>
            <a:ext cx="1960513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 unitary witness</a:t>
            </a:r>
          </a:p>
        </p:txBody>
      </p:sp>
      <p:sp>
        <p:nvSpPr>
          <p:cNvPr id="65" name="object-139-s6-ux">
            <a:extLst xmlns:a="http://schemas.openxmlformats.org/drawingml/2006/main">
              <a:ext uri="{FF2B5EF4-FFF2-40B4-BE49-F238E27FC236}">
                <a16:creationId xmlns:a16="http://schemas.microsoft.com/office/drawing/2014/main" id="{2CABF625-C5EA-4C80-8023-C1B5515C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0666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6" name="object-140-s6-ux">
            <a:extLst xmlns:a="http://schemas.openxmlformats.org/drawingml/2006/main">
              <a:ext uri="{FF2B5EF4-FFF2-40B4-BE49-F238E27FC236}">
                <a16:creationId xmlns:a16="http://schemas.microsoft.com/office/drawing/2014/main" id="{BF767DD9-6FCB-43F8-802A-9A88A545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68614"/>
            <a:ext cx="781050" cy="95"/>
          </a:xfrm>
          <a:custGeom xmlns:a="http://schemas.openxmlformats.org/drawingml/2006/main">
            <a:pathLst>
              <a:path w="781050" h="9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67" name="object-141-s6-ux">
            <a:extLst xmlns:a="http://schemas.openxmlformats.org/drawingml/2006/main">
              <a:ext uri="{FF2B5EF4-FFF2-40B4-BE49-F238E27FC236}">
                <a16:creationId xmlns:a16="http://schemas.microsoft.com/office/drawing/2014/main" id="{FED91861-C7B3-40A5-9F38-C9D331B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72573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68" name="object-142-s6-ux">
            <a:extLst xmlns:a="http://schemas.openxmlformats.org/drawingml/2006/main">
              <a:ext uri="{FF2B5EF4-FFF2-40B4-BE49-F238E27FC236}">
                <a16:creationId xmlns:a16="http://schemas.microsoft.com/office/drawing/2014/main" id="{1DC41EA1-8A91-41DF-A780-84C6CF42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161" y="4766697"/>
            <a:ext cx="19317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9" name="object-143-s6-ux">
            <a:extLst xmlns:a="http://schemas.openxmlformats.org/drawingml/2006/main">
              <a:ext uri="{FF2B5EF4-FFF2-40B4-BE49-F238E27FC236}">
                <a16:creationId xmlns:a16="http://schemas.microsoft.com/office/drawing/2014/main" id="{8972334F-5575-43D0-93C0-7A436554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73339"/>
            <a:ext cx="1249859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 = I ⊗ H</a:t>
            </a:r>
          </a:p>
        </p:txBody>
      </p:sp>
      <p:sp>
        <p:nvSpPr>
          <p:cNvPr id="70" name="object-144-s6-ux">
            <a:extLst xmlns:a="http://schemas.openxmlformats.org/drawingml/2006/main">
              <a:ext uri="{FF2B5EF4-FFF2-40B4-BE49-F238E27FC236}">
                <a16:creationId xmlns:a16="http://schemas.microsoft.com/office/drawing/2014/main" id="{B13BB4B5-8A09-4BF6-91D4-33D72DFC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2454"/>
            <a:ext cx="7179618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More generally: S = [Rz(α) ⊗ Rx(φ)] (I ⊗ H).  Next: a long circuit match.</a:t>
            </a:r>
          </a:p>
        </p:txBody>
      </p:sp>
      <p:sp>
        <p:nvSpPr>
          <p:cNvPr id="71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C7C813DC-93C4-4BCF-843D-71805D71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816858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Basis order: 00, 01, 10, 11. The linear space also contains nonunitary matrices; circuit matches supply unitary members.</a:t>
            </a:r>
          </a:p>
        </p:txBody>
      </p:sp>
      <p:sp>
        <p:nvSpPr>
          <p:cNvPr id="72" name="object-146-s0-ux">
            <a:extLst xmlns:a="http://schemas.openxmlformats.org/drawingml/2006/main">
              <a:ext uri="{FF2B5EF4-FFF2-40B4-BE49-F238E27FC236}">
                <a16:creationId xmlns:a16="http://schemas.microsoft.com/office/drawing/2014/main" id="{165F3152-EAE0-4802-8C54-168BFBD5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485938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§§5.3.3–5.3.4, Lemmas 5.3–5.4; illustrative CZ → CX derivation</a:t>
            </a:r>
          </a:p>
        </p:txBody>
      </p:sp>
      <p:sp>
        <p:nvSpPr>
          <p:cNvPr id="73" name="object-147-s0-ux">
            <a:extLst xmlns:a="http://schemas.openxmlformats.org/drawingml/2006/main">
              <a:ext uri="{FF2B5EF4-FFF2-40B4-BE49-F238E27FC236}">
                <a16:creationId xmlns:a16="http://schemas.microsoft.com/office/drawing/2014/main" id="{5566CC98-EF40-438D-B804-9886F19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74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FDCF5AC5-042D-422E-85D3-CD7DF92B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7 / 7</a:t>
            </a:r>
          </a:p>
        </p:txBody>
      </p:sp>
    </p:spTree>
    <p:extLst>
      <p:ext uri="{BB962C8B-B14F-4D97-AF65-F5344CB8AC3E}">
        <p14:creationId xmlns:p14="http://schemas.microsoft.com/office/powerpoint/2010/main" val="11755946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accent">
            <a:extLst xmlns:a="http://schemas.openxmlformats.org/drawingml/2006/main">
              <a:ext uri="{FF2B5EF4-FFF2-40B4-BE49-F238E27FC236}">
                <a16:creationId xmlns:a16="http://schemas.microsoft.com/office/drawing/2014/main" id="{8DC50102-17DF-481C-A39A-420A7342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DC56060D-A53B-44AB-A0D4-76B71AF3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774067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Match a long S, turn CZ into CX, then cancel</a:t>
            </a:r>
          </a:p>
        </p:txBody>
      </p:sp>
      <p:sp>
        <p:nvSpPr>
          <p:cNvPr id="3" name="object-1-s0-u3">
            <a:extLst xmlns:a="http://schemas.openxmlformats.org/drawingml/2006/main">
              <a:ext uri="{FF2B5EF4-FFF2-40B4-BE49-F238E27FC236}">
                <a16:creationId xmlns:a16="http://schemas.microsoft.com/office/drawing/2014/main" id="{C279E93F-54C8-4713-9FFB-DADACD43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4349"/>
            <a:ext cx="360432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INPUT: CZ AND CX SEPARATED BY A 12-GATE S</a:t>
            </a:r>
          </a:p>
        </p:txBody>
      </p:sp>
      <p:sp>
        <p:nvSpPr>
          <p:cNvPr id="4" name="object-2-s0-u3">
            <a:extLst xmlns:a="http://schemas.openxmlformats.org/drawingml/2006/main">
              <a:ext uri="{FF2B5EF4-FFF2-40B4-BE49-F238E27FC236}">
                <a16:creationId xmlns:a16="http://schemas.microsoft.com/office/drawing/2014/main" id="{B6A876BD-1089-45F5-A4A3-877D3250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1539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-s0-u3">
            <a:extLst xmlns:a="http://schemas.openxmlformats.org/drawingml/2006/main">
              <a:ext uri="{FF2B5EF4-FFF2-40B4-BE49-F238E27FC236}">
                <a16:creationId xmlns:a16="http://schemas.microsoft.com/office/drawing/2014/main" id="{8951D6C1-331A-4BE0-B452-0EBD0DC2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58689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4-s0-u3">
            <a:extLst xmlns:a="http://schemas.openxmlformats.org/drawingml/2006/main">
              <a:ext uri="{FF2B5EF4-FFF2-40B4-BE49-F238E27FC236}">
                <a16:creationId xmlns:a16="http://schemas.microsoft.com/office/drawing/2014/main" id="{DD0AEBEC-0A31-4BCD-98EA-0608675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1592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5-s0-u3">
            <a:extLst xmlns:a="http://schemas.openxmlformats.org/drawingml/2006/main">
              <a:ext uri="{FF2B5EF4-FFF2-40B4-BE49-F238E27FC236}">
                <a16:creationId xmlns:a16="http://schemas.microsoft.com/office/drawing/2014/main" id="{2618DE01-5103-4829-AEB2-39506B67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8792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6-s0-u3">
            <a:extLst xmlns:a="http://schemas.openxmlformats.org/drawingml/2006/main">
              <a:ext uri="{FF2B5EF4-FFF2-40B4-BE49-F238E27FC236}">
                <a16:creationId xmlns:a16="http://schemas.microsoft.com/office/drawing/2014/main" id="{A5BB13D6-3726-4D23-B98E-E9EF80D2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44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7-s0-u3">
            <a:extLst xmlns:a="http://schemas.openxmlformats.org/drawingml/2006/main">
              <a:ext uri="{FF2B5EF4-FFF2-40B4-BE49-F238E27FC236}">
                <a16:creationId xmlns:a16="http://schemas.microsoft.com/office/drawing/2014/main" id="{FA1FB835-C03E-4884-B15A-9298F2AA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16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-s0-u3">
            <a:extLst xmlns:a="http://schemas.openxmlformats.org/drawingml/2006/main">
              <a:ext uri="{FF2B5EF4-FFF2-40B4-BE49-F238E27FC236}">
                <a16:creationId xmlns:a16="http://schemas.microsoft.com/office/drawing/2014/main" id="{9C49A5CD-AC2F-465C-A9AF-2A28183F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8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9-s0-u3">
            <a:extLst xmlns:a="http://schemas.openxmlformats.org/drawingml/2006/main">
              <a:ext uri="{FF2B5EF4-FFF2-40B4-BE49-F238E27FC236}">
                <a16:creationId xmlns:a16="http://schemas.microsoft.com/office/drawing/2014/main" id="{A6874E3A-0B68-4C1D-B400-39A9CFF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89269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10-s0-u3">
            <a:extLst xmlns:a="http://schemas.openxmlformats.org/drawingml/2006/main">
              <a:ext uri="{FF2B5EF4-FFF2-40B4-BE49-F238E27FC236}">
                <a16:creationId xmlns:a16="http://schemas.microsoft.com/office/drawing/2014/main" id="{EC0639C3-6D9F-4450-AC26-F9EBAD9F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11-s0-u3">
            <a:extLst xmlns:a="http://schemas.openxmlformats.org/drawingml/2006/main">
              <a:ext uri="{FF2B5EF4-FFF2-40B4-BE49-F238E27FC236}">
                <a16:creationId xmlns:a16="http://schemas.microsoft.com/office/drawing/2014/main" id="{CF44484D-B8B0-4B1F-99B0-DB20081A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12-s0-u3">
            <a:extLst xmlns:a="http://schemas.openxmlformats.org/drawingml/2006/main">
              <a:ext uri="{FF2B5EF4-FFF2-40B4-BE49-F238E27FC236}">
                <a16:creationId xmlns:a16="http://schemas.microsoft.com/office/drawing/2014/main" id="{11009EDA-D399-4BF2-9319-7C4E17C7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13-s0-u3">
            <a:extLst xmlns:a="http://schemas.openxmlformats.org/drawingml/2006/main">
              <a:ext uri="{FF2B5EF4-FFF2-40B4-BE49-F238E27FC236}">
                <a16:creationId xmlns:a16="http://schemas.microsoft.com/office/drawing/2014/main" id="{D5CFDAFB-CC15-4AC3-850B-DECCE87B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14-s0-u3">
            <a:extLst xmlns:a="http://schemas.openxmlformats.org/drawingml/2006/main">
              <a:ext uri="{FF2B5EF4-FFF2-40B4-BE49-F238E27FC236}">
                <a16:creationId xmlns:a16="http://schemas.microsoft.com/office/drawing/2014/main" id="{9E792C4C-60C6-4170-A874-36D4D8A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15-s0-u3">
            <a:extLst xmlns:a="http://schemas.openxmlformats.org/drawingml/2006/main">
              <a:ext uri="{FF2B5EF4-FFF2-40B4-BE49-F238E27FC236}">
                <a16:creationId xmlns:a16="http://schemas.microsoft.com/office/drawing/2014/main" id="{CD2ED2B0-0FBC-47D8-BF44-4CF47757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16-s0-u3">
            <a:extLst xmlns:a="http://schemas.openxmlformats.org/drawingml/2006/main">
              <a:ext uri="{FF2B5EF4-FFF2-40B4-BE49-F238E27FC236}">
                <a16:creationId xmlns:a16="http://schemas.microsoft.com/office/drawing/2014/main" id="{C68B9AC6-EDD7-4DBD-B501-F4C0A281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17-s0-u3">
            <a:extLst xmlns:a="http://schemas.openxmlformats.org/drawingml/2006/main">
              <a:ext uri="{FF2B5EF4-FFF2-40B4-BE49-F238E27FC236}">
                <a16:creationId xmlns:a16="http://schemas.microsoft.com/office/drawing/2014/main" id="{FE365DAA-BDD2-4575-9A0A-66BF46A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18-s0-u3">
            <a:extLst xmlns:a="http://schemas.openxmlformats.org/drawingml/2006/main">
              <a:ext uri="{FF2B5EF4-FFF2-40B4-BE49-F238E27FC236}">
                <a16:creationId xmlns:a16="http://schemas.microsoft.com/office/drawing/2014/main" id="{CE3D0914-DCF8-47E7-9A4F-E64F986A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19-s0-u3">
            <a:extLst xmlns:a="http://schemas.openxmlformats.org/drawingml/2006/main">
              <a:ext uri="{FF2B5EF4-FFF2-40B4-BE49-F238E27FC236}">
                <a16:creationId xmlns:a16="http://schemas.microsoft.com/office/drawing/2014/main" id="{DBD53678-76F9-4D4F-AFA3-CF5DAC12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21592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20-s0-u3">
            <a:extLst xmlns:a="http://schemas.openxmlformats.org/drawingml/2006/main">
              <a:ext uri="{FF2B5EF4-FFF2-40B4-BE49-F238E27FC236}">
                <a16:creationId xmlns:a16="http://schemas.microsoft.com/office/drawing/2014/main" id="{5202EE3A-2F14-4D42-B2B6-B59E6DCD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21-s0-u3">
            <a:extLst xmlns:a="http://schemas.openxmlformats.org/drawingml/2006/main">
              <a:ext uri="{FF2B5EF4-FFF2-40B4-BE49-F238E27FC236}">
                <a16:creationId xmlns:a16="http://schemas.microsoft.com/office/drawing/2014/main" id="{EFFF6D65-C7DD-47E4-BD14-255FD505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22-s0-u3">
            <a:extLst xmlns:a="http://schemas.openxmlformats.org/drawingml/2006/main">
              <a:ext uri="{FF2B5EF4-FFF2-40B4-BE49-F238E27FC236}">
                <a16:creationId xmlns:a16="http://schemas.microsoft.com/office/drawing/2014/main" id="{4D2CD120-5D07-4DD2-A264-C0F0539E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23-s0-u3">
            <a:extLst xmlns:a="http://schemas.openxmlformats.org/drawingml/2006/main">
              <a:ext uri="{FF2B5EF4-FFF2-40B4-BE49-F238E27FC236}">
                <a16:creationId xmlns:a16="http://schemas.microsoft.com/office/drawing/2014/main" id="{4A4A753C-C35F-4CF2-A03B-83ADC478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24-s0-u3">
            <a:extLst xmlns:a="http://schemas.openxmlformats.org/drawingml/2006/main">
              <a:ext uri="{FF2B5EF4-FFF2-40B4-BE49-F238E27FC236}">
                <a16:creationId xmlns:a16="http://schemas.microsoft.com/office/drawing/2014/main" id="{AB724768-D482-4C79-A8E7-F1AE3B2E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25-s0-u3">
            <a:extLst xmlns:a="http://schemas.openxmlformats.org/drawingml/2006/main">
              <a:ext uri="{FF2B5EF4-FFF2-40B4-BE49-F238E27FC236}">
                <a16:creationId xmlns:a16="http://schemas.microsoft.com/office/drawing/2014/main" id="{D7EDE33D-721F-4194-B9EE-C2ED3E6D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26-s0-u3">
            <a:extLst xmlns:a="http://schemas.openxmlformats.org/drawingml/2006/main">
              <a:ext uri="{FF2B5EF4-FFF2-40B4-BE49-F238E27FC236}">
                <a16:creationId xmlns:a16="http://schemas.microsoft.com/office/drawing/2014/main" id="{7DC3FFF5-B7CB-4DA8-BAC3-1C5E6012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27-s0-u3">
            <a:extLst xmlns:a="http://schemas.openxmlformats.org/drawingml/2006/main">
              <a:ext uri="{FF2B5EF4-FFF2-40B4-BE49-F238E27FC236}">
                <a16:creationId xmlns:a16="http://schemas.microsoft.com/office/drawing/2014/main" id="{92B21455-8C40-4BD9-9DF7-E30C8B95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28-s0-u3">
            <a:extLst xmlns:a="http://schemas.openxmlformats.org/drawingml/2006/main">
              <a:ext uri="{FF2B5EF4-FFF2-40B4-BE49-F238E27FC236}">
                <a16:creationId xmlns:a16="http://schemas.microsoft.com/office/drawing/2014/main" id="{D546C75E-D05D-4E97-8E14-C05065A9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29-s0-u3">
            <a:extLst xmlns:a="http://schemas.openxmlformats.org/drawingml/2006/main">
              <a:ext uri="{FF2B5EF4-FFF2-40B4-BE49-F238E27FC236}">
                <a16:creationId xmlns:a16="http://schemas.microsoft.com/office/drawing/2014/main" id="{794426E1-4F6E-4A7B-9E7F-BBEF93C9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30-s0-u3">
            <a:extLst xmlns:a="http://schemas.openxmlformats.org/drawingml/2006/main">
              <a:ext uri="{FF2B5EF4-FFF2-40B4-BE49-F238E27FC236}">
                <a16:creationId xmlns:a16="http://schemas.microsoft.com/office/drawing/2014/main" id="{26E90253-E8BD-4153-92F1-A2861CD6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31-s0-u3">
            <a:extLst xmlns:a="http://schemas.openxmlformats.org/drawingml/2006/main">
              <a:ext uri="{FF2B5EF4-FFF2-40B4-BE49-F238E27FC236}">
                <a16:creationId xmlns:a16="http://schemas.microsoft.com/office/drawing/2014/main" id="{289146FB-9ADF-4E85-979D-168F7FFC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32-s0-u3">
            <a:extLst xmlns:a="http://schemas.openxmlformats.org/drawingml/2006/main">
              <a:ext uri="{FF2B5EF4-FFF2-40B4-BE49-F238E27FC236}">
                <a16:creationId xmlns:a16="http://schemas.microsoft.com/office/drawing/2014/main" id="{A89E8E81-405C-4056-97EE-98BA969A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5" name="object-33-s0-u3">
            <a:extLst xmlns:a="http://schemas.openxmlformats.org/drawingml/2006/main">
              <a:ext uri="{FF2B5EF4-FFF2-40B4-BE49-F238E27FC236}">
                <a16:creationId xmlns:a16="http://schemas.microsoft.com/office/drawing/2014/main" id="{7A83B250-907A-4C19-B2EC-0123FBF8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object-34-s0-u3">
            <a:extLst xmlns:a="http://schemas.openxmlformats.org/drawingml/2006/main">
              <a:ext uri="{FF2B5EF4-FFF2-40B4-BE49-F238E27FC236}">
                <a16:creationId xmlns:a16="http://schemas.microsoft.com/office/drawing/2014/main" id="{1E1FAAD7-727E-485B-8359-2EA66A64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540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object-35-s0-u3">
            <a:extLst xmlns:a="http://schemas.openxmlformats.org/drawingml/2006/main">
              <a:ext uri="{FF2B5EF4-FFF2-40B4-BE49-F238E27FC236}">
                <a16:creationId xmlns:a16="http://schemas.microsoft.com/office/drawing/2014/main" id="{4798D416-5643-4231-99DF-2260C325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8" name="object-36-s0-u3">
            <a:extLst xmlns:a="http://schemas.openxmlformats.org/drawingml/2006/main">
              <a:ext uri="{FF2B5EF4-FFF2-40B4-BE49-F238E27FC236}">
                <a16:creationId xmlns:a16="http://schemas.microsoft.com/office/drawing/2014/main" id="{FD4C90E3-356E-4E7B-8B17-B39303A2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object-37-s0-u3">
            <a:extLst xmlns:a="http://schemas.openxmlformats.org/drawingml/2006/main">
              <a:ext uri="{FF2B5EF4-FFF2-40B4-BE49-F238E27FC236}">
                <a16:creationId xmlns:a16="http://schemas.microsoft.com/office/drawing/2014/main" id="{A09019AB-69DA-45BB-B6B3-45667156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96889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0" name="object-38-s0-u3">
            <a:extLst xmlns:a="http://schemas.openxmlformats.org/drawingml/2006/main">
              <a:ext uri="{FF2B5EF4-FFF2-40B4-BE49-F238E27FC236}">
                <a16:creationId xmlns:a16="http://schemas.microsoft.com/office/drawing/2014/main" id="{08162138-CDB8-4C38-84F7-F9FF688B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34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1" name="object-162-s0-ux">
            <a:extLst xmlns:a="http://schemas.openxmlformats.org/drawingml/2006/main">
              <a:ext uri="{FF2B5EF4-FFF2-40B4-BE49-F238E27FC236}">
                <a16:creationId xmlns:a16="http://schemas.microsoft.com/office/drawing/2014/main" id="{A4722354-8F01-498E-8038-B4B6400B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127724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§5.5 matching method; longer CZ → CX instance derived for this talk</a:t>
            </a:r>
          </a:p>
        </p:txBody>
      </p:sp>
      <p:sp>
        <p:nvSpPr>
          <p:cNvPr id="42" name="object-163-s0-ux">
            <a:extLst xmlns:a="http://schemas.openxmlformats.org/drawingml/2006/main">
              <a:ext uri="{FF2B5EF4-FFF2-40B4-BE49-F238E27FC236}">
                <a16:creationId xmlns:a16="http://schemas.microsoft.com/office/drawing/2014/main" id="{2B14000B-445B-4D6A-8DB2-BCD438F1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43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DAC1CFA2-1734-452A-AEA5-A02A82FF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1 / 6</a:t>
            </a:r>
          </a:p>
        </p:txBody>
      </p:sp>
    </p:spTree>
    <p:extLst>
      <p:ext uri="{BB962C8B-B14F-4D97-AF65-F5344CB8AC3E}">
        <p14:creationId xmlns:p14="http://schemas.microsoft.com/office/powerpoint/2010/main" val="17431391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op-accent">
            <a:extLst xmlns:a="http://schemas.openxmlformats.org/drawingml/2006/main">
              <a:ext uri="{FF2B5EF4-FFF2-40B4-BE49-F238E27FC236}">
                <a16:creationId xmlns:a16="http://schemas.microsoft.com/office/drawing/2014/main" id="{EB938A76-EE76-4FE6-A865-76A05D0E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558F74A3-D6AD-4A00-A77A-A4A4BF33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774067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Match a long S, turn CZ into CX, then cancel</a:t>
            </a:r>
          </a:p>
        </p:txBody>
      </p:sp>
      <p:sp>
        <p:nvSpPr>
          <p:cNvPr id="3" name="object-1-s0-u3">
            <a:extLst xmlns:a="http://schemas.openxmlformats.org/drawingml/2006/main">
              <a:ext uri="{FF2B5EF4-FFF2-40B4-BE49-F238E27FC236}">
                <a16:creationId xmlns:a16="http://schemas.microsoft.com/office/drawing/2014/main" id="{DA84336B-EB35-44AD-84BF-8923B6B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4349"/>
            <a:ext cx="360432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INPUT: CZ AND CX SEPARATED BY A 12-GATE S</a:t>
            </a:r>
          </a:p>
        </p:txBody>
      </p:sp>
      <p:sp>
        <p:nvSpPr>
          <p:cNvPr id="4" name="object-2-s0-u3">
            <a:extLst xmlns:a="http://schemas.openxmlformats.org/drawingml/2006/main">
              <a:ext uri="{FF2B5EF4-FFF2-40B4-BE49-F238E27FC236}">
                <a16:creationId xmlns:a16="http://schemas.microsoft.com/office/drawing/2014/main" id="{F7741130-4CB2-4EF2-872D-5623E9E9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1539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-s0-u3">
            <a:extLst xmlns:a="http://schemas.openxmlformats.org/drawingml/2006/main">
              <a:ext uri="{FF2B5EF4-FFF2-40B4-BE49-F238E27FC236}">
                <a16:creationId xmlns:a16="http://schemas.microsoft.com/office/drawing/2014/main" id="{2231D412-7D5F-4806-819D-66E21F4C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58689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4-s0-u3">
            <a:extLst xmlns:a="http://schemas.openxmlformats.org/drawingml/2006/main">
              <a:ext uri="{FF2B5EF4-FFF2-40B4-BE49-F238E27FC236}">
                <a16:creationId xmlns:a16="http://schemas.microsoft.com/office/drawing/2014/main" id="{639DDFB7-FC4A-43D4-A0B5-B74DF2F6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1592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5-s0-u3">
            <a:extLst xmlns:a="http://schemas.openxmlformats.org/drawingml/2006/main">
              <a:ext uri="{FF2B5EF4-FFF2-40B4-BE49-F238E27FC236}">
                <a16:creationId xmlns:a16="http://schemas.microsoft.com/office/drawing/2014/main" id="{668436CC-53C2-4CF4-BCF7-025E36A2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8792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6-s0-u3">
            <a:extLst xmlns:a="http://schemas.openxmlformats.org/drawingml/2006/main">
              <a:ext uri="{FF2B5EF4-FFF2-40B4-BE49-F238E27FC236}">
                <a16:creationId xmlns:a16="http://schemas.microsoft.com/office/drawing/2014/main" id="{E6E5A9E0-C275-47E2-88E1-A228E362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44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7-s0-u3">
            <a:extLst xmlns:a="http://schemas.openxmlformats.org/drawingml/2006/main">
              <a:ext uri="{FF2B5EF4-FFF2-40B4-BE49-F238E27FC236}">
                <a16:creationId xmlns:a16="http://schemas.microsoft.com/office/drawing/2014/main" id="{D38834BD-96B6-40AE-9F5E-111059DB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16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-s0-u3">
            <a:extLst xmlns:a="http://schemas.openxmlformats.org/drawingml/2006/main">
              <a:ext uri="{FF2B5EF4-FFF2-40B4-BE49-F238E27FC236}">
                <a16:creationId xmlns:a16="http://schemas.microsoft.com/office/drawing/2014/main" id="{F27DEF3E-7F7D-462E-ADB1-31695A75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8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9-s0-u3">
            <a:extLst xmlns:a="http://schemas.openxmlformats.org/drawingml/2006/main">
              <a:ext uri="{FF2B5EF4-FFF2-40B4-BE49-F238E27FC236}">
                <a16:creationId xmlns:a16="http://schemas.microsoft.com/office/drawing/2014/main" id="{6B98FB28-45AE-4E72-95D1-2E99B9A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89269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10-s0-u3">
            <a:extLst xmlns:a="http://schemas.openxmlformats.org/drawingml/2006/main">
              <a:ext uri="{FF2B5EF4-FFF2-40B4-BE49-F238E27FC236}">
                <a16:creationId xmlns:a16="http://schemas.microsoft.com/office/drawing/2014/main" id="{7EE91494-B111-4124-8BBC-2F945B7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11-s0-u3">
            <a:extLst xmlns:a="http://schemas.openxmlformats.org/drawingml/2006/main">
              <a:ext uri="{FF2B5EF4-FFF2-40B4-BE49-F238E27FC236}">
                <a16:creationId xmlns:a16="http://schemas.microsoft.com/office/drawing/2014/main" id="{C15F1BED-CCC1-4F2E-B140-AE719D65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12-s0-u3">
            <a:extLst xmlns:a="http://schemas.openxmlformats.org/drawingml/2006/main">
              <a:ext uri="{FF2B5EF4-FFF2-40B4-BE49-F238E27FC236}">
                <a16:creationId xmlns:a16="http://schemas.microsoft.com/office/drawing/2014/main" id="{35E2573C-376B-4918-829B-7306FF7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13-s0-u3">
            <a:extLst xmlns:a="http://schemas.openxmlformats.org/drawingml/2006/main">
              <a:ext uri="{FF2B5EF4-FFF2-40B4-BE49-F238E27FC236}">
                <a16:creationId xmlns:a16="http://schemas.microsoft.com/office/drawing/2014/main" id="{A395796D-E4F2-4A1D-90B1-1C91872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14-s0-u3">
            <a:extLst xmlns:a="http://schemas.openxmlformats.org/drawingml/2006/main">
              <a:ext uri="{FF2B5EF4-FFF2-40B4-BE49-F238E27FC236}">
                <a16:creationId xmlns:a16="http://schemas.microsoft.com/office/drawing/2014/main" id="{F0EB30E9-B286-4D0A-9E67-2B70ECCB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15-s0-u3">
            <a:extLst xmlns:a="http://schemas.openxmlformats.org/drawingml/2006/main">
              <a:ext uri="{FF2B5EF4-FFF2-40B4-BE49-F238E27FC236}">
                <a16:creationId xmlns:a16="http://schemas.microsoft.com/office/drawing/2014/main" id="{69C50530-4966-45CC-9C98-A904BA38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16-s0-u3">
            <a:extLst xmlns:a="http://schemas.openxmlformats.org/drawingml/2006/main">
              <a:ext uri="{FF2B5EF4-FFF2-40B4-BE49-F238E27FC236}">
                <a16:creationId xmlns:a16="http://schemas.microsoft.com/office/drawing/2014/main" id="{0F2FD579-31BF-4865-A9C3-A2B61A3A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17-s0-u3">
            <a:extLst xmlns:a="http://schemas.openxmlformats.org/drawingml/2006/main">
              <a:ext uri="{FF2B5EF4-FFF2-40B4-BE49-F238E27FC236}">
                <a16:creationId xmlns:a16="http://schemas.microsoft.com/office/drawing/2014/main" id="{1BBED34D-19E7-42A1-A0E8-2881AD0C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18-s0-u3">
            <a:extLst xmlns:a="http://schemas.openxmlformats.org/drawingml/2006/main">
              <a:ext uri="{FF2B5EF4-FFF2-40B4-BE49-F238E27FC236}">
                <a16:creationId xmlns:a16="http://schemas.microsoft.com/office/drawing/2014/main" id="{6783A59D-93B3-45F3-AFE0-BF7B6727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19-s0-u3">
            <a:extLst xmlns:a="http://schemas.openxmlformats.org/drawingml/2006/main">
              <a:ext uri="{FF2B5EF4-FFF2-40B4-BE49-F238E27FC236}">
                <a16:creationId xmlns:a16="http://schemas.microsoft.com/office/drawing/2014/main" id="{6C1F2462-A47C-46A5-8705-E0959E0A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21592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20-s0-u3">
            <a:extLst xmlns:a="http://schemas.openxmlformats.org/drawingml/2006/main">
              <a:ext uri="{FF2B5EF4-FFF2-40B4-BE49-F238E27FC236}">
                <a16:creationId xmlns:a16="http://schemas.microsoft.com/office/drawing/2014/main" id="{D4391471-551B-441C-91EB-D7998906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21-s0-u3">
            <a:extLst xmlns:a="http://schemas.openxmlformats.org/drawingml/2006/main">
              <a:ext uri="{FF2B5EF4-FFF2-40B4-BE49-F238E27FC236}">
                <a16:creationId xmlns:a16="http://schemas.microsoft.com/office/drawing/2014/main" id="{6E2A6E7D-E032-43E4-A174-57696E26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22-s0-u3">
            <a:extLst xmlns:a="http://schemas.openxmlformats.org/drawingml/2006/main">
              <a:ext uri="{FF2B5EF4-FFF2-40B4-BE49-F238E27FC236}">
                <a16:creationId xmlns:a16="http://schemas.microsoft.com/office/drawing/2014/main" id="{4D4BB246-7B73-4608-A9C9-F169C63B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23-s0-u3">
            <a:extLst xmlns:a="http://schemas.openxmlformats.org/drawingml/2006/main">
              <a:ext uri="{FF2B5EF4-FFF2-40B4-BE49-F238E27FC236}">
                <a16:creationId xmlns:a16="http://schemas.microsoft.com/office/drawing/2014/main" id="{93491599-8262-4CE0-96F5-98681914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24-s0-u3">
            <a:extLst xmlns:a="http://schemas.openxmlformats.org/drawingml/2006/main">
              <a:ext uri="{FF2B5EF4-FFF2-40B4-BE49-F238E27FC236}">
                <a16:creationId xmlns:a16="http://schemas.microsoft.com/office/drawing/2014/main" id="{BC7D8EAB-4B85-43E2-B485-E051AF75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25-s0-u3">
            <a:extLst xmlns:a="http://schemas.openxmlformats.org/drawingml/2006/main">
              <a:ext uri="{FF2B5EF4-FFF2-40B4-BE49-F238E27FC236}">
                <a16:creationId xmlns:a16="http://schemas.microsoft.com/office/drawing/2014/main" id="{3E868FC0-1836-4327-A0BD-E42C95E3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26-s0-u3">
            <a:extLst xmlns:a="http://schemas.openxmlformats.org/drawingml/2006/main">
              <a:ext uri="{FF2B5EF4-FFF2-40B4-BE49-F238E27FC236}">
                <a16:creationId xmlns:a16="http://schemas.microsoft.com/office/drawing/2014/main" id="{092AB1F0-EAC2-4A7F-A664-350F95FE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27-s0-u3">
            <a:extLst xmlns:a="http://schemas.openxmlformats.org/drawingml/2006/main">
              <a:ext uri="{FF2B5EF4-FFF2-40B4-BE49-F238E27FC236}">
                <a16:creationId xmlns:a16="http://schemas.microsoft.com/office/drawing/2014/main" id="{E8572974-1183-4874-9CAE-F251853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28-s0-u3">
            <a:extLst xmlns:a="http://schemas.openxmlformats.org/drawingml/2006/main">
              <a:ext uri="{FF2B5EF4-FFF2-40B4-BE49-F238E27FC236}">
                <a16:creationId xmlns:a16="http://schemas.microsoft.com/office/drawing/2014/main" id="{B379CCFD-E337-4B9C-B8A8-40426BD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29-s0-u3">
            <a:extLst xmlns:a="http://schemas.openxmlformats.org/drawingml/2006/main">
              <a:ext uri="{FF2B5EF4-FFF2-40B4-BE49-F238E27FC236}">
                <a16:creationId xmlns:a16="http://schemas.microsoft.com/office/drawing/2014/main" id="{0AED33E1-019C-4FC9-BBC7-48FB8A64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30-s0-u3">
            <a:extLst xmlns:a="http://schemas.openxmlformats.org/drawingml/2006/main">
              <a:ext uri="{FF2B5EF4-FFF2-40B4-BE49-F238E27FC236}">
                <a16:creationId xmlns:a16="http://schemas.microsoft.com/office/drawing/2014/main" id="{48B4CF7E-EC93-4ACD-B8F0-862318E1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31-s0-u3">
            <a:extLst xmlns:a="http://schemas.openxmlformats.org/drawingml/2006/main">
              <a:ext uri="{FF2B5EF4-FFF2-40B4-BE49-F238E27FC236}">
                <a16:creationId xmlns:a16="http://schemas.microsoft.com/office/drawing/2014/main" id="{B9B9A64E-9AEB-4A59-AC97-A0AAC122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32-s0-u3">
            <a:extLst xmlns:a="http://schemas.openxmlformats.org/drawingml/2006/main">
              <a:ext uri="{FF2B5EF4-FFF2-40B4-BE49-F238E27FC236}">
                <a16:creationId xmlns:a16="http://schemas.microsoft.com/office/drawing/2014/main" id="{CBED4848-12BB-4B79-B76A-E9FF5453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5" name="object-33-s0-u3">
            <a:extLst xmlns:a="http://schemas.openxmlformats.org/drawingml/2006/main">
              <a:ext uri="{FF2B5EF4-FFF2-40B4-BE49-F238E27FC236}">
                <a16:creationId xmlns:a16="http://schemas.microsoft.com/office/drawing/2014/main" id="{2339A943-79AF-4B4C-B3EC-BB6F843B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object-34-s0-u3">
            <a:extLst xmlns:a="http://schemas.openxmlformats.org/drawingml/2006/main">
              <a:ext uri="{FF2B5EF4-FFF2-40B4-BE49-F238E27FC236}">
                <a16:creationId xmlns:a16="http://schemas.microsoft.com/office/drawing/2014/main" id="{33B8A36A-E78E-4C03-A5A0-591430B6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540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object-35-s0-u3">
            <a:extLst xmlns:a="http://schemas.openxmlformats.org/drawingml/2006/main">
              <a:ext uri="{FF2B5EF4-FFF2-40B4-BE49-F238E27FC236}">
                <a16:creationId xmlns:a16="http://schemas.microsoft.com/office/drawing/2014/main" id="{BD4F92FE-35A4-4510-9C52-9B19AFFE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8" name="object-36-s0-u3">
            <a:extLst xmlns:a="http://schemas.openxmlformats.org/drawingml/2006/main">
              <a:ext uri="{FF2B5EF4-FFF2-40B4-BE49-F238E27FC236}">
                <a16:creationId xmlns:a16="http://schemas.microsoft.com/office/drawing/2014/main" id="{F897DE80-A335-4627-BFAC-22DE207F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object-37-s0-u3">
            <a:extLst xmlns:a="http://schemas.openxmlformats.org/drawingml/2006/main">
              <a:ext uri="{FF2B5EF4-FFF2-40B4-BE49-F238E27FC236}">
                <a16:creationId xmlns:a16="http://schemas.microsoft.com/office/drawing/2014/main" id="{1AB01771-4FC4-4D39-BC9D-D34FB82F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96889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0" name="object-38-s0-u3">
            <a:extLst xmlns:a="http://schemas.openxmlformats.org/drawingml/2006/main">
              <a:ext uri="{FF2B5EF4-FFF2-40B4-BE49-F238E27FC236}">
                <a16:creationId xmlns:a16="http://schemas.microsoft.com/office/drawing/2014/main" id="{E5783108-89B2-4363-BAC9-8EF39DE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34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1" name="object-113-s1-ux">
            <a:extLst xmlns:a="http://schemas.openxmlformats.org/drawingml/2006/main">
              <a:ext uri="{FF2B5EF4-FFF2-40B4-BE49-F238E27FC236}">
                <a16:creationId xmlns:a16="http://schemas.microsoft.com/office/drawing/2014/main" id="{2459F350-901C-4B93-8390-50CE3958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5522"/>
            <a:ext cx="2316272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 Rz(α) ⊗ (SX H)</a:t>
            </a:r>
          </a:p>
        </p:txBody>
      </p:sp>
      <p:sp>
        <p:nvSpPr>
          <p:cNvPr id="42" name="object-114-s1-ux">
            <a:extLst xmlns:a="http://schemas.openxmlformats.org/drawingml/2006/main">
              <a:ext uri="{FF2B5EF4-FFF2-40B4-BE49-F238E27FC236}">
                <a16:creationId xmlns:a16="http://schemas.microsoft.com/office/drawing/2014/main" id="{55A8F9D3-25FA-4E2B-A6DA-FC0647FF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10424"/>
            <a:ext cx="49604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</a:t>
            </a:r>
          </a:p>
        </p:txBody>
      </p:sp>
      <p:sp>
        <p:nvSpPr>
          <p:cNvPr id="43" name="object-115-s1-ux">
            <a:extLst xmlns:a="http://schemas.openxmlformats.org/drawingml/2006/main">
              <a:ext uri="{FF2B5EF4-FFF2-40B4-BE49-F238E27FC236}">
                <a16:creationId xmlns:a16="http://schemas.microsoft.com/office/drawing/2014/main" id="{FF348EA6-1CD1-4D74-B597-DFF89011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6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5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44" name="object-116-s1-ux">
            <a:extLst xmlns:a="http://schemas.openxmlformats.org/drawingml/2006/main">
              <a:ext uri="{FF2B5EF4-FFF2-40B4-BE49-F238E27FC236}">
                <a16:creationId xmlns:a16="http://schemas.microsoft.com/office/drawing/2014/main" id="{D18E145F-9B2E-4663-812D-46AB8A6F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5" name="object-117-s1-ux">
            <a:extLst xmlns:a="http://schemas.openxmlformats.org/drawingml/2006/main">
              <a:ext uri="{FF2B5EF4-FFF2-40B4-BE49-F238E27FC236}">
                <a16:creationId xmlns:a16="http://schemas.microsoft.com/office/drawing/2014/main" id="{8511AE3A-48AC-4196-97E9-EDE65DBF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209" y="3601218"/>
            <a:ext cx="29792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ip</a:t>
            </a:r>
          </a:p>
        </p:txBody>
      </p:sp>
      <p:sp>
        <p:nvSpPr>
          <p:cNvPr id="46" name="object-118-s1-ux">
            <a:extLst xmlns:a="http://schemas.openxmlformats.org/drawingml/2006/main">
              <a:ext uri="{FF2B5EF4-FFF2-40B4-BE49-F238E27FC236}">
                <a16:creationId xmlns:a16="http://schemas.microsoft.com/office/drawing/2014/main" id="{42E96AB4-C2B5-4EF8-A0B1-8A83D246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object-119-s1-ux">
            <a:extLst xmlns:a="http://schemas.openxmlformats.org/drawingml/2006/main">
              <a:ext uri="{FF2B5EF4-FFF2-40B4-BE49-F238E27FC236}">
                <a16:creationId xmlns:a16="http://schemas.microsoft.com/office/drawing/2014/main" id="{6975B605-D3A8-4A61-A867-C5F3D53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object-120-s1-ux">
            <a:extLst xmlns:a="http://schemas.openxmlformats.org/drawingml/2006/main">
              <a:ext uri="{FF2B5EF4-FFF2-40B4-BE49-F238E27FC236}">
                <a16:creationId xmlns:a16="http://schemas.microsoft.com/office/drawing/2014/main" id="{9F3135D9-B7DD-4508-B8E5-D3C3C31D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9" name="object-121-s1-ux">
            <a:extLst xmlns:a="http://schemas.openxmlformats.org/drawingml/2006/main">
              <a:ext uri="{FF2B5EF4-FFF2-40B4-BE49-F238E27FC236}">
                <a16:creationId xmlns:a16="http://schemas.microsoft.com/office/drawing/2014/main" id="{002166A2-3606-49A6-BBA5-545BD2E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44" y="3944118"/>
            <a:ext cx="45925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−ip</a:t>
            </a:r>
          </a:p>
        </p:txBody>
      </p:sp>
      <p:sp>
        <p:nvSpPr>
          <p:cNvPr id="50" name="object-122-s1-ux">
            <a:extLst xmlns:a="http://schemas.openxmlformats.org/drawingml/2006/main">
              <a:ext uri="{FF2B5EF4-FFF2-40B4-BE49-F238E27FC236}">
                <a16:creationId xmlns:a16="http://schemas.microsoft.com/office/drawing/2014/main" id="{D3C2DD7C-9BD9-4A95-8D2D-0F536126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object-123-s1-ux">
            <a:extLst xmlns:a="http://schemas.openxmlformats.org/drawingml/2006/main">
              <a:ext uri="{FF2B5EF4-FFF2-40B4-BE49-F238E27FC236}">
                <a16:creationId xmlns:a16="http://schemas.microsoft.com/office/drawing/2014/main" id="{FEA8BC23-1817-4B3E-B30B-934C653F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object-124-s1-ux">
            <a:extLst xmlns:a="http://schemas.openxmlformats.org/drawingml/2006/main">
              <a:ext uri="{FF2B5EF4-FFF2-40B4-BE49-F238E27FC236}">
                <a16:creationId xmlns:a16="http://schemas.microsoft.com/office/drawing/2014/main" id="{1F5F6318-44A5-4540-8929-00B87559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3" name="object-125-s1-ux">
            <a:extLst xmlns:a="http://schemas.openxmlformats.org/drawingml/2006/main">
              <a:ext uri="{FF2B5EF4-FFF2-40B4-BE49-F238E27FC236}">
                <a16:creationId xmlns:a16="http://schemas.microsoft.com/office/drawing/2014/main" id="{85150402-A860-4A7F-B603-83F6E07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object-126-s1-ux">
            <a:extLst xmlns:a="http://schemas.openxmlformats.org/drawingml/2006/main">
              <a:ext uri="{FF2B5EF4-FFF2-40B4-BE49-F238E27FC236}">
                <a16:creationId xmlns:a16="http://schemas.microsoft.com/office/drawing/2014/main" id="{C5199216-C530-44A2-A012-7858FBA4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2870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5" name="object-127-s1-ux">
            <a:extLst xmlns:a="http://schemas.openxmlformats.org/drawingml/2006/main">
              <a:ext uri="{FF2B5EF4-FFF2-40B4-BE49-F238E27FC236}">
                <a16:creationId xmlns:a16="http://schemas.microsoft.com/office/drawing/2014/main" id="{5A458C5A-FD2F-4D5E-BA1C-1795320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667" y="4287018"/>
            <a:ext cx="23999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56" name="object-128-s1-ux">
            <a:extLst xmlns:a="http://schemas.openxmlformats.org/drawingml/2006/main">
              <a:ext uri="{FF2B5EF4-FFF2-40B4-BE49-F238E27FC236}">
                <a16:creationId xmlns:a16="http://schemas.microsoft.com/office/drawing/2014/main" id="{925A8DBF-26E8-430A-9807-B55B7164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object-129-s1-ux">
            <a:extLst xmlns:a="http://schemas.openxmlformats.org/drawingml/2006/main">
              <a:ext uri="{FF2B5EF4-FFF2-40B4-BE49-F238E27FC236}">
                <a16:creationId xmlns:a16="http://schemas.microsoft.com/office/drawing/2014/main" id="{EE6CE0CC-C7EB-4159-84E9-21BB01A2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8" name="object-130-s1-ux">
            <a:extLst xmlns:a="http://schemas.openxmlformats.org/drawingml/2006/main">
              <a:ext uri="{FF2B5EF4-FFF2-40B4-BE49-F238E27FC236}">
                <a16:creationId xmlns:a16="http://schemas.microsoft.com/office/drawing/2014/main" id="{99996539-449F-4A26-8CD3-033367A2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6299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9" name="object-131-s1-ux">
            <a:extLst xmlns:a="http://schemas.openxmlformats.org/drawingml/2006/main">
              <a:ext uri="{FF2B5EF4-FFF2-40B4-BE49-F238E27FC236}">
                <a16:creationId xmlns:a16="http://schemas.microsoft.com/office/drawing/2014/main" id="{F62BCECA-9326-459E-8C52-A1D179DC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02" y="4629918"/>
            <a:ext cx="40130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−ir</a:t>
            </a:r>
          </a:p>
        </p:txBody>
      </p:sp>
      <p:sp>
        <p:nvSpPr>
          <p:cNvPr id="60" name="object-132-s1-ux">
            <a:extLst xmlns:a="http://schemas.openxmlformats.org/drawingml/2006/main">
              <a:ext uri="{FF2B5EF4-FFF2-40B4-BE49-F238E27FC236}">
                <a16:creationId xmlns:a16="http://schemas.microsoft.com/office/drawing/2014/main" id="{51044699-F0E9-4C99-8138-1DCECC0B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9609"/>
            <a:ext cx="71526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α = Σθᵢ</a:t>
            </a:r>
          </a:p>
        </p:txBody>
      </p:sp>
      <p:sp>
        <p:nvSpPr>
          <p:cNvPr id="61" name="object-133-s1-ux">
            <a:extLst xmlns:a="http://schemas.openxmlformats.org/drawingml/2006/main">
              <a:ext uri="{FF2B5EF4-FFF2-40B4-BE49-F238E27FC236}">
                <a16:creationId xmlns:a16="http://schemas.microsoft.com/office/drawing/2014/main" id="{A768046A-DC67-4EFE-A684-B65A304F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08875"/>
            <a:ext cx="1657052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 = e^(−iα/2) / √2</a:t>
            </a:r>
          </a:p>
        </p:txBody>
      </p:sp>
      <p:sp>
        <p:nvSpPr>
          <p:cNvPr id="62" name="object-134-s1-ux">
            <a:extLst xmlns:a="http://schemas.openxmlformats.org/drawingml/2006/main">
              <a:ext uri="{FF2B5EF4-FFF2-40B4-BE49-F238E27FC236}">
                <a16:creationId xmlns:a16="http://schemas.microsoft.com/office/drawing/2014/main" id="{A9592005-9BE0-43EF-8EF0-16F8D171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08875"/>
            <a:ext cx="1487984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 = e^(iα/2) / √2</a:t>
            </a:r>
          </a:p>
        </p:txBody>
      </p:sp>
      <p:sp>
        <p:nvSpPr>
          <p:cNvPr id="63" name="object-135-s1-ux">
            <a:extLst xmlns:a="http://schemas.openxmlformats.org/drawingml/2006/main">
              <a:ext uri="{FF2B5EF4-FFF2-40B4-BE49-F238E27FC236}">
                <a16:creationId xmlns:a16="http://schemas.microsoft.com/office/drawing/2014/main" id="{3BF9CB61-1454-45D3-AA79-11D26FAC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209609"/>
            <a:ext cx="93240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SX⁵ = SX</a:t>
            </a:r>
          </a:p>
        </p:txBody>
      </p:sp>
      <p:sp>
        <p:nvSpPr>
          <p:cNvPr id="64" name="object-162-s0-ux">
            <a:extLst xmlns:a="http://schemas.openxmlformats.org/drawingml/2006/main">
              <a:ext uri="{FF2B5EF4-FFF2-40B4-BE49-F238E27FC236}">
                <a16:creationId xmlns:a16="http://schemas.microsoft.com/office/drawing/2014/main" id="{2C8C4DCE-9600-40A6-BA12-5C71B4AA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127724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§5.5 matching method; longer CZ → CX instance derived for this talk</a:t>
            </a:r>
          </a:p>
        </p:txBody>
      </p:sp>
      <p:sp>
        <p:nvSpPr>
          <p:cNvPr id="65" name="object-163-s0-ux">
            <a:extLst xmlns:a="http://schemas.openxmlformats.org/drawingml/2006/main">
              <a:ext uri="{FF2B5EF4-FFF2-40B4-BE49-F238E27FC236}">
                <a16:creationId xmlns:a16="http://schemas.microsoft.com/office/drawing/2014/main" id="{797E1944-B08D-4965-9EDF-4C2CBC31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66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EC2442A4-E72B-42ED-9B82-EFEF50D7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2 / 6</a:t>
            </a:r>
          </a:p>
        </p:txBody>
      </p:sp>
    </p:spTree>
    <p:extLst>
      <p:ext uri="{BB962C8B-B14F-4D97-AF65-F5344CB8AC3E}">
        <p14:creationId xmlns:p14="http://schemas.microsoft.com/office/powerpoint/2010/main" val="15078909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top-accent">
            <a:extLst xmlns:a="http://schemas.openxmlformats.org/drawingml/2006/main">
              <a:ext uri="{FF2B5EF4-FFF2-40B4-BE49-F238E27FC236}">
                <a16:creationId xmlns:a16="http://schemas.microsoft.com/office/drawing/2014/main" id="{025C40D6-8BB7-4261-BA35-3A2897E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CC67FB4E-5BB8-49DC-AD37-E1DE11D5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774067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Match a long S, turn CZ into CX, then cancel</a:t>
            </a:r>
          </a:p>
        </p:txBody>
      </p:sp>
      <p:sp>
        <p:nvSpPr>
          <p:cNvPr id="3" name="object-1-s0-u3">
            <a:extLst xmlns:a="http://schemas.openxmlformats.org/drawingml/2006/main">
              <a:ext uri="{FF2B5EF4-FFF2-40B4-BE49-F238E27FC236}">
                <a16:creationId xmlns:a16="http://schemas.microsoft.com/office/drawing/2014/main" id="{7E8E2EDE-990E-4A57-A906-FC6FC82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4349"/>
            <a:ext cx="360432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INPUT: CZ AND CX SEPARATED BY A 12-GATE S</a:t>
            </a:r>
          </a:p>
        </p:txBody>
      </p:sp>
      <p:sp>
        <p:nvSpPr>
          <p:cNvPr id="4" name="object-2-s0-u3">
            <a:extLst xmlns:a="http://schemas.openxmlformats.org/drawingml/2006/main">
              <a:ext uri="{FF2B5EF4-FFF2-40B4-BE49-F238E27FC236}">
                <a16:creationId xmlns:a16="http://schemas.microsoft.com/office/drawing/2014/main" id="{0D30E7E5-DB71-4937-B6D9-A869EF15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1539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-s0-u3">
            <a:extLst xmlns:a="http://schemas.openxmlformats.org/drawingml/2006/main">
              <a:ext uri="{FF2B5EF4-FFF2-40B4-BE49-F238E27FC236}">
                <a16:creationId xmlns:a16="http://schemas.microsoft.com/office/drawing/2014/main" id="{63D6FD24-A90F-4991-BE0B-147912F1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58689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4-s0-u3">
            <a:extLst xmlns:a="http://schemas.openxmlformats.org/drawingml/2006/main">
              <a:ext uri="{FF2B5EF4-FFF2-40B4-BE49-F238E27FC236}">
                <a16:creationId xmlns:a16="http://schemas.microsoft.com/office/drawing/2014/main" id="{3674859B-3BE6-4D83-A68D-21A8E7E7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1592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5-s0-u3">
            <a:extLst xmlns:a="http://schemas.openxmlformats.org/drawingml/2006/main">
              <a:ext uri="{FF2B5EF4-FFF2-40B4-BE49-F238E27FC236}">
                <a16:creationId xmlns:a16="http://schemas.microsoft.com/office/drawing/2014/main" id="{4D8D8429-8DB2-49C5-A9DA-FF025EF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8792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6-s0-u3">
            <a:extLst xmlns:a="http://schemas.openxmlformats.org/drawingml/2006/main">
              <a:ext uri="{FF2B5EF4-FFF2-40B4-BE49-F238E27FC236}">
                <a16:creationId xmlns:a16="http://schemas.microsoft.com/office/drawing/2014/main" id="{CAC13A42-B948-4D35-8D09-6ED0FDDB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44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7-s0-u3">
            <a:extLst xmlns:a="http://schemas.openxmlformats.org/drawingml/2006/main">
              <a:ext uri="{FF2B5EF4-FFF2-40B4-BE49-F238E27FC236}">
                <a16:creationId xmlns:a16="http://schemas.microsoft.com/office/drawing/2014/main" id="{96F1E26D-363C-4B2E-9E15-C799DB80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16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-s0-u3">
            <a:extLst xmlns:a="http://schemas.openxmlformats.org/drawingml/2006/main">
              <a:ext uri="{FF2B5EF4-FFF2-40B4-BE49-F238E27FC236}">
                <a16:creationId xmlns:a16="http://schemas.microsoft.com/office/drawing/2014/main" id="{BF4F5F26-3D79-4BA2-A7AC-C66DBCC6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8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9-s0-u3">
            <a:extLst xmlns:a="http://schemas.openxmlformats.org/drawingml/2006/main">
              <a:ext uri="{FF2B5EF4-FFF2-40B4-BE49-F238E27FC236}">
                <a16:creationId xmlns:a16="http://schemas.microsoft.com/office/drawing/2014/main" id="{9AC454DC-71AC-4AA3-B20D-B948091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89269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10-s0-u3">
            <a:extLst xmlns:a="http://schemas.openxmlformats.org/drawingml/2006/main">
              <a:ext uri="{FF2B5EF4-FFF2-40B4-BE49-F238E27FC236}">
                <a16:creationId xmlns:a16="http://schemas.microsoft.com/office/drawing/2014/main" id="{4D992C13-F200-4CCC-826B-13A9ECAE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11-s0-u3">
            <a:extLst xmlns:a="http://schemas.openxmlformats.org/drawingml/2006/main">
              <a:ext uri="{FF2B5EF4-FFF2-40B4-BE49-F238E27FC236}">
                <a16:creationId xmlns:a16="http://schemas.microsoft.com/office/drawing/2014/main" id="{6B18E390-604E-4BEE-ADEA-41112B0D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12-s0-u3">
            <a:extLst xmlns:a="http://schemas.openxmlformats.org/drawingml/2006/main">
              <a:ext uri="{FF2B5EF4-FFF2-40B4-BE49-F238E27FC236}">
                <a16:creationId xmlns:a16="http://schemas.microsoft.com/office/drawing/2014/main" id="{4A4F5986-6697-4B8E-B5BD-7CC7593B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13-s0-u3">
            <a:extLst xmlns:a="http://schemas.openxmlformats.org/drawingml/2006/main">
              <a:ext uri="{FF2B5EF4-FFF2-40B4-BE49-F238E27FC236}">
                <a16:creationId xmlns:a16="http://schemas.microsoft.com/office/drawing/2014/main" id="{1C8AF718-E7FC-4DDF-B03B-406450D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14-s0-u3">
            <a:extLst xmlns:a="http://schemas.openxmlformats.org/drawingml/2006/main">
              <a:ext uri="{FF2B5EF4-FFF2-40B4-BE49-F238E27FC236}">
                <a16:creationId xmlns:a16="http://schemas.microsoft.com/office/drawing/2014/main" id="{267164E3-2BC8-4BAC-B6AD-24DCF9C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15-s0-u3">
            <a:extLst xmlns:a="http://schemas.openxmlformats.org/drawingml/2006/main">
              <a:ext uri="{FF2B5EF4-FFF2-40B4-BE49-F238E27FC236}">
                <a16:creationId xmlns:a16="http://schemas.microsoft.com/office/drawing/2014/main" id="{EEBBCCB1-4E83-495D-B258-EB5B5B27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16-s0-u3">
            <a:extLst xmlns:a="http://schemas.openxmlformats.org/drawingml/2006/main">
              <a:ext uri="{FF2B5EF4-FFF2-40B4-BE49-F238E27FC236}">
                <a16:creationId xmlns:a16="http://schemas.microsoft.com/office/drawing/2014/main" id="{5952457C-EB7F-4CCB-AB86-6DA3CB23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17-s0-u3">
            <a:extLst xmlns:a="http://schemas.openxmlformats.org/drawingml/2006/main">
              <a:ext uri="{FF2B5EF4-FFF2-40B4-BE49-F238E27FC236}">
                <a16:creationId xmlns:a16="http://schemas.microsoft.com/office/drawing/2014/main" id="{065EE029-8685-466C-AEF8-736F4F40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18-s0-u3">
            <a:extLst xmlns:a="http://schemas.openxmlformats.org/drawingml/2006/main">
              <a:ext uri="{FF2B5EF4-FFF2-40B4-BE49-F238E27FC236}">
                <a16:creationId xmlns:a16="http://schemas.microsoft.com/office/drawing/2014/main" id="{388E059F-D61F-4366-B4D6-E75AB52D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19-s0-u3">
            <a:extLst xmlns:a="http://schemas.openxmlformats.org/drawingml/2006/main">
              <a:ext uri="{FF2B5EF4-FFF2-40B4-BE49-F238E27FC236}">
                <a16:creationId xmlns:a16="http://schemas.microsoft.com/office/drawing/2014/main" id="{CC2E2809-1A0D-4BAE-95ED-1939562B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21592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20-s0-u3">
            <a:extLst xmlns:a="http://schemas.openxmlformats.org/drawingml/2006/main">
              <a:ext uri="{FF2B5EF4-FFF2-40B4-BE49-F238E27FC236}">
                <a16:creationId xmlns:a16="http://schemas.microsoft.com/office/drawing/2014/main" id="{12DBFCDA-BDBA-424B-AB82-BDC963D9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21-s0-u3">
            <a:extLst xmlns:a="http://schemas.openxmlformats.org/drawingml/2006/main">
              <a:ext uri="{FF2B5EF4-FFF2-40B4-BE49-F238E27FC236}">
                <a16:creationId xmlns:a16="http://schemas.microsoft.com/office/drawing/2014/main" id="{6F139940-1062-4E17-9AF1-8B7195D1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22-s0-u3">
            <a:extLst xmlns:a="http://schemas.openxmlformats.org/drawingml/2006/main">
              <a:ext uri="{FF2B5EF4-FFF2-40B4-BE49-F238E27FC236}">
                <a16:creationId xmlns:a16="http://schemas.microsoft.com/office/drawing/2014/main" id="{F91E2EFB-0361-438D-B1C6-DD645B8A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23-s0-u3">
            <a:extLst xmlns:a="http://schemas.openxmlformats.org/drawingml/2006/main">
              <a:ext uri="{FF2B5EF4-FFF2-40B4-BE49-F238E27FC236}">
                <a16:creationId xmlns:a16="http://schemas.microsoft.com/office/drawing/2014/main" id="{33CD5C71-70B0-46DA-A3CC-4D9A8E15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24-s0-u3">
            <a:extLst xmlns:a="http://schemas.openxmlformats.org/drawingml/2006/main">
              <a:ext uri="{FF2B5EF4-FFF2-40B4-BE49-F238E27FC236}">
                <a16:creationId xmlns:a16="http://schemas.microsoft.com/office/drawing/2014/main" id="{0C02303D-47F9-4769-9D7A-5BB4D059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25-s0-u3">
            <a:extLst xmlns:a="http://schemas.openxmlformats.org/drawingml/2006/main">
              <a:ext uri="{FF2B5EF4-FFF2-40B4-BE49-F238E27FC236}">
                <a16:creationId xmlns:a16="http://schemas.microsoft.com/office/drawing/2014/main" id="{DF26358A-ED51-4EFB-8497-D9E1A663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26-s0-u3">
            <a:extLst xmlns:a="http://schemas.openxmlformats.org/drawingml/2006/main">
              <a:ext uri="{FF2B5EF4-FFF2-40B4-BE49-F238E27FC236}">
                <a16:creationId xmlns:a16="http://schemas.microsoft.com/office/drawing/2014/main" id="{15AF6720-8629-4395-9FD1-79124B1C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27-s0-u3">
            <a:extLst xmlns:a="http://schemas.openxmlformats.org/drawingml/2006/main">
              <a:ext uri="{FF2B5EF4-FFF2-40B4-BE49-F238E27FC236}">
                <a16:creationId xmlns:a16="http://schemas.microsoft.com/office/drawing/2014/main" id="{5F946E66-2224-4CB0-979F-DD4919AA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28-s0-u3">
            <a:extLst xmlns:a="http://schemas.openxmlformats.org/drawingml/2006/main">
              <a:ext uri="{FF2B5EF4-FFF2-40B4-BE49-F238E27FC236}">
                <a16:creationId xmlns:a16="http://schemas.microsoft.com/office/drawing/2014/main" id="{DCCF68EA-9AE6-4A47-858D-90BA4403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29-s0-u3">
            <a:extLst xmlns:a="http://schemas.openxmlformats.org/drawingml/2006/main">
              <a:ext uri="{FF2B5EF4-FFF2-40B4-BE49-F238E27FC236}">
                <a16:creationId xmlns:a16="http://schemas.microsoft.com/office/drawing/2014/main" id="{DDF79E46-5E14-49F2-B1F6-0105B244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30-s0-u3">
            <a:extLst xmlns:a="http://schemas.openxmlformats.org/drawingml/2006/main">
              <a:ext uri="{FF2B5EF4-FFF2-40B4-BE49-F238E27FC236}">
                <a16:creationId xmlns:a16="http://schemas.microsoft.com/office/drawing/2014/main" id="{64325299-EFF6-4B0D-92D1-3CDDB9D6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31-s0-u3">
            <a:extLst xmlns:a="http://schemas.openxmlformats.org/drawingml/2006/main">
              <a:ext uri="{FF2B5EF4-FFF2-40B4-BE49-F238E27FC236}">
                <a16:creationId xmlns:a16="http://schemas.microsoft.com/office/drawing/2014/main" id="{35EBC2F6-5774-4654-A58C-E5A2562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32-s0-u3">
            <a:extLst xmlns:a="http://schemas.openxmlformats.org/drawingml/2006/main">
              <a:ext uri="{FF2B5EF4-FFF2-40B4-BE49-F238E27FC236}">
                <a16:creationId xmlns:a16="http://schemas.microsoft.com/office/drawing/2014/main" id="{278737F7-AE16-44D9-84CE-1543A93A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5" name="object-33-s0-u3">
            <a:extLst xmlns:a="http://schemas.openxmlformats.org/drawingml/2006/main">
              <a:ext uri="{FF2B5EF4-FFF2-40B4-BE49-F238E27FC236}">
                <a16:creationId xmlns:a16="http://schemas.microsoft.com/office/drawing/2014/main" id="{1E2E5857-899E-438C-B063-84B4A91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object-34-s0-u3">
            <a:extLst xmlns:a="http://schemas.openxmlformats.org/drawingml/2006/main">
              <a:ext uri="{FF2B5EF4-FFF2-40B4-BE49-F238E27FC236}">
                <a16:creationId xmlns:a16="http://schemas.microsoft.com/office/drawing/2014/main" id="{F76600EC-9E22-40D9-A58E-51EECB4D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540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object-35-s0-u3">
            <a:extLst xmlns:a="http://schemas.openxmlformats.org/drawingml/2006/main">
              <a:ext uri="{FF2B5EF4-FFF2-40B4-BE49-F238E27FC236}">
                <a16:creationId xmlns:a16="http://schemas.microsoft.com/office/drawing/2014/main" id="{B18DF2FD-2326-481B-A863-00E51CD6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8" name="object-36-s0-u3">
            <a:extLst xmlns:a="http://schemas.openxmlformats.org/drawingml/2006/main">
              <a:ext uri="{FF2B5EF4-FFF2-40B4-BE49-F238E27FC236}">
                <a16:creationId xmlns:a16="http://schemas.microsoft.com/office/drawing/2014/main" id="{231C48D7-C607-4703-BE71-AA30CAE6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object-37-s0-u3">
            <a:extLst xmlns:a="http://schemas.openxmlformats.org/drawingml/2006/main">
              <a:ext uri="{FF2B5EF4-FFF2-40B4-BE49-F238E27FC236}">
                <a16:creationId xmlns:a16="http://schemas.microsoft.com/office/drawing/2014/main" id="{2D5A87D5-509C-4C94-8D2A-5CE39D8C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96889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0" name="object-38-s0-u3">
            <a:extLst xmlns:a="http://schemas.openxmlformats.org/drawingml/2006/main">
              <a:ext uri="{FF2B5EF4-FFF2-40B4-BE49-F238E27FC236}">
                <a16:creationId xmlns:a16="http://schemas.microsoft.com/office/drawing/2014/main" id="{7711DDCD-9099-444A-A518-A6714A64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34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1" name="object-113-s1-ux">
            <a:extLst xmlns:a="http://schemas.openxmlformats.org/drawingml/2006/main">
              <a:ext uri="{FF2B5EF4-FFF2-40B4-BE49-F238E27FC236}">
                <a16:creationId xmlns:a16="http://schemas.microsoft.com/office/drawing/2014/main" id="{A6BD5084-68CE-4A2D-AD54-3FCFC748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5522"/>
            <a:ext cx="2316272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 Rz(α) ⊗ (SX H)</a:t>
            </a:r>
          </a:p>
        </p:txBody>
      </p:sp>
      <p:sp>
        <p:nvSpPr>
          <p:cNvPr id="42" name="object-114-s1-ux">
            <a:extLst xmlns:a="http://schemas.openxmlformats.org/drawingml/2006/main">
              <a:ext uri="{FF2B5EF4-FFF2-40B4-BE49-F238E27FC236}">
                <a16:creationId xmlns:a16="http://schemas.microsoft.com/office/drawing/2014/main" id="{B0A7A646-4CFA-4178-BD76-06D67012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10424"/>
            <a:ext cx="49604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</a:t>
            </a:r>
          </a:p>
        </p:txBody>
      </p:sp>
      <p:sp>
        <p:nvSpPr>
          <p:cNvPr id="43" name="object-115-s1-ux">
            <a:extLst xmlns:a="http://schemas.openxmlformats.org/drawingml/2006/main">
              <a:ext uri="{FF2B5EF4-FFF2-40B4-BE49-F238E27FC236}">
                <a16:creationId xmlns:a16="http://schemas.microsoft.com/office/drawing/2014/main" id="{7FB71189-1219-4073-94EE-5A89D68A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6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5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44" name="object-116-s1-ux">
            <a:extLst xmlns:a="http://schemas.openxmlformats.org/drawingml/2006/main">
              <a:ext uri="{FF2B5EF4-FFF2-40B4-BE49-F238E27FC236}">
                <a16:creationId xmlns:a16="http://schemas.microsoft.com/office/drawing/2014/main" id="{B73DC8D2-6071-4E89-A3F4-3A33B8FD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5" name="object-117-s1-ux">
            <a:extLst xmlns:a="http://schemas.openxmlformats.org/drawingml/2006/main">
              <a:ext uri="{FF2B5EF4-FFF2-40B4-BE49-F238E27FC236}">
                <a16:creationId xmlns:a16="http://schemas.microsoft.com/office/drawing/2014/main" id="{E4A3D03B-560B-4DBA-B0B1-6EB59D60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209" y="3601218"/>
            <a:ext cx="29792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ip</a:t>
            </a:r>
          </a:p>
        </p:txBody>
      </p:sp>
      <p:sp>
        <p:nvSpPr>
          <p:cNvPr id="46" name="object-118-s1-ux">
            <a:extLst xmlns:a="http://schemas.openxmlformats.org/drawingml/2006/main">
              <a:ext uri="{FF2B5EF4-FFF2-40B4-BE49-F238E27FC236}">
                <a16:creationId xmlns:a16="http://schemas.microsoft.com/office/drawing/2014/main" id="{E3BFAFA2-1ADD-4F10-BE2B-E797BCE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object-119-s1-ux">
            <a:extLst xmlns:a="http://schemas.openxmlformats.org/drawingml/2006/main">
              <a:ext uri="{FF2B5EF4-FFF2-40B4-BE49-F238E27FC236}">
                <a16:creationId xmlns:a16="http://schemas.microsoft.com/office/drawing/2014/main" id="{72A7DF66-7E23-4ADD-88EC-34CB0FBF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object-120-s1-ux">
            <a:extLst xmlns:a="http://schemas.openxmlformats.org/drawingml/2006/main">
              <a:ext uri="{FF2B5EF4-FFF2-40B4-BE49-F238E27FC236}">
                <a16:creationId xmlns:a16="http://schemas.microsoft.com/office/drawing/2014/main" id="{8DE3B097-3F8F-477F-9059-BC0A6595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9" name="object-121-s1-ux">
            <a:extLst xmlns:a="http://schemas.openxmlformats.org/drawingml/2006/main">
              <a:ext uri="{FF2B5EF4-FFF2-40B4-BE49-F238E27FC236}">
                <a16:creationId xmlns:a16="http://schemas.microsoft.com/office/drawing/2014/main" id="{8EAB0BFA-F56E-4E27-ABA2-651C327F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44" y="3944118"/>
            <a:ext cx="45925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−ip</a:t>
            </a:r>
          </a:p>
        </p:txBody>
      </p:sp>
      <p:sp>
        <p:nvSpPr>
          <p:cNvPr id="50" name="object-122-s1-ux">
            <a:extLst xmlns:a="http://schemas.openxmlformats.org/drawingml/2006/main">
              <a:ext uri="{FF2B5EF4-FFF2-40B4-BE49-F238E27FC236}">
                <a16:creationId xmlns:a16="http://schemas.microsoft.com/office/drawing/2014/main" id="{48E9425F-0A2A-473C-A955-2095C400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object-123-s1-ux">
            <a:extLst xmlns:a="http://schemas.openxmlformats.org/drawingml/2006/main">
              <a:ext uri="{FF2B5EF4-FFF2-40B4-BE49-F238E27FC236}">
                <a16:creationId xmlns:a16="http://schemas.microsoft.com/office/drawing/2014/main" id="{6D74E2F3-CC89-4C5A-BEA0-BBF39F5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object-124-s1-ux">
            <a:extLst xmlns:a="http://schemas.openxmlformats.org/drawingml/2006/main">
              <a:ext uri="{FF2B5EF4-FFF2-40B4-BE49-F238E27FC236}">
                <a16:creationId xmlns:a16="http://schemas.microsoft.com/office/drawing/2014/main" id="{D8DF89BC-8488-4CB0-80C0-C9851914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3" name="object-125-s1-ux">
            <a:extLst xmlns:a="http://schemas.openxmlformats.org/drawingml/2006/main">
              <a:ext uri="{FF2B5EF4-FFF2-40B4-BE49-F238E27FC236}">
                <a16:creationId xmlns:a16="http://schemas.microsoft.com/office/drawing/2014/main" id="{382FAFFD-320F-4DD2-8E0F-66D2650E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object-126-s1-ux">
            <a:extLst xmlns:a="http://schemas.openxmlformats.org/drawingml/2006/main">
              <a:ext uri="{FF2B5EF4-FFF2-40B4-BE49-F238E27FC236}">
                <a16:creationId xmlns:a16="http://schemas.microsoft.com/office/drawing/2014/main" id="{C30932A8-329C-414D-AA97-4717468D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2870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5" name="object-127-s1-ux">
            <a:extLst xmlns:a="http://schemas.openxmlformats.org/drawingml/2006/main">
              <a:ext uri="{FF2B5EF4-FFF2-40B4-BE49-F238E27FC236}">
                <a16:creationId xmlns:a16="http://schemas.microsoft.com/office/drawing/2014/main" id="{068F8D25-762F-4A42-ABCB-EF56A00C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667" y="4287018"/>
            <a:ext cx="23999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56" name="object-128-s1-ux">
            <a:extLst xmlns:a="http://schemas.openxmlformats.org/drawingml/2006/main">
              <a:ext uri="{FF2B5EF4-FFF2-40B4-BE49-F238E27FC236}">
                <a16:creationId xmlns:a16="http://schemas.microsoft.com/office/drawing/2014/main" id="{F5E955D2-9BDD-4936-80D0-096602C7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object-129-s1-ux">
            <a:extLst xmlns:a="http://schemas.openxmlformats.org/drawingml/2006/main">
              <a:ext uri="{FF2B5EF4-FFF2-40B4-BE49-F238E27FC236}">
                <a16:creationId xmlns:a16="http://schemas.microsoft.com/office/drawing/2014/main" id="{F197F43B-6BB2-4B6F-B5D8-ECF3EBD9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8" name="object-130-s1-ux">
            <a:extLst xmlns:a="http://schemas.openxmlformats.org/drawingml/2006/main">
              <a:ext uri="{FF2B5EF4-FFF2-40B4-BE49-F238E27FC236}">
                <a16:creationId xmlns:a16="http://schemas.microsoft.com/office/drawing/2014/main" id="{A7CCFC25-DF7D-4D99-8ACF-E99AE790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6299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9" name="object-131-s1-ux">
            <a:extLst xmlns:a="http://schemas.openxmlformats.org/drawingml/2006/main">
              <a:ext uri="{FF2B5EF4-FFF2-40B4-BE49-F238E27FC236}">
                <a16:creationId xmlns:a16="http://schemas.microsoft.com/office/drawing/2014/main" id="{D2D2CE04-211E-4C7F-88A8-12CEDFB6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02" y="4629918"/>
            <a:ext cx="40130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−ir</a:t>
            </a:r>
          </a:p>
        </p:txBody>
      </p:sp>
      <p:sp>
        <p:nvSpPr>
          <p:cNvPr id="60" name="object-132-s1-ux">
            <a:extLst xmlns:a="http://schemas.openxmlformats.org/drawingml/2006/main">
              <a:ext uri="{FF2B5EF4-FFF2-40B4-BE49-F238E27FC236}">
                <a16:creationId xmlns:a16="http://schemas.microsoft.com/office/drawing/2014/main" id="{22C7B208-2119-4B20-85BD-2BDBA129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9609"/>
            <a:ext cx="71526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α = Σθᵢ</a:t>
            </a:r>
          </a:p>
        </p:txBody>
      </p:sp>
      <p:sp>
        <p:nvSpPr>
          <p:cNvPr id="61" name="object-133-s1-ux">
            <a:extLst xmlns:a="http://schemas.openxmlformats.org/drawingml/2006/main">
              <a:ext uri="{FF2B5EF4-FFF2-40B4-BE49-F238E27FC236}">
                <a16:creationId xmlns:a16="http://schemas.microsoft.com/office/drawing/2014/main" id="{4A64DDD9-B764-431D-B83A-F904F90E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08875"/>
            <a:ext cx="1657052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 = e^(−iα/2) / √2</a:t>
            </a:r>
          </a:p>
        </p:txBody>
      </p:sp>
      <p:sp>
        <p:nvSpPr>
          <p:cNvPr id="62" name="object-134-s1-ux">
            <a:extLst xmlns:a="http://schemas.openxmlformats.org/drawingml/2006/main">
              <a:ext uri="{FF2B5EF4-FFF2-40B4-BE49-F238E27FC236}">
                <a16:creationId xmlns:a16="http://schemas.microsoft.com/office/drawing/2014/main" id="{9EECFA6D-76F1-42F4-8257-389DCD36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08875"/>
            <a:ext cx="1487984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 = e^(iα/2) / √2</a:t>
            </a:r>
          </a:p>
        </p:txBody>
      </p:sp>
      <p:sp>
        <p:nvSpPr>
          <p:cNvPr id="63" name="object-135-s1-ux">
            <a:extLst xmlns:a="http://schemas.openxmlformats.org/drawingml/2006/main">
              <a:ext uri="{FF2B5EF4-FFF2-40B4-BE49-F238E27FC236}">
                <a16:creationId xmlns:a16="http://schemas.microsoft.com/office/drawing/2014/main" id="{3B3525CC-5DBB-4A0F-92DA-F1E827E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209609"/>
            <a:ext cx="93240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SX⁵ = SX</a:t>
            </a:r>
          </a:p>
        </p:txBody>
      </p:sp>
      <p:sp>
        <p:nvSpPr>
          <p:cNvPr id="64" name="object-136-s2-ux">
            <a:extLst xmlns:a="http://schemas.openxmlformats.org/drawingml/2006/main">
              <a:ext uri="{FF2B5EF4-FFF2-40B4-BE49-F238E27FC236}">
                <a16:creationId xmlns:a16="http://schemas.microsoft.com/office/drawing/2014/main" id="{4F463FDE-168B-4254-B137-5758C6F9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16164"/>
            <a:ext cx="552450" cy="95"/>
          </a:xfrm>
          <a:custGeom xmlns:a="http://schemas.openxmlformats.org/drawingml/2006/main">
            <a:pathLst>
              <a:path w="552450" h="9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65" name="object-136-s2-ux-arrow">
            <a:extLst xmlns:a="http://schemas.openxmlformats.org/drawingml/2006/main">
              <a:ext uri="{FF2B5EF4-FFF2-40B4-BE49-F238E27FC236}">
                <a16:creationId xmlns:a16="http://schemas.microsoft.com/office/drawing/2014/main" id="{7BA257AB-D5B0-45AB-82CA-7C8A6B3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59014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66" name="object-137-s2-ux">
            <a:extLst xmlns:a="http://schemas.openxmlformats.org/drawingml/2006/main">
              <a:ext uri="{FF2B5EF4-FFF2-40B4-BE49-F238E27FC236}">
                <a16:creationId xmlns:a16="http://schemas.microsoft.com/office/drawing/2014/main" id="{8C34C94A-D0C8-42BA-A992-E905B7AC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359" y="3858964"/>
            <a:ext cx="31968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fits</a:t>
            </a:r>
          </a:p>
        </p:txBody>
      </p:sp>
      <p:sp>
        <p:nvSpPr>
          <p:cNvPr id="67" name="object-138-s2-ux">
            <a:extLst xmlns:a="http://schemas.openxmlformats.org/drawingml/2006/main">
              <a:ext uri="{FF2B5EF4-FFF2-40B4-BE49-F238E27FC236}">
                <a16:creationId xmlns:a16="http://schemas.microsoft.com/office/drawing/2014/main" id="{8C754885-6049-4B95-A336-54D26470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234" y="3305562"/>
            <a:ext cx="1354931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Synthesized S</a:t>
            </a:r>
          </a:p>
        </p:txBody>
      </p:sp>
      <p:sp>
        <p:nvSpPr>
          <p:cNvPr id="68" name="object-139-s2-ux">
            <a:extLst xmlns:a="http://schemas.openxmlformats.org/drawingml/2006/main">
              <a:ext uri="{FF2B5EF4-FFF2-40B4-BE49-F238E27FC236}">
                <a16:creationId xmlns:a16="http://schemas.microsoft.com/office/drawing/2014/main" id="{E96C56A3-991A-41B0-B51B-4A604E4A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5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4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69" name="object-140-s2-ux">
            <a:extLst xmlns:a="http://schemas.openxmlformats.org/drawingml/2006/main">
              <a:ext uri="{FF2B5EF4-FFF2-40B4-BE49-F238E27FC236}">
                <a16:creationId xmlns:a16="http://schemas.microsoft.com/office/drawing/2014/main" id="{EBE241BC-E8D2-4932-BE28-C7DF7EBF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0" name="object-141-s2-ux">
            <a:extLst xmlns:a="http://schemas.openxmlformats.org/drawingml/2006/main">
              <a:ext uri="{FF2B5EF4-FFF2-40B4-BE49-F238E27FC236}">
                <a16:creationId xmlns:a16="http://schemas.microsoft.com/office/drawing/2014/main" id="{9A786B26-E978-4E7C-95B6-A93B572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1" name="object-142-s2-ux">
            <a:extLst xmlns:a="http://schemas.openxmlformats.org/drawingml/2006/main">
              <a:ext uri="{FF2B5EF4-FFF2-40B4-BE49-F238E27FC236}">
                <a16:creationId xmlns:a16="http://schemas.microsoft.com/office/drawing/2014/main" id="{116DD205-49FE-4D10-A29D-392A1F2D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906" y="36012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2" name="object-143-s2-ux">
            <a:extLst xmlns:a="http://schemas.openxmlformats.org/drawingml/2006/main">
              <a:ext uri="{FF2B5EF4-FFF2-40B4-BE49-F238E27FC236}">
                <a16:creationId xmlns:a16="http://schemas.microsoft.com/office/drawing/2014/main" id="{225F21E2-F7F2-4D46-A2E7-CE4A5986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3" name="object-144-s2-ux">
            <a:extLst xmlns:a="http://schemas.openxmlformats.org/drawingml/2006/main">
              <a:ext uri="{FF2B5EF4-FFF2-40B4-BE49-F238E27FC236}">
                <a16:creationId xmlns:a16="http://schemas.microsoft.com/office/drawing/2014/main" id="{DF2FD65E-97C8-4C2E-B695-CC363522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4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F139DB61-A794-41A9-A33C-47E6E4F5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5" name="object-146-s2-ux">
            <a:extLst xmlns:a="http://schemas.openxmlformats.org/drawingml/2006/main">
              <a:ext uri="{FF2B5EF4-FFF2-40B4-BE49-F238E27FC236}">
                <a16:creationId xmlns:a16="http://schemas.microsoft.com/office/drawing/2014/main" id="{C1EA6376-1667-4C6D-A5E0-4069F05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65" y="3944118"/>
            <a:ext cx="1691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76" name="object-147-s2-ux">
            <a:extLst xmlns:a="http://schemas.openxmlformats.org/drawingml/2006/main">
              <a:ext uri="{FF2B5EF4-FFF2-40B4-BE49-F238E27FC236}">
                <a16:creationId xmlns:a16="http://schemas.microsoft.com/office/drawing/2014/main" id="{FBBC1A6C-5FEE-495F-BC4A-CE09BB3D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7" name="object-148-s2-ux">
            <a:extLst xmlns:a="http://schemas.openxmlformats.org/drawingml/2006/main">
              <a:ext uri="{FF2B5EF4-FFF2-40B4-BE49-F238E27FC236}">
                <a16:creationId xmlns:a16="http://schemas.microsoft.com/office/drawing/2014/main" id="{8784CAAD-F5E4-4FAD-A81A-D9D5DE45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2870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8" name="object-149-s2-ux">
            <a:extLst xmlns:a="http://schemas.openxmlformats.org/drawingml/2006/main">
              <a:ext uri="{FF2B5EF4-FFF2-40B4-BE49-F238E27FC236}">
                <a16:creationId xmlns:a16="http://schemas.microsoft.com/office/drawing/2014/main" id="{958C879A-9ACA-4139-8DEC-9A24FF17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9" name="object-150-s2-ux">
            <a:extLst xmlns:a="http://schemas.openxmlformats.org/drawingml/2006/main">
              <a:ext uri="{FF2B5EF4-FFF2-40B4-BE49-F238E27FC236}">
                <a16:creationId xmlns:a16="http://schemas.microsoft.com/office/drawing/2014/main" id="{FEC70229-D761-426F-BA55-A3E8450C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2870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0" name="object-151-s2-ux">
            <a:extLst xmlns:a="http://schemas.openxmlformats.org/drawingml/2006/main">
              <a:ext uri="{FF2B5EF4-FFF2-40B4-BE49-F238E27FC236}">
                <a16:creationId xmlns:a16="http://schemas.microsoft.com/office/drawing/2014/main" id="{4D8D7F97-AEFA-40E1-BC81-59DCB44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2870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81" name="object-152-s2-ux">
            <a:extLst xmlns:a="http://schemas.openxmlformats.org/drawingml/2006/main">
              <a:ext uri="{FF2B5EF4-FFF2-40B4-BE49-F238E27FC236}">
                <a16:creationId xmlns:a16="http://schemas.microsoft.com/office/drawing/2014/main" id="{30291C15-8439-4EC8-BDB5-ACE21C5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6299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82" name="object-153-s2-ux">
            <a:extLst xmlns:a="http://schemas.openxmlformats.org/drawingml/2006/main">
              <a:ext uri="{FF2B5EF4-FFF2-40B4-BE49-F238E27FC236}">
                <a16:creationId xmlns:a16="http://schemas.microsoft.com/office/drawing/2014/main" id="{E829298E-0C0B-4F31-B225-E0378698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3" name="object-154-s2-ux">
            <a:extLst xmlns:a="http://schemas.openxmlformats.org/drawingml/2006/main">
              <a:ext uri="{FF2B5EF4-FFF2-40B4-BE49-F238E27FC236}">
                <a16:creationId xmlns:a16="http://schemas.microsoft.com/office/drawing/2014/main" id="{05F18E30-B2E5-4E76-B22C-1B17E679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6299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4" name="object-155-s2-ux">
            <a:extLst xmlns:a="http://schemas.openxmlformats.org/drawingml/2006/main">
              <a:ext uri="{FF2B5EF4-FFF2-40B4-BE49-F238E27FC236}">
                <a16:creationId xmlns:a16="http://schemas.microsoft.com/office/drawing/2014/main" id="{50BE8602-0100-4C75-89AD-63BC9536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066" y="4629918"/>
            <a:ext cx="3823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−k</a:t>
            </a:r>
          </a:p>
        </p:txBody>
      </p:sp>
      <p:sp>
        <p:nvSpPr>
          <p:cNvPr id="85" name="object-162-s0-ux">
            <a:extLst xmlns:a="http://schemas.openxmlformats.org/drawingml/2006/main">
              <a:ext uri="{FF2B5EF4-FFF2-40B4-BE49-F238E27FC236}">
                <a16:creationId xmlns:a16="http://schemas.microsoft.com/office/drawing/2014/main" id="{2E908401-FC8C-43BD-9505-696BE906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127724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§5.5 matching method; longer CZ → CX instance derived for this talk</a:t>
            </a:r>
          </a:p>
        </p:txBody>
      </p:sp>
      <p:sp>
        <p:nvSpPr>
          <p:cNvPr id="86" name="object-163-s0-ux">
            <a:extLst xmlns:a="http://schemas.openxmlformats.org/drawingml/2006/main">
              <a:ext uri="{FF2B5EF4-FFF2-40B4-BE49-F238E27FC236}">
                <a16:creationId xmlns:a16="http://schemas.microsoft.com/office/drawing/2014/main" id="{33987A91-072D-4B1C-A7A7-72A6C759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87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4F5189CF-EA70-429A-BDB0-5D512A88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3 / 6</a:t>
            </a:r>
          </a:p>
        </p:txBody>
      </p:sp>
    </p:spTree>
    <p:extLst>
      <p:ext uri="{BB962C8B-B14F-4D97-AF65-F5344CB8AC3E}">
        <p14:creationId xmlns:p14="http://schemas.microsoft.com/office/powerpoint/2010/main" val="2328251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top-accent">
            <a:extLst xmlns:a="http://schemas.openxmlformats.org/drawingml/2006/main">
              <a:ext uri="{FF2B5EF4-FFF2-40B4-BE49-F238E27FC236}">
                <a16:creationId xmlns:a16="http://schemas.microsoft.com/office/drawing/2014/main" id="{CB417A5C-8B57-4436-B0FB-3A6BD687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FED036FA-CBF5-4226-9596-39511D92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774067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Match a long S, turn CZ into CX, then cancel</a:t>
            </a:r>
          </a:p>
        </p:txBody>
      </p:sp>
      <p:sp>
        <p:nvSpPr>
          <p:cNvPr id="3" name="object-1-s0-u3">
            <a:extLst xmlns:a="http://schemas.openxmlformats.org/drawingml/2006/main">
              <a:ext uri="{FF2B5EF4-FFF2-40B4-BE49-F238E27FC236}">
                <a16:creationId xmlns:a16="http://schemas.microsoft.com/office/drawing/2014/main" id="{1803D4E0-DA80-4528-9BD5-3AAA50F3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4349"/>
            <a:ext cx="360432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INPUT: CZ AND CX SEPARATED BY A 12-GATE S</a:t>
            </a:r>
          </a:p>
        </p:txBody>
      </p:sp>
      <p:sp>
        <p:nvSpPr>
          <p:cNvPr id="4" name="object-2-s0-u3">
            <a:extLst xmlns:a="http://schemas.openxmlformats.org/drawingml/2006/main">
              <a:ext uri="{FF2B5EF4-FFF2-40B4-BE49-F238E27FC236}">
                <a16:creationId xmlns:a16="http://schemas.microsoft.com/office/drawing/2014/main" id="{D15D6E02-E034-4B59-8D0A-9FD0BFC6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1539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3-s0-u3">
            <a:extLst xmlns:a="http://schemas.openxmlformats.org/drawingml/2006/main">
              <a:ext uri="{FF2B5EF4-FFF2-40B4-BE49-F238E27FC236}">
                <a16:creationId xmlns:a16="http://schemas.microsoft.com/office/drawing/2014/main" id="{D64BA6F5-F660-43FE-9462-96814E91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58689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4-s0-u3">
            <a:extLst xmlns:a="http://schemas.openxmlformats.org/drawingml/2006/main">
              <a:ext uri="{FF2B5EF4-FFF2-40B4-BE49-F238E27FC236}">
                <a16:creationId xmlns:a16="http://schemas.microsoft.com/office/drawing/2014/main" id="{CE34162C-DCB1-492D-B03E-5D65C4C5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1592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5-s0-u3">
            <a:extLst xmlns:a="http://schemas.openxmlformats.org/drawingml/2006/main">
              <a:ext uri="{FF2B5EF4-FFF2-40B4-BE49-F238E27FC236}">
                <a16:creationId xmlns:a16="http://schemas.microsoft.com/office/drawing/2014/main" id="{63505F79-E546-46E9-855A-DC5B0170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8792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6-s0-u3">
            <a:extLst xmlns:a="http://schemas.openxmlformats.org/drawingml/2006/main">
              <a:ext uri="{FF2B5EF4-FFF2-40B4-BE49-F238E27FC236}">
                <a16:creationId xmlns:a16="http://schemas.microsoft.com/office/drawing/2014/main" id="{C42CA2A7-4504-42B9-9AEF-497E4D1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44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7-s0-u3">
            <a:extLst xmlns:a="http://schemas.openxmlformats.org/drawingml/2006/main">
              <a:ext uri="{FF2B5EF4-FFF2-40B4-BE49-F238E27FC236}">
                <a16:creationId xmlns:a16="http://schemas.microsoft.com/office/drawing/2014/main" id="{50F83676-6593-4333-8288-5D45C6E8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16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-s0-u3">
            <a:extLst xmlns:a="http://schemas.openxmlformats.org/drawingml/2006/main">
              <a:ext uri="{FF2B5EF4-FFF2-40B4-BE49-F238E27FC236}">
                <a16:creationId xmlns:a16="http://schemas.microsoft.com/office/drawing/2014/main" id="{E07C3F45-B936-4BBC-B73E-D53CA0CE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8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9-s0-u3">
            <a:extLst xmlns:a="http://schemas.openxmlformats.org/drawingml/2006/main">
              <a:ext uri="{FF2B5EF4-FFF2-40B4-BE49-F238E27FC236}">
                <a16:creationId xmlns:a16="http://schemas.microsoft.com/office/drawing/2014/main" id="{43554A6B-71EA-49F0-91BD-B186C674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89269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10-s0-u3">
            <a:extLst xmlns:a="http://schemas.openxmlformats.org/drawingml/2006/main">
              <a:ext uri="{FF2B5EF4-FFF2-40B4-BE49-F238E27FC236}">
                <a16:creationId xmlns:a16="http://schemas.microsoft.com/office/drawing/2014/main" id="{FEC16E21-2EE0-41B2-88CF-00249245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11-s0-u3">
            <a:extLst xmlns:a="http://schemas.openxmlformats.org/drawingml/2006/main">
              <a:ext uri="{FF2B5EF4-FFF2-40B4-BE49-F238E27FC236}">
                <a16:creationId xmlns:a16="http://schemas.microsoft.com/office/drawing/2014/main" id="{DFE2CF54-11C1-41E3-9D20-EC5720AD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12-s0-u3">
            <a:extLst xmlns:a="http://schemas.openxmlformats.org/drawingml/2006/main">
              <a:ext uri="{FF2B5EF4-FFF2-40B4-BE49-F238E27FC236}">
                <a16:creationId xmlns:a16="http://schemas.microsoft.com/office/drawing/2014/main" id="{2E0F497D-CB73-426E-B701-1496F1AF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13-s0-u3">
            <a:extLst xmlns:a="http://schemas.openxmlformats.org/drawingml/2006/main">
              <a:ext uri="{FF2B5EF4-FFF2-40B4-BE49-F238E27FC236}">
                <a16:creationId xmlns:a16="http://schemas.microsoft.com/office/drawing/2014/main" id="{74E4788D-EAF6-4411-A5D9-69ACC609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14-s0-u3">
            <a:extLst xmlns:a="http://schemas.openxmlformats.org/drawingml/2006/main">
              <a:ext uri="{FF2B5EF4-FFF2-40B4-BE49-F238E27FC236}">
                <a16:creationId xmlns:a16="http://schemas.microsoft.com/office/drawing/2014/main" id="{08AEDFDA-85AB-4ABC-893A-8BCC0743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15-s0-u3">
            <a:extLst xmlns:a="http://schemas.openxmlformats.org/drawingml/2006/main">
              <a:ext uri="{FF2B5EF4-FFF2-40B4-BE49-F238E27FC236}">
                <a16:creationId xmlns:a16="http://schemas.microsoft.com/office/drawing/2014/main" id="{A3FD891B-D038-4273-9F3E-1E92E59E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16-s0-u3">
            <a:extLst xmlns:a="http://schemas.openxmlformats.org/drawingml/2006/main">
              <a:ext uri="{FF2B5EF4-FFF2-40B4-BE49-F238E27FC236}">
                <a16:creationId xmlns:a16="http://schemas.microsoft.com/office/drawing/2014/main" id="{10FB5DD9-F3BA-4583-A414-A06BFE90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17-s0-u3">
            <a:extLst xmlns:a="http://schemas.openxmlformats.org/drawingml/2006/main">
              <a:ext uri="{FF2B5EF4-FFF2-40B4-BE49-F238E27FC236}">
                <a16:creationId xmlns:a16="http://schemas.microsoft.com/office/drawing/2014/main" id="{DFDE5F56-93B4-4F59-9608-801C43A6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18-s0-u3">
            <a:extLst xmlns:a="http://schemas.openxmlformats.org/drawingml/2006/main">
              <a:ext uri="{FF2B5EF4-FFF2-40B4-BE49-F238E27FC236}">
                <a16:creationId xmlns:a16="http://schemas.microsoft.com/office/drawing/2014/main" id="{C148F8CB-6BD9-4B33-A1B2-B93A83E7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19-s0-u3">
            <a:extLst xmlns:a="http://schemas.openxmlformats.org/drawingml/2006/main">
              <a:ext uri="{FF2B5EF4-FFF2-40B4-BE49-F238E27FC236}">
                <a16:creationId xmlns:a16="http://schemas.microsoft.com/office/drawing/2014/main" id="{CBB5C6BB-61DD-466C-8638-3F60909C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21592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20-s0-u3">
            <a:extLst xmlns:a="http://schemas.openxmlformats.org/drawingml/2006/main">
              <a:ext uri="{FF2B5EF4-FFF2-40B4-BE49-F238E27FC236}">
                <a16:creationId xmlns:a16="http://schemas.microsoft.com/office/drawing/2014/main" id="{D3A0FEE5-BF15-4EA4-8D16-37833BFA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21-s0-u3">
            <a:extLst xmlns:a="http://schemas.openxmlformats.org/drawingml/2006/main">
              <a:ext uri="{FF2B5EF4-FFF2-40B4-BE49-F238E27FC236}">
                <a16:creationId xmlns:a16="http://schemas.microsoft.com/office/drawing/2014/main" id="{EFAD70B9-35C2-488B-90AA-15214B8F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22-s0-u3">
            <a:extLst xmlns:a="http://schemas.openxmlformats.org/drawingml/2006/main">
              <a:ext uri="{FF2B5EF4-FFF2-40B4-BE49-F238E27FC236}">
                <a16:creationId xmlns:a16="http://schemas.microsoft.com/office/drawing/2014/main" id="{4B0FF5B5-FDF0-49E4-B316-8E769FF9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23-s0-u3">
            <a:extLst xmlns:a="http://schemas.openxmlformats.org/drawingml/2006/main">
              <a:ext uri="{FF2B5EF4-FFF2-40B4-BE49-F238E27FC236}">
                <a16:creationId xmlns:a16="http://schemas.microsoft.com/office/drawing/2014/main" id="{9DE1E97A-2720-40FE-A70D-E3089739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24-s0-u3">
            <a:extLst xmlns:a="http://schemas.openxmlformats.org/drawingml/2006/main">
              <a:ext uri="{FF2B5EF4-FFF2-40B4-BE49-F238E27FC236}">
                <a16:creationId xmlns:a16="http://schemas.microsoft.com/office/drawing/2014/main" id="{44B3AF2B-5FD7-494C-921F-08827B19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25-s0-u3">
            <a:extLst xmlns:a="http://schemas.openxmlformats.org/drawingml/2006/main">
              <a:ext uri="{FF2B5EF4-FFF2-40B4-BE49-F238E27FC236}">
                <a16:creationId xmlns:a16="http://schemas.microsoft.com/office/drawing/2014/main" id="{D0286ED3-6A13-4215-816B-155A7FEB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26-s0-u3">
            <a:extLst xmlns:a="http://schemas.openxmlformats.org/drawingml/2006/main">
              <a:ext uri="{FF2B5EF4-FFF2-40B4-BE49-F238E27FC236}">
                <a16:creationId xmlns:a16="http://schemas.microsoft.com/office/drawing/2014/main" id="{C8BC476A-3A91-4B33-8E4B-CFBE60BA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27-s0-u3">
            <a:extLst xmlns:a="http://schemas.openxmlformats.org/drawingml/2006/main">
              <a:ext uri="{FF2B5EF4-FFF2-40B4-BE49-F238E27FC236}">
                <a16:creationId xmlns:a16="http://schemas.microsoft.com/office/drawing/2014/main" id="{A108F595-1F6A-48B7-AEE0-DCF07460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28-s0-u3">
            <a:extLst xmlns:a="http://schemas.openxmlformats.org/drawingml/2006/main">
              <a:ext uri="{FF2B5EF4-FFF2-40B4-BE49-F238E27FC236}">
                <a16:creationId xmlns:a16="http://schemas.microsoft.com/office/drawing/2014/main" id="{F4B78C8B-5F93-4B87-A9AA-0A3D4EB0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29-s0-u3">
            <a:extLst xmlns:a="http://schemas.openxmlformats.org/drawingml/2006/main">
              <a:ext uri="{FF2B5EF4-FFF2-40B4-BE49-F238E27FC236}">
                <a16:creationId xmlns:a16="http://schemas.microsoft.com/office/drawing/2014/main" id="{F4FE5A55-E441-4729-8640-1526A762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30-s0-u3">
            <a:extLst xmlns:a="http://schemas.openxmlformats.org/drawingml/2006/main">
              <a:ext uri="{FF2B5EF4-FFF2-40B4-BE49-F238E27FC236}">
                <a16:creationId xmlns:a16="http://schemas.microsoft.com/office/drawing/2014/main" id="{0F21499B-25E0-439E-B3DB-AF84C441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31-s0-u3">
            <a:extLst xmlns:a="http://schemas.openxmlformats.org/drawingml/2006/main">
              <a:ext uri="{FF2B5EF4-FFF2-40B4-BE49-F238E27FC236}">
                <a16:creationId xmlns:a16="http://schemas.microsoft.com/office/drawing/2014/main" id="{97C1056E-5535-4EE3-90E0-5A095ECA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32-s0-u3">
            <a:extLst xmlns:a="http://schemas.openxmlformats.org/drawingml/2006/main">
              <a:ext uri="{FF2B5EF4-FFF2-40B4-BE49-F238E27FC236}">
                <a16:creationId xmlns:a16="http://schemas.microsoft.com/office/drawing/2014/main" id="{0E60D5CC-6A4C-4EE2-9AF7-6FCA1518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5" name="object-33-s0-u3">
            <a:extLst xmlns:a="http://schemas.openxmlformats.org/drawingml/2006/main">
              <a:ext uri="{FF2B5EF4-FFF2-40B4-BE49-F238E27FC236}">
                <a16:creationId xmlns:a16="http://schemas.microsoft.com/office/drawing/2014/main" id="{95A553B5-CABB-48B2-8F59-F3CFC611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object-34-s0-u3">
            <a:extLst xmlns:a="http://schemas.openxmlformats.org/drawingml/2006/main">
              <a:ext uri="{FF2B5EF4-FFF2-40B4-BE49-F238E27FC236}">
                <a16:creationId xmlns:a16="http://schemas.microsoft.com/office/drawing/2014/main" id="{ADAEA95C-F06C-4902-8FDD-CF919C0B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540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object-35-s0-u3">
            <a:extLst xmlns:a="http://schemas.openxmlformats.org/drawingml/2006/main">
              <a:ext uri="{FF2B5EF4-FFF2-40B4-BE49-F238E27FC236}">
                <a16:creationId xmlns:a16="http://schemas.microsoft.com/office/drawing/2014/main" id="{C0BCBCA6-E3EA-4F52-BE3E-231C86C5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8" name="object-36-s0-u3">
            <a:extLst xmlns:a="http://schemas.openxmlformats.org/drawingml/2006/main">
              <a:ext uri="{FF2B5EF4-FFF2-40B4-BE49-F238E27FC236}">
                <a16:creationId xmlns:a16="http://schemas.microsoft.com/office/drawing/2014/main" id="{4AC00F6D-CFD6-4504-BBB2-C063BEB4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object-37-s0-u3">
            <a:extLst xmlns:a="http://schemas.openxmlformats.org/drawingml/2006/main">
              <a:ext uri="{FF2B5EF4-FFF2-40B4-BE49-F238E27FC236}">
                <a16:creationId xmlns:a16="http://schemas.microsoft.com/office/drawing/2014/main" id="{B9FC4BBC-96AC-4B45-8255-F2B56A04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96889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0" name="object-38-s0-u3">
            <a:extLst xmlns:a="http://schemas.openxmlformats.org/drawingml/2006/main">
              <a:ext uri="{FF2B5EF4-FFF2-40B4-BE49-F238E27FC236}">
                <a16:creationId xmlns:a16="http://schemas.microsoft.com/office/drawing/2014/main" id="{C1B4FFF1-6F04-4CCA-A3FD-AD22AA5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34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1" name="object-113-s1-ux">
            <a:extLst xmlns:a="http://schemas.openxmlformats.org/drawingml/2006/main">
              <a:ext uri="{FF2B5EF4-FFF2-40B4-BE49-F238E27FC236}">
                <a16:creationId xmlns:a16="http://schemas.microsoft.com/office/drawing/2014/main" id="{0E714268-F8C5-4FDA-8D03-FBDE8CD9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5522"/>
            <a:ext cx="2316272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 Rz(α) ⊗ (SX H)</a:t>
            </a:r>
          </a:p>
        </p:txBody>
      </p:sp>
      <p:sp>
        <p:nvSpPr>
          <p:cNvPr id="42" name="object-114-s1-ux">
            <a:extLst xmlns:a="http://schemas.openxmlformats.org/drawingml/2006/main">
              <a:ext uri="{FF2B5EF4-FFF2-40B4-BE49-F238E27FC236}">
                <a16:creationId xmlns:a16="http://schemas.microsoft.com/office/drawing/2014/main" id="{76341C30-91B2-496C-A68D-112EC13B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10424"/>
            <a:ext cx="49604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</a:t>
            </a:r>
          </a:p>
        </p:txBody>
      </p:sp>
      <p:sp>
        <p:nvSpPr>
          <p:cNvPr id="43" name="object-115-s1-ux">
            <a:extLst xmlns:a="http://schemas.openxmlformats.org/drawingml/2006/main">
              <a:ext uri="{FF2B5EF4-FFF2-40B4-BE49-F238E27FC236}">
                <a16:creationId xmlns:a16="http://schemas.microsoft.com/office/drawing/2014/main" id="{ED4D9412-322A-461B-A245-E2375CA0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6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5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44" name="object-116-s1-ux">
            <a:extLst xmlns:a="http://schemas.openxmlformats.org/drawingml/2006/main">
              <a:ext uri="{FF2B5EF4-FFF2-40B4-BE49-F238E27FC236}">
                <a16:creationId xmlns:a16="http://schemas.microsoft.com/office/drawing/2014/main" id="{30782D3E-37D1-44DC-B18D-0B82949A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5" name="object-117-s1-ux">
            <a:extLst xmlns:a="http://schemas.openxmlformats.org/drawingml/2006/main">
              <a:ext uri="{FF2B5EF4-FFF2-40B4-BE49-F238E27FC236}">
                <a16:creationId xmlns:a16="http://schemas.microsoft.com/office/drawing/2014/main" id="{779404F8-5D61-49A5-B163-A306CF2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209" y="3601218"/>
            <a:ext cx="29792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ip</a:t>
            </a:r>
          </a:p>
        </p:txBody>
      </p:sp>
      <p:sp>
        <p:nvSpPr>
          <p:cNvPr id="46" name="object-118-s1-ux">
            <a:extLst xmlns:a="http://schemas.openxmlformats.org/drawingml/2006/main">
              <a:ext uri="{FF2B5EF4-FFF2-40B4-BE49-F238E27FC236}">
                <a16:creationId xmlns:a16="http://schemas.microsoft.com/office/drawing/2014/main" id="{0E2D2051-2761-4C36-B03F-95CF9E6E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object-119-s1-ux">
            <a:extLst xmlns:a="http://schemas.openxmlformats.org/drawingml/2006/main">
              <a:ext uri="{FF2B5EF4-FFF2-40B4-BE49-F238E27FC236}">
                <a16:creationId xmlns:a16="http://schemas.microsoft.com/office/drawing/2014/main" id="{FD11B7F6-825B-4BA3-8C9B-A708A5FF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object-120-s1-ux">
            <a:extLst xmlns:a="http://schemas.openxmlformats.org/drawingml/2006/main">
              <a:ext uri="{FF2B5EF4-FFF2-40B4-BE49-F238E27FC236}">
                <a16:creationId xmlns:a16="http://schemas.microsoft.com/office/drawing/2014/main" id="{429285FB-82D3-48D4-9DF0-2DAE68E3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9" name="object-121-s1-ux">
            <a:extLst xmlns:a="http://schemas.openxmlformats.org/drawingml/2006/main">
              <a:ext uri="{FF2B5EF4-FFF2-40B4-BE49-F238E27FC236}">
                <a16:creationId xmlns:a16="http://schemas.microsoft.com/office/drawing/2014/main" id="{541BAE48-D445-43F2-BDE2-E7ACD41A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44" y="3944118"/>
            <a:ext cx="45925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−ip</a:t>
            </a:r>
          </a:p>
        </p:txBody>
      </p:sp>
      <p:sp>
        <p:nvSpPr>
          <p:cNvPr id="50" name="object-122-s1-ux">
            <a:extLst xmlns:a="http://schemas.openxmlformats.org/drawingml/2006/main">
              <a:ext uri="{FF2B5EF4-FFF2-40B4-BE49-F238E27FC236}">
                <a16:creationId xmlns:a16="http://schemas.microsoft.com/office/drawing/2014/main" id="{BEC52A71-12D7-4C61-8479-3C001408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object-123-s1-ux">
            <a:extLst xmlns:a="http://schemas.openxmlformats.org/drawingml/2006/main">
              <a:ext uri="{FF2B5EF4-FFF2-40B4-BE49-F238E27FC236}">
                <a16:creationId xmlns:a16="http://schemas.microsoft.com/office/drawing/2014/main" id="{0331D9A2-30FD-4FBB-A399-DCC0B6A1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object-124-s1-ux">
            <a:extLst xmlns:a="http://schemas.openxmlformats.org/drawingml/2006/main">
              <a:ext uri="{FF2B5EF4-FFF2-40B4-BE49-F238E27FC236}">
                <a16:creationId xmlns:a16="http://schemas.microsoft.com/office/drawing/2014/main" id="{1CCB81D1-D7BC-4362-ACEA-043CF804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3" name="object-125-s1-ux">
            <a:extLst xmlns:a="http://schemas.openxmlformats.org/drawingml/2006/main">
              <a:ext uri="{FF2B5EF4-FFF2-40B4-BE49-F238E27FC236}">
                <a16:creationId xmlns:a16="http://schemas.microsoft.com/office/drawing/2014/main" id="{083DBB3F-6BD4-454D-89A9-F95B6708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object-126-s1-ux">
            <a:extLst xmlns:a="http://schemas.openxmlformats.org/drawingml/2006/main">
              <a:ext uri="{FF2B5EF4-FFF2-40B4-BE49-F238E27FC236}">
                <a16:creationId xmlns:a16="http://schemas.microsoft.com/office/drawing/2014/main" id="{86D7314C-4DB2-43A6-886B-C3FACD6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2870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5" name="object-127-s1-ux">
            <a:extLst xmlns:a="http://schemas.openxmlformats.org/drawingml/2006/main">
              <a:ext uri="{FF2B5EF4-FFF2-40B4-BE49-F238E27FC236}">
                <a16:creationId xmlns:a16="http://schemas.microsoft.com/office/drawing/2014/main" id="{622C54B3-3E0B-4DA1-B260-4F9CD22A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667" y="4287018"/>
            <a:ext cx="23999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56" name="object-128-s1-ux">
            <a:extLst xmlns:a="http://schemas.openxmlformats.org/drawingml/2006/main">
              <a:ext uri="{FF2B5EF4-FFF2-40B4-BE49-F238E27FC236}">
                <a16:creationId xmlns:a16="http://schemas.microsoft.com/office/drawing/2014/main" id="{C2DE1614-786B-458D-8960-62812E4C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object-129-s1-ux">
            <a:extLst xmlns:a="http://schemas.openxmlformats.org/drawingml/2006/main">
              <a:ext uri="{FF2B5EF4-FFF2-40B4-BE49-F238E27FC236}">
                <a16:creationId xmlns:a16="http://schemas.microsoft.com/office/drawing/2014/main" id="{38326E78-044C-4994-884C-67A20CC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8" name="object-130-s1-ux">
            <a:extLst xmlns:a="http://schemas.openxmlformats.org/drawingml/2006/main">
              <a:ext uri="{FF2B5EF4-FFF2-40B4-BE49-F238E27FC236}">
                <a16:creationId xmlns:a16="http://schemas.microsoft.com/office/drawing/2014/main" id="{BAF81712-D46E-4150-B616-AEF720F5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6299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9" name="object-131-s1-ux">
            <a:extLst xmlns:a="http://schemas.openxmlformats.org/drawingml/2006/main">
              <a:ext uri="{FF2B5EF4-FFF2-40B4-BE49-F238E27FC236}">
                <a16:creationId xmlns:a16="http://schemas.microsoft.com/office/drawing/2014/main" id="{565C3B4D-B632-47CA-B79E-69DB69CF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02" y="4629918"/>
            <a:ext cx="40130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−ir</a:t>
            </a:r>
          </a:p>
        </p:txBody>
      </p:sp>
      <p:sp>
        <p:nvSpPr>
          <p:cNvPr id="60" name="object-132-s1-ux">
            <a:extLst xmlns:a="http://schemas.openxmlformats.org/drawingml/2006/main">
              <a:ext uri="{FF2B5EF4-FFF2-40B4-BE49-F238E27FC236}">
                <a16:creationId xmlns:a16="http://schemas.microsoft.com/office/drawing/2014/main" id="{B80F4A93-C5F4-4372-AB47-17678626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9609"/>
            <a:ext cx="71526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α = Σθᵢ</a:t>
            </a:r>
          </a:p>
        </p:txBody>
      </p:sp>
      <p:sp>
        <p:nvSpPr>
          <p:cNvPr id="61" name="object-133-s1-ux">
            <a:extLst xmlns:a="http://schemas.openxmlformats.org/drawingml/2006/main">
              <a:ext uri="{FF2B5EF4-FFF2-40B4-BE49-F238E27FC236}">
                <a16:creationId xmlns:a16="http://schemas.microsoft.com/office/drawing/2014/main" id="{A649A8EB-A578-4CC2-972A-FA47B4B4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08875"/>
            <a:ext cx="1657052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 = e^(−iα/2) / √2</a:t>
            </a:r>
          </a:p>
        </p:txBody>
      </p:sp>
      <p:sp>
        <p:nvSpPr>
          <p:cNvPr id="62" name="object-134-s1-ux">
            <a:extLst xmlns:a="http://schemas.openxmlformats.org/drawingml/2006/main">
              <a:ext uri="{FF2B5EF4-FFF2-40B4-BE49-F238E27FC236}">
                <a16:creationId xmlns:a16="http://schemas.microsoft.com/office/drawing/2014/main" id="{EFC4A52A-B134-4734-A31D-A1CE8AE9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08875"/>
            <a:ext cx="1487984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 = e^(iα/2) / √2</a:t>
            </a:r>
          </a:p>
        </p:txBody>
      </p:sp>
      <p:sp>
        <p:nvSpPr>
          <p:cNvPr id="63" name="object-135-s1-ux">
            <a:extLst xmlns:a="http://schemas.openxmlformats.org/drawingml/2006/main">
              <a:ext uri="{FF2B5EF4-FFF2-40B4-BE49-F238E27FC236}">
                <a16:creationId xmlns:a16="http://schemas.microsoft.com/office/drawing/2014/main" id="{399EC53C-545B-4315-9E9F-61434FD3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209609"/>
            <a:ext cx="93240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SX⁵ = SX</a:t>
            </a:r>
          </a:p>
        </p:txBody>
      </p:sp>
      <p:sp>
        <p:nvSpPr>
          <p:cNvPr id="64" name="object-136-s2-ux">
            <a:extLst xmlns:a="http://schemas.openxmlformats.org/drawingml/2006/main">
              <a:ext uri="{FF2B5EF4-FFF2-40B4-BE49-F238E27FC236}">
                <a16:creationId xmlns:a16="http://schemas.microsoft.com/office/drawing/2014/main" id="{CCE2B72F-1964-4FF9-8E82-69DF1EB7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16164"/>
            <a:ext cx="552450" cy="95"/>
          </a:xfrm>
          <a:custGeom xmlns:a="http://schemas.openxmlformats.org/drawingml/2006/main">
            <a:pathLst>
              <a:path w="552450" h="9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65" name="object-136-s2-ux-arrow">
            <a:extLst xmlns:a="http://schemas.openxmlformats.org/drawingml/2006/main">
              <a:ext uri="{FF2B5EF4-FFF2-40B4-BE49-F238E27FC236}">
                <a16:creationId xmlns:a16="http://schemas.microsoft.com/office/drawing/2014/main" id="{D2481462-756B-4D2A-BFB7-97ACF784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59014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66" name="object-137-s2-ux">
            <a:extLst xmlns:a="http://schemas.openxmlformats.org/drawingml/2006/main">
              <a:ext uri="{FF2B5EF4-FFF2-40B4-BE49-F238E27FC236}">
                <a16:creationId xmlns:a16="http://schemas.microsoft.com/office/drawing/2014/main" id="{6341BEEC-FAE8-4341-BD44-9356EC3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359" y="3858964"/>
            <a:ext cx="31968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fits</a:t>
            </a:r>
          </a:p>
        </p:txBody>
      </p:sp>
      <p:sp>
        <p:nvSpPr>
          <p:cNvPr id="67" name="object-138-s2-ux">
            <a:extLst xmlns:a="http://schemas.openxmlformats.org/drawingml/2006/main">
              <a:ext uri="{FF2B5EF4-FFF2-40B4-BE49-F238E27FC236}">
                <a16:creationId xmlns:a16="http://schemas.microsoft.com/office/drawing/2014/main" id="{EB647CF8-F985-46C7-937C-BBCBF77A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234" y="3305562"/>
            <a:ext cx="1354931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Synthesized S</a:t>
            </a:r>
          </a:p>
        </p:txBody>
      </p:sp>
      <p:sp>
        <p:nvSpPr>
          <p:cNvPr id="68" name="object-139-s2-ux">
            <a:extLst xmlns:a="http://schemas.openxmlformats.org/drawingml/2006/main">
              <a:ext uri="{FF2B5EF4-FFF2-40B4-BE49-F238E27FC236}">
                <a16:creationId xmlns:a16="http://schemas.microsoft.com/office/drawing/2014/main" id="{337069D6-F245-476B-86F4-758FEACA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5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4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69" name="object-140-s2-ux">
            <a:extLst xmlns:a="http://schemas.openxmlformats.org/drawingml/2006/main">
              <a:ext uri="{FF2B5EF4-FFF2-40B4-BE49-F238E27FC236}">
                <a16:creationId xmlns:a16="http://schemas.microsoft.com/office/drawing/2014/main" id="{8863D3C2-22B3-48A2-B369-42D02890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0" name="object-141-s2-ux">
            <a:extLst xmlns:a="http://schemas.openxmlformats.org/drawingml/2006/main">
              <a:ext uri="{FF2B5EF4-FFF2-40B4-BE49-F238E27FC236}">
                <a16:creationId xmlns:a16="http://schemas.microsoft.com/office/drawing/2014/main" id="{6CE86334-BCBB-4E9D-A889-0A3E2E28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1" name="object-142-s2-ux">
            <a:extLst xmlns:a="http://schemas.openxmlformats.org/drawingml/2006/main">
              <a:ext uri="{FF2B5EF4-FFF2-40B4-BE49-F238E27FC236}">
                <a16:creationId xmlns:a16="http://schemas.microsoft.com/office/drawing/2014/main" id="{8DCB3BF7-CD1D-4F4D-8844-F37AC951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906" y="36012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2" name="object-143-s2-ux">
            <a:extLst xmlns:a="http://schemas.openxmlformats.org/drawingml/2006/main">
              <a:ext uri="{FF2B5EF4-FFF2-40B4-BE49-F238E27FC236}">
                <a16:creationId xmlns:a16="http://schemas.microsoft.com/office/drawing/2014/main" id="{FC7C51F8-13F2-4B3B-9C57-B6BE1413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3" name="object-144-s2-ux">
            <a:extLst xmlns:a="http://schemas.openxmlformats.org/drawingml/2006/main">
              <a:ext uri="{FF2B5EF4-FFF2-40B4-BE49-F238E27FC236}">
                <a16:creationId xmlns:a16="http://schemas.microsoft.com/office/drawing/2014/main" id="{BCCE38F5-B6B3-4A02-B462-7C59936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4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6A7B96DE-72B7-4D3B-860F-3AC208E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5" name="object-146-s2-ux">
            <a:extLst xmlns:a="http://schemas.openxmlformats.org/drawingml/2006/main">
              <a:ext uri="{FF2B5EF4-FFF2-40B4-BE49-F238E27FC236}">
                <a16:creationId xmlns:a16="http://schemas.microsoft.com/office/drawing/2014/main" id="{D5610FBE-3C9C-43A0-9052-06548DC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65" y="3944118"/>
            <a:ext cx="1691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76" name="object-147-s2-ux">
            <a:extLst xmlns:a="http://schemas.openxmlformats.org/drawingml/2006/main">
              <a:ext uri="{FF2B5EF4-FFF2-40B4-BE49-F238E27FC236}">
                <a16:creationId xmlns:a16="http://schemas.microsoft.com/office/drawing/2014/main" id="{72AC8317-753B-4A43-9BD0-33C5CE0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7" name="object-148-s2-ux">
            <a:extLst xmlns:a="http://schemas.openxmlformats.org/drawingml/2006/main">
              <a:ext uri="{FF2B5EF4-FFF2-40B4-BE49-F238E27FC236}">
                <a16:creationId xmlns:a16="http://schemas.microsoft.com/office/drawing/2014/main" id="{CE40AC14-3B93-4DEE-A3F1-1BC9E69C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2870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8" name="object-149-s2-ux">
            <a:extLst xmlns:a="http://schemas.openxmlformats.org/drawingml/2006/main">
              <a:ext uri="{FF2B5EF4-FFF2-40B4-BE49-F238E27FC236}">
                <a16:creationId xmlns:a16="http://schemas.microsoft.com/office/drawing/2014/main" id="{79B0EEBB-9DF1-46E5-B926-64860F7C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9" name="object-150-s2-ux">
            <a:extLst xmlns:a="http://schemas.openxmlformats.org/drawingml/2006/main">
              <a:ext uri="{FF2B5EF4-FFF2-40B4-BE49-F238E27FC236}">
                <a16:creationId xmlns:a16="http://schemas.microsoft.com/office/drawing/2014/main" id="{A4933DC9-9A51-4682-B968-75A15D75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2870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0" name="object-151-s2-ux">
            <a:extLst xmlns:a="http://schemas.openxmlformats.org/drawingml/2006/main">
              <a:ext uri="{FF2B5EF4-FFF2-40B4-BE49-F238E27FC236}">
                <a16:creationId xmlns:a16="http://schemas.microsoft.com/office/drawing/2014/main" id="{58AB3AC4-6E6D-4173-9962-637412AC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2870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81" name="object-152-s2-ux">
            <a:extLst xmlns:a="http://schemas.openxmlformats.org/drawingml/2006/main">
              <a:ext uri="{FF2B5EF4-FFF2-40B4-BE49-F238E27FC236}">
                <a16:creationId xmlns:a16="http://schemas.microsoft.com/office/drawing/2014/main" id="{7C05D5AB-622D-45E8-AF8A-BAE95104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6299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82" name="object-153-s2-ux">
            <a:extLst xmlns:a="http://schemas.openxmlformats.org/drawingml/2006/main">
              <a:ext uri="{FF2B5EF4-FFF2-40B4-BE49-F238E27FC236}">
                <a16:creationId xmlns:a16="http://schemas.microsoft.com/office/drawing/2014/main" id="{F39E159A-3A39-4831-AC09-FB1B3DA5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3" name="object-154-s2-ux">
            <a:extLst xmlns:a="http://schemas.openxmlformats.org/drawingml/2006/main">
              <a:ext uri="{FF2B5EF4-FFF2-40B4-BE49-F238E27FC236}">
                <a16:creationId xmlns:a16="http://schemas.microsoft.com/office/drawing/2014/main" id="{39675F6A-E587-4874-913D-60750416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6299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4" name="object-155-s2-ux">
            <a:extLst xmlns:a="http://schemas.openxmlformats.org/drawingml/2006/main">
              <a:ext uri="{FF2B5EF4-FFF2-40B4-BE49-F238E27FC236}">
                <a16:creationId xmlns:a16="http://schemas.microsoft.com/office/drawing/2014/main" id="{E9CDD345-13EF-4795-9218-49D22CAF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066" y="4629918"/>
            <a:ext cx="3823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−k</a:t>
            </a:r>
          </a:p>
        </p:txBody>
      </p:sp>
      <p:sp>
        <p:nvSpPr>
          <p:cNvPr id="85" name="object-156-s3-ux">
            <a:extLst xmlns:a="http://schemas.openxmlformats.org/drawingml/2006/main">
              <a:ext uri="{FF2B5EF4-FFF2-40B4-BE49-F238E27FC236}">
                <a16:creationId xmlns:a16="http://schemas.microsoft.com/office/drawing/2014/main" id="{0E569724-A4F6-4737-AF6C-8E8B47D0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21704"/>
            <a:ext cx="964823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 ⊨ S</a:t>
            </a:r>
          </a:p>
        </p:txBody>
      </p:sp>
      <p:sp>
        <p:nvSpPr>
          <p:cNvPr id="86" name="object-157-s3-ux">
            <a:extLst xmlns:a="http://schemas.openxmlformats.org/drawingml/2006/main">
              <a:ext uri="{FF2B5EF4-FFF2-40B4-BE49-F238E27FC236}">
                <a16:creationId xmlns:a16="http://schemas.microsoft.com/office/drawing/2014/main" id="{3C75F154-6436-4D03-87E8-163BDCB1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97979"/>
            <a:ext cx="978694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a = d = p</a:t>
            </a:r>
          </a:p>
        </p:txBody>
      </p:sp>
      <p:sp>
        <p:nvSpPr>
          <p:cNvPr id="87" name="object-158-s3-ux">
            <a:extLst xmlns:a="http://schemas.openxmlformats.org/drawingml/2006/main">
              <a:ext uri="{FF2B5EF4-FFF2-40B4-BE49-F238E27FC236}">
                <a16:creationId xmlns:a16="http://schemas.microsoft.com/office/drawing/2014/main" id="{6DC5B756-F52D-4D9B-AC90-28B0BB67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40879"/>
            <a:ext cx="1467892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b = ip,  e = −ip</a:t>
            </a:r>
          </a:p>
        </p:txBody>
      </p:sp>
      <p:sp>
        <p:nvSpPr>
          <p:cNvPr id="88" name="object-159-s3-ux">
            <a:extLst xmlns:a="http://schemas.openxmlformats.org/drawingml/2006/main">
              <a:ext uri="{FF2B5EF4-FFF2-40B4-BE49-F238E27FC236}">
                <a16:creationId xmlns:a16="http://schemas.microsoft.com/office/drawing/2014/main" id="{1F93ED79-5C71-48ED-B6A4-D1C12EB2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883" y="4283779"/>
            <a:ext cx="1093403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j = r,  k = ir</a:t>
            </a:r>
          </a:p>
        </p:txBody>
      </p:sp>
      <p:sp>
        <p:nvSpPr>
          <p:cNvPr id="89" name="object-160-s3-ux">
            <a:extLst xmlns:a="http://schemas.openxmlformats.org/drawingml/2006/main">
              <a:ext uri="{FF2B5EF4-FFF2-40B4-BE49-F238E27FC236}">
                <a16:creationId xmlns:a16="http://schemas.microsoft.com/office/drawing/2014/main" id="{78B87C72-2F72-4C21-AF64-0E3E891A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37157"/>
            <a:ext cx="1610916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 = f = g = h = 0</a:t>
            </a:r>
          </a:p>
        </p:txBody>
      </p:sp>
      <p:sp>
        <p:nvSpPr>
          <p:cNvPr id="90" name="object-162-s0-ux">
            <a:extLst xmlns:a="http://schemas.openxmlformats.org/drawingml/2006/main">
              <a:ext uri="{FF2B5EF4-FFF2-40B4-BE49-F238E27FC236}">
                <a16:creationId xmlns:a16="http://schemas.microsoft.com/office/drawing/2014/main" id="{17A4249E-AE89-4043-BA09-446B4EC1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127724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§5.5 matching method; longer CZ → CX instance derived for this talk</a:t>
            </a:r>
          </a:p>
        </p:txBody>
      </p:sp>
      <p:sp>
        <p:nvSpPr>
          <p:cNvPr id="91" name="object-163-s0-ux">
            <a:extLst xmlns:a="http://schemas.openxmlformats.org/drawingml/2006/main">
              <a:ext uri="{FF2B5EF4-FFF2-40B4-BE49-F238E27FC236}">
                <a16:creationId xmlns:a16="http://schemas.microsoft.com/office/drawing/2014/main" id="{F8FB82DB-F5C5-4520-894A-3058301D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92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AB901BE4-3AFA-44C2-9CFC-9243771F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4 / 6</a:t>
            </a:r>
          </a:p>
        </p:txBody>
      </p:sp>
    </p:spTree>
    <p:extLst>
      <p:ext uri="{BB962C8B-B14F-4D97-AF65-F5344CB8AC3E}">
        <p14:creationId xmlns:p14="http://schemas.microsoft.com/office/powerpoint/2010/main" val="7149209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top-accent">
            <a:extLst xmlns:a="http://schemas.openxmlformats.org/drawingml/2006/main">
              <a:ext uri="{FF2B5EF4-FFF2-40B4-BE49-F238E27FC236}">
                <a16:creationId xmlns:a16="http://schemas.microsoft.com/office/drawing/2014/main" id="{7698E5A5-1896-4471-B9DB-F626DBC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FBDE8C63-D959-4AE7-91EE-F4EA5127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774067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Match a long S, turn CZ into CX, then cancel</a:t>
            </a:r>
          </a:p>
        </p:txBody>
      </p:sp>
      <p:sp>
        <p:nvSpPr>
          <p:cNvPr id="3" name="object-39-s4-u4">
            <a:extLst xmlns:a="http://schemas.openxmlformats.org/drawingml/2006/main">
              <a:ext uri="{FF2B5EF4-FFF2-40B4-BE49-F238E27FC236}">
                <a16:creationId xmlns:a16="http://schemas.microsoft.com/office/drawing/2014/main" id="{4B094F8F-BC7E-47C8-B7F0-EB8679AC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4349"/>
            <a:ext cx="3736628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MATCH ACCEPTED: MOVE CZ THROUGH S AS CX</a:t>
            </a:r>
          </a:p>
        </p:txBody>
      </p:sp>
      <p:sp>
        <p:nvSpPr>
          <p:cNvPr id="4" name="object-40-s4-u4">
            <a:extLst xmlns:a="http://schemas.openxmlformats.org/drawingml/2006/main">
              <a:ext uri="{FF2B5EF4-FFF2-40B4-BE49-F238E27FC236}">
                <a16:creationId xmlns:a16="http://schemas.microsoft.com/office/drawing/2014/main" id="{9555980F-19B6-4C31-BBF6-03C68D17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1539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41-s4-u4">
            <a:extLst xmlns:a="http://schemas.openxmlformats.org/drawingml/2006/main">
              <a:ext uri="{FF2B5EF4-FFF2-40B4-BE49-F238E27FC236}">
                <a16:creationId xmlns:a16="http://schemas.microsoft.com/office/drawing/2014/main" id="{B18BABB3-90AD-4EE0-9FA2-1698CC4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58689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42-s4-u4">
            <a:extLst xmlns:a="http://schemas.openxmlformats.org/drawingml/2006/main">
              <a:ext uri="{FF2B5EF4-FFF2-40B4-BE49-F238E27FC236}">
                <a16:creationId xmlns:a16="http://schemas.microsoft.com/office/drawing/2014/main" id="{855A5A04-A275-469E-BADB-9703E643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1592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43-s4-u4">
            <a:extLst xmlns:a="http://schemas.openxmlformats.org/drawingml/2006/main">
              <a:ext uri="{FF2B5EF4-FFF2-40B4-BE49-F238E27FC236}">
                <a16:creationId xmlns:a16="http://schemas.microsoft.com/office/drawing/2014/main" id="{EB864932-B9FC-43EF-AF43-9FDC2322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8792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44-s4-u4">
            <a:extLst xmlns:a="http://schemas.openxmlformats.org/drawingml/2006/main">
              <a:ext uri="{FF2B5EF4-FFF2-40B4-BE49-F238E27FC236}">
                <a16:creationId xmlns:a16="http://schemas.microsoft.com/office/drawing/2014/main" id="{158A2F62-1E4F-4DDB-A3D1-3DA73B17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44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45-s4-u4">
            <a:extLst xmlns:a="http://schemas.openxmlformats.org/drawingml/2006/main">
              <a:ext uri="{FF2B5EF4-FFF2-40B4-BE49-F238E27FC236}">
                <a16:creationId xmlns:a16="http://schemas.microsoft.com/office/drawing/2014/main" id="{4C1102C2-8076-4A87-9688-26C9968C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1664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46-s4-u4">
            <a:extLst xmlns:a="http://schemas.openxmlformats.org/drawingml/2006/main">
              <a:ext uri="{FF2B5EF4-FFF2-40B4-BE49-F238E27FC236}">
                <a16:creationId xmlns:a16="http://schemas.microsoft.com/office/drawing/2014/main" id="{FF808836-AF4C-4781-9040-2CD15DA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8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47-s4-u4">
            <a:extLst xmlns:a="http://schemas.openxmlformats.org/drawingml/2006/main">
              <a:ext uri="{FF2B5EF4-FFF2-40B4-BE49-F238E27FC236}">
                <a16:creationId xmlns:a16="http://schemas.microsoft.com/office/drawing/2014/main" id="{DA617226-B936-4089-90D5-5A264FBB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89269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48-s4-u4">
            <a:extLst xmlns:a="http://schemas.openxmlformats.org/drawingml/2006/main">
              <a:ext uri="{FF2B5EF4-FFF2-40B4-BE49-F238E27FC236}">
                <a16:creationId xmlns:a16="http://schemas.microsoft.com/office/drawing/2014/main" id="{AB1F7079-3A6B-45DA-9D8E-AAE3C446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49-s4-u4">
            <a:extLst xmlns:a="http://schemas.openxmlformats.org/drawingml/2006/main">
              <a:ext uri="{FF2B5EF4-FFF2-40B4-BE49-F238E27FC236}">
                <a16:creationId xmlns:a16="http://schemas.microsoft.com/office/drawing/2014/main" id="{F21C3969-1CB5-4E49-910A-44D841CF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50-s4-u4">
            <a:extLst xmlns:a="http://schemas.openxmlformats.org/drawingml/2006/main">
              <a:ext uri="{FF2B5EF4-FFF2-40B4-BE49-F238E27FC236}">
                <a16:creationId xmlns:a16="http://schemas.microsoft.com/office/drawing/2014/main" id="{58C03544-3BC2-4258-B6F1-23FDDA94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51-s4-u4">
            <a:extLst xmlns:a="http://schemas.openxmlformats.org/drawingml/2006/main">
              <a:ext uri="{FF2B5EF4-FFF2-40B4-BE49-F238E27FC236}">
                <a16:creationId xmlns:a16="http://schemas.microsoft.com/office/drawing/2014/main" id="{5D2E6CFF-8605-4407-B261-0C109641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52-s4-u4">
            <a:extLst xmlns:a="http://schemas.openxmlformats.org/drawingml/2006/main">
              <a:ext uri="{FF2B5EF4-FFF2-40B4-BE49-F238E27FC236}">
                <a16:creationId xmlns:a16="http://schemas.microsoft.com/office/drawing/2014/main" id="{6309768A-099C-4A53-AE31-CD33EDF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53-s4-u4">
            <a:extLst xmlns:a="http://schemas.openxmlformats.org/drawingml/2006/main">
              <a:ext uri="{FF2B5EF4-FFF2-40B4-BE49-F238E27FC236}">
                <a16:creationId xmlns:a16="http://schemas.microsoft.com/office/drawing/2014/main" id="{3D3C97E1-9E8E-4E3A-A623-F73664C9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54-s4-u4">
            <a:extLst xmlns:a="http://schemas.openxmlformats.org/drawingml/2006/main">
              <a:ext uri="{FF2B5EF4-FFF2-40B4-BE49-F238E27FC236}">
                <a16:creationId xmlns:a16="http://schemas.microsoft.com/office/drawing/2014/main" id="{3BFF0962-C8B8-42D9-81B8-51359BCF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55-s4-u4">
            <a:extLst xmlns:a="http://schemas.openxmlformats.org/drawingml/2006/main">
              <a:ext uri="{FF2B5EF4-FFF2-40B4-BE49-F238E27FC236}">
                <a16:creationId xmlns:a16="http://schemas.microsoft.com/office/drawing/2014/main" id="{BBFEF275-12AC-4DDE-8764-F3284FF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56-s4-u4">
            <a:extLst xmlns:a="http://schemas.openxmlformats.org/drawingml/2006/main">
              <a:ext uri="{FF2B5EF4-FFF2-40B4-BE49-F238E27FC236}">
                <a16:creationId xmlns:a16="http://schemas.microsoft.com/office/drawing/2014/main" id="{09B30A12-6240-4DE4-B1AD-15CD34ED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57-s4-u4">
            <a:extLst xmlns:a="http://schemas.openxmlformats.org/drawingml/2006/main">
              <a:ext uri="{FF2B5EF4-FFF2-40B4-BE49-F238E27FC236}">
                <a16:creationId xmlns:a16="http://schemas.microsoft.com/office/drawing/2014/main" id="{CCCC3A9F-8AAF-4E75-8B7E-450E5C89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21592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58-s4-u4">
            <a:extLst xmlns:a="http://schemas.openxmlformats.org/drawingml/2006/main">
              <a:ext uri="{FF2B5EF4-FFF2-40B4-BE49-F238E27FC236}">
                <a16:creationId xmlns:a16="http://schemas.microsoft.com/office/drawing/2014/main" id="{0063CB68-5059-4F37-A1D6-587FCC25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59-s4-u4">
            <a:extLst xmlns:a="http://schemas.openxmlformats.org/drawingml/2006/main">
              <a:ext uri="{FF2B5EF4-FFF2-40B4-BE49-F238E27FC236}">
                <a16:creationId xmlns:a16="http://schemas.microsoft.com/office/drawing/2014/main" id="{D55210DE-BA2D-484B-A0F6-FE383F8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60-s4-u4">
            <a:extLst xmlns:a="http://schemas.openxmlformats.org/drawingml/2006/main">
              <a:ext uri="{FF2B5EF4-FFF2-40B4-BE49-F238E27FC236}">
                <a16:creationId xmlns:a16="http://schemas.microsoft.com/office/drawing/2014/main" id="{4C9A5814-52C9-4438-9066-263DCEE7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61-s4-u4">
            <a:extLst xmlns:a="http://schemas.openxmlformats.org/drawingml/2006/main">
              <a:ext uri="{FF2B5EF4-FFF2-40B4-BE49-F238E27FC236}">
                <a16:creationId xmlns:a16="http://schemas.microsoft.com/office/drawing/2014/main" id="{783C38BE-3DD2-4562-9EAE-98778EDF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62-s4-u4">
            <a:extLst xmlns:a="http://schemas.openxmlformats.org/drawingml/2006/main">
              <a:ext uri="{FF2B5EF4-FFF2-40B4-BE49-F238E27FC236}">
                <a16:creationId xmlns:a16="http://schemas.microsoft.com/office/drawing/2014/main" id="{7D60BFEB-B70B-4F43-9A77-E853EDE5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63-s4-u4">
            <a:extLst xmlns:a="http://schemas.openxmlformats.org/drawingml/2006/main">
              <a:ext uri="{FF2B5EF4-FFF2-40B4-BE49-F238E27FC236}">
                <a16:creationId xmlns:a16="http://schemas.microsoft.com/office/drawing/2014/main" id="{8581F5DD-EA91-4E15-8304-7BB97F2F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64-s4-u4">
            <a:extLst xmlns:a="http://schemas.openxmlformats.org/drawingml/2006/main">
              <a:ext uri="{FF2B5EF4-FFF2-40B4-BE49-F238E27FC236}">
                <a16:creationId xmlns:a16="http://schemas.microsoft.com/office/drawing/2014/main" id="{9188BCD5-D5FE-4DB9-B609-A70019B2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65-s4-u4">
            <a:extLst xmlns:a="http://schemas.openxmlformats.org/drawingml/2006/main">
              <a:ext uri="{FF2B5EF4-FFF2-40B4-BE49-F238E27FC236}">
                <a16:creationId xmlns:a16="http://schemas.microsoft.com/office/drawing/2014/main" id="{CB3FFCA8-BEB6-4926-9FA9-E3841595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66-s4-u4">
            <a:extLst xmlns:a="http://schemas.openxmlformats.org/drawingml/2006/main">
              <a:ext uri="{FF2B5EF4-FFF2-40B4-BE49-F238E27FC236}">
                <a16:creationId xmlns:a16="http://schemas.microsoft.com/office/drawing/2014/main" id="{46A01C66-A9E1-4EE0-B25F-0F587368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67-s4-u4">
            <a:extLst xmlns:a="http://schemas.openxmlformats.org/drawingml/2006/main">
              <a:ext uri="{FF2B5EF4-FFF2-40B4-BE49-F238E27FC236}">
                <a16:creationId xmlns:a16="http://schemas.microsoft.com/office/drawing/2014/main" id="{1DC686FC-0425-4048-BCFE-E9BB9370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68-s4-u4">
            <a:extLst xmlns:a="http://schemas.openxmlformats.org/drawingml/2006/main">
              <a:ext uri="{FF2B5EF4-FFF2-40B4-BE49-F238E27FC236}">
                <a16:creationId xmlns:a16="http://schemas.microsoft.com/office/drawing/2014/main" id="{C0FB5B40-109B-45D8-95A3-616B794A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69-s4-u4">
            <a:extLst xmlns:a="http://schemas.openxmlformats.org/drawingml/2006/main">
              <a:ext uri="{FF2B5EF4-FFF2-40B4-BE49-F238E27FC236}">
                <a16:creationId xmlns:a16="http://schemas.microsoft.com/office/drawing/2014/main" id="{71C39528-A8DC-4781-BFE7-95610C64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70-s4-u4">
            <a:extLst xmlns:a="http://schemas.openxmlformats.org/drawingml/2006/main">
              <a:ext uri="{FF2B5EF4-FFF2-40B4-BE49-F238E27FC236}">
                <a16:creationId xmlns:a16="http://schemas.microsoft.com/office/drawing/2014/main" id="{94D57C4C-C1FB-4B0B-9DB7-2B7205A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5" name="object-71-s4-u4">
            <a:extLst xmlns:a="http://schemas.openxmlformats.org/drawingml/2006/main">
              <a:ext uri="{FF2B5EF4-FFF2-40B4-BE49-F238E27FC236}">
                <a16:creationId xmlns:a16="http://schemas.microsoft.com/office/drawing/2014/main" id="{641B9674-3F11-4AF5-9CF9-E136278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object-72-s4-u4">
            <a:extLst xmlns:a="http://schemas.openxmlformats.org/drawingml/2006/main">
              <a:ext uri="{FF2B5EF4-FFF2-40B4-BE49-F238E27FC236}">
                <a16:creationId xmlns:a16="http://schemas.microsoft.com/office/drawing/2014/main" id="{E1872F98-0E70-4ABF-B641-AFF0AAD4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6889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7" name="object-73-s4-u4">
            <a:extLst xmlns:a="http://schemas.openxmlformats.org/drawingml/2006/main">
              <a:ext uri="{FF2B5EF4-FFF2-40B4-BE49-F238E27FC236}">
                <a16:creationId xmlns:a16="http://schemas.microsoft.com/office/drawing/2014/main" id="{E867AE49-F5B4-42E1-8E08-242D308D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34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8" name="object-74-s4-u4">
            <a:extLst xmlns:a="http://schemas.openxmlformats.org/drawingml/2006/main">
              <a:ext uri="{FF2B5EF4-FFF2-40B4-BE49-F238E27FC236}">
                <a16:creationId xmlns:a16="http://schemas.microsoft.com/office/drawing/2014/main" id="{F08B3421-AE34-47B9-AE06-425C2B22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44464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39" name="object-75-s4-u4">
            <a:extLst xmlns:a="http://schemas.openxmlformats.org/drawingml/2006/main">
              <a:ext uri="{FF2B5EF4-FFF2-40B4-BE49-F238E27FC236}">
                <a16:creationId xmlns:a16="http://schemas.microsoft.com/office/drawing/2014/main" id="{595DF79D-B797-4D8A-ADA8-FC2898D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9683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object-76-s4-u4">
            <a:extLst xmlns:a="http://schemas.openxmlformats.org/drawingml/2006/main">
              <a:ext uri="{FF2B5EF4-FFF2-40B4-BE49-F238E27FC236}">
                <a16:creationId xmlns:a16="http://schemas.microsoft.com/office/drawing/2014/main" id="{2EB0B941-0EE9-44F3-9989-F3FA2E0B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96889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1" name="object-77-s4-u4">
            <a:extLst xmlns:a="http://schemas.openxmlformats.org/drawingml/2006/main">
              <a:ext uri="{FF2B5EF4-FFF2-40B4-BE49-F238E27FC236}">
                <a16:creationId xmlns:a16="http://schemas.microsoft.com/office/drawing/2014/main" id="{9CCEEFFC-788F-4CD2-8364-0E8F9C67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534989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66675"/>
                </a:moveTo>
                <a:lnTo>
                  <a:pt x="133350" y="66675"/>
                </a:lnTo>
              </a:path>
              <a:path w="133350" h="133350">
                <a:moveTo>
                  <a:pt x="66675" y="0"/>
                </a:moveTo>
                <a:lnTo>
                  <a:pt x="66675" y="1333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5718">
            <a:solidFill>
              <a:srgbClr val="D66A3E"/>
            </a:solidFill>
            <a:prstDash val="solid"/>
          </a:ln>
        </p:spPr>
      </p:sp>
      <p:sp>
        <p:nvSpPr>
          <p:cNvPr id="42" name="object-78-s4-u4">
            <a:extLst xmlns:a="http://schemas.openxmlformats.org/drawingml/2006/main">
              <a:ext uri="{FF2B5EF4-FFF2-40B4-BE49-F238E27FC236}">
                <a16:creationId xmlns:a16="http://schemas.microsoft.com/office/drawing/2014/main" id="{1D55905E-830F-4351-B961-80FC52F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73014"/>
            <a:ext cx="1038225" cy="8001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D66A3E"/>
            </a:solidFill>
            <a:prstDash val="dash"/>
          </a:ln>
        </p:spPr>
      </p:sp>
      <p:sp>
        <p:nvSpPr>
          <p:cNvPr id="43" name="object-79-s4-u4">
            <a:extLst xmlns:a="http://schemas.openxmlformats.org/drawingml/2006/main">
              <a:ext uri="{FF2B5EF4-FFF2-40B4-BE49-F238E27FC236}">
                <a16:creationId xmlns:a16="http://schemas.microsoft.com/office/drawing/2014/main" id="{5D7D21AE-1A18-4BE6-817A-7CF7C19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005" y="1631067"/>
            <a:ext cx="991791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cancel next</a:t>
            </a:r>
          </a:p>
        </p:txBody>
      </p:sp>
      <p:sp>
        <p:nvSpPr>
          <p:cNvPr id="44" name="object-113-s1-ux">
            <a:extLst xmlns:a="http://schemas.openxmlformats.org/drawingml/2006/main">
              <a:ext uri="{FF2B5EF4-FFF2-40B4-BE49-F238E27FC236}">
                <a16:creationId xmlns:a16="http://schemas.microsoft.com/office/drawing/2014/main" id="{B9E21152-F16C-4AA2-91E9-A80201D0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5522"/>
            <a:ext cx="2316272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 Rz(α) ⊗ (SX H)</a:t>
            </a:r>
          </a:p>
        </p:txBody>
      </p:sp>
      <p:sp>
        <p:nvSpPr>
          <p:cNvPr id="45" name="object-114-s1-ux">
            <a:extLst xmlns:a="http://schemas.openxmlformats.org/drawingml/2006/main">
              <a:ext uri="{FF2B5EF4-FFF2-40B4-BE49-F238E27FC236}">
                <a16:creationId xmlns:a16="http://schemas.microsoft.com/office/drawing/2014/main" id="{2A804C2D-BA5E-43C4-8B70-B2628BD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10424"/>
            <a:ext cx="49604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</a:t>
            </a:r>
          </a:p>
        </p:txBody>
      </p:sp>
      <p:sp>
        <p:nvSpPr>
          <p:cNvPr id="46" name="object-115-s1-ux">
            <a:extLst xmlns:a="http://schemas.openxmlformats.org/drawingml/2006/main">
              <a:ext uri="{FF2B5EF4-FFF2-40B4-BE49-F238E27FC236}">
                <a16:creationId xmlns:a16="http://schemas.microsoft.com/office/drawing/2014/main" id="{69356B84-5AC6-4411-87DF-FCA056AE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6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5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47" name="object-116-s1-ux">
            <a:extLst xmlns:a="http://schemas.openxmlformats.org/drawingml/2006/main">
              <a:ext uri="{FF2B5EF4-FFF2-40B4-BE49-F238E27FC236}">
                <a16:creationId xmlns:a16="http://schemas.microsoft.com/office/drawing/2014/main" id="{67D4ADA5-A587-4A41-9CAF-637A95E1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8" name="object-117-s1-ux">
            <a:extLst xmlns:a="http://schemas.openxmlformats.org/drawingml/2006/main">
              <a:ext uri="{FF2B5EF4-FFF2-40B4-BE49-F238E27FC236}">
                <a16:creationId xmlns:a16="http://schemas.microsoft.com/office/drawing/2014/main" id="{13D74E20-0CDD-4A0D-9119-AC5EBD0C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209" y="3601218"/>
            <a:ext cx="29792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ip</a:t>
            </a:r>
          </a:p>
        </p:txBody>
      </p:sp>
      <p:sp>
        <p:nvSpPr>
          <p:cNvPr id="49" name="object-118-s1-ux">
            <a:extLst xmlns:a="http://schemas.openxmlformats.org/drawingml/2006/main">
              <a:ext uri="{FF2B5EF4-FFF2-40B4-BE49-F238E27FC236}">
                <a16:creationId xmlns:a16="http://schemas.microsoft.com/office/drawing/2014/main" id="{1F985C3D-7E72-4B06-93A6-D58B1657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object-119-s1-ux">
            <a:extLst xmlns:a="http://schemas.openxmlformats.org/drawingml/2006/main">
              <a:ext uri="{FF2B5EF4-FFF2-40B4-BE49-F238E27FC236}">
                <a16:creationId xmlns:a16="http://schemas.microsoft.com/office/drawing/2014/main" id="{0D2A42AC-3C93-454D-B354-DDEABB1F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object-120-s1-ux">
            <a:extLst xmlns:a="http://schemas.openxmlformats.org/drawingml/2006/main">
              <a:ext uri="{FF2B5EF4-FFF2-40B4-BE49-F238E27FC236}">
                <a16:creationId xmlns:a16="http://schemas.microsoft.com/office/drawing/2014/main" id="{47D7103C-A565-47DB-AFA2-910BD3DA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52" name="object-121-s1-ux">
            <a:extLst xmlns:a="http://schemas.openxmlformats.org/drawingml/2006/main">
              <a:ext uri="{FF2B5EF4-FFF2-40B4-BE49-F238E27FC236}">
                <a16:creationId xmlns:a16="http://schemas.microsoft.com/office/drawing/2014/main" id="{B49D1595-AD08-4A54-B4BB-407E429C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44" y="3944118"/>
            <a:ext cx="45925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−ip</a:t>
            </a:r>
          </a:p>
        </p:txBody>
      </p:sp>
      <p:sp>
        <p:nvSpPr>
          <p:cNvPr id="53" name="object-122-s1-ux">
            <a:extLst xmlns:a="http://schemas.openxmlformats.org/drawingml/2006/main">
              <a:ext uri="{FF2B5EF4-FFF2-40B4-BE49-F238E27FC236}">
                <a16:creationId xmlns:a16="http://schemas.microsoft.com/office/drawing/2014/main" id="{706E46C5-8952-4FD8-BC83-6BE3C69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object-123-s1-ux">
            <a:extLst xmlns:a="http://schemas.openxmlformats.org/drawingml/2006/main">
              <a:ext uri="{FF2B5EF4-FFF2-40B4-BE49-F238E27FC236}">
                <a16:creationId xmlns:a16="http://schemas.microsoft.com/office/drawing/2014/main" id="{EDBD1532-D4A8-4846-9BA3-8029F89B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object-124-s1-ux">
            <a:extLst xmlns:a="http://schemas.openxmlformats.org/drawingml/2006/main">
              <a:ext uri="{FF2B5EF4-FFF2-40B4-BE49-F238E27FC236}">
                <a16:creationId xmlns:a16="http://schemas.microsoft.com/office/drawing/2014/main" id="{6747C8E7-2683-4B3A-89B6-C14C273C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object-125-s1-ux">
            <a:extLst xmlns:a="http://schemas.openxmlformats.org/drawingml/2006/main">
              <a:ext uri="{FF2B5EF4-FFF2-40B4-BE49-F238E27FC236}">
                <a16:creationId xmlns:a16="http://schemas.microsoft.com/office/drawing/2014/main" id="{F720F311-7F61-4632-8E06-7047ADBF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object-126-s1-ux">
            <a:extLst xmlns:a="http://schemas.openxmlformats.org/drawingml/2006/main">
              <a:ext uri="{FF2B5EF4-FFF2-40B4-BE49-F238E27FC236}">
                <a16:creationId xmlns:a16="http://schemas.microsoft.com/office/drawing/2014/main" id="{F59FF8A3-2C51-499F-AA78-DA604714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2870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object-127-s1-ux">
            <a:extLst xmlns:a="http://schemas.openxmlformats.org/drawingml/2006/main">
              <a:ext uri="{FF2B5EF4-FFF2-40B4-BE49-F238E27FC236}">
                <a16:creationId xmlns:a16="http://schemas.microsoft.com/office/drawing/2014/main" id="{75E3E165-4AC4-49B3-807F-5C1909F2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667" y="4287018"/>
            <a:ext cx="23999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59" name="object-128-s1-ux">
            <a:extLst xmlns:a="http://schemas.openxmlformats.org/drawingml/2006/main">
              <a:ext uri="{FF2B5EF4-FFF2-40B4-BE49-F238E27FC236}">
                <a16:creationId xmlns:a16="http://schemas.microsoft.com/office/drawing/2014/main" id="{C8284AE3-DFEE-4B49-B319-58DA207A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0" name="object-129-s1-ux">
            <a:extLst xmlns:a="http://schemas.openxmlformats.org/drawingml/2006/main">
              <a:ext uri="{FF2B5EF4-FFF2-40B4-BE49-F238E27FC236}">
                <a16:creationId xmlns:a16="http://schemas.microsoft.com/office/drawing/2014/main" id="{171B6F8F-4C63-4A6A-8135-D9E31750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object-130-s1-ux">
            <a:extLst xmlns:a="http://schemas.openxmlformats.org/drawingml/2006/main">
              <a:ext uri="{FF2B5EF4-FFF2-40B4-BE49-F238E27FC236}">
                <a16:creationId xmlns:a16="http://schemas.microsoft.com/office/drawing/2014/main" id="{2969DEAA-4DEB-458E-9781-BF942BC3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6299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2" name="object-131-s1-ux">
            <a:extLst xmlns:a="http://schemas.openxmlformats.org/drawingml/2006/main">
              <a:ext uri="{FF2B5EF4-FFF2-40B4-BE49-F238E27FC236}">
                <a16:creationId xmlns:a16="http://schemas.microsoft.com/office/drawing/2014/main" id="{BE5A4446-ABB1-440C-AADD-C5CB3B8D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02" y="4629918"/>
            <a:ext cx="40130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−ir</a:t>
            </a:r>
          </a:p>
        </p:txBody>
      </p:sp>
      <p:sp>
        <p:nvSpPr>
          <p:cNvPr id="63" name="object-132-s1-ux">
            <a:extLst xmlns:a="http://schemas.openxmlformats.org/drawingml/2006/main">
              <a:ext uri="{FF2B5EF4-FFF2-40B4-BE49-F238E27FC236}">
                <a16:creationId xmlns:a16="http://schemas.microsoft.com/office/drawing/2014/main" id="{26919BE1-23A2-426A-B6AB-1B4CB768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9609"/>
            <a:ext cx="71526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α = Σθᵢ</a:t>
            </a:r>
          </a:p>
        </p:txBody>
      </p:sp>
      <p:sp>
        <p:nvSpPr>
          <p:cNvPr id="64" name="object-133-s1-ux">
            <a:extLst xmlns:a="http://schemas.openxmlformats.org/drawingml/2006/main">
              <a:ext uri="{FF2B5EF4-FFF2-40B4-BE49-F238E27FC236}">
                <a16:creationId xmlns:a16="http://schemas.microsoft.com/office/drawing/2014/main" id="{CBB81AA7-A770-4621-8F00-C6262406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08875"/>
            <a:ext cx="1657052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 = e^(−iα/2) / √2</a:t>
            </a:r>
          </a:p>
        </p:txBody>
      </p:sp>
      <p:sp>
        <p:nvSpPr>
          <p:cNvPr id="65" name="object-134-s1-ux">
            <a:extLst xmlns:a="http://schemas.openxmlformats.org/drawingml/2006/main">
              <a:ext uri="{FF2B5EF4-FFF2-40B4-BE49-F238E27FC236}">
                <a16:creationId xmlns:a16="http://schemas.microsoft.com/office/drawing/2014/main" id="{4295700B-06A2-4096-ADC6-5EF15F04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08875"/>
            <a:ext cx="1487984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 = e^(iα/2) / √2</a:t>
            </a:r>
          </a:p>
        </p:txBody>
      </p:sp>
      <p:sp>
        <p:nvSpPr>
          <p:cNvPr id="66" name="object-135-s1-ux">
            <a:extLst xmlns:a="http://schemas.openxmlformats.org/drawingml/2006/main">
              <a:ext uri="{FF2B5EF4-FFF2-40B4-BE49-F238E27FC236}">
                <a16:creationId xmlns:a16="http://schemas.microsoft.com/office/drawing/2014/main" id="{8B3A1670-A848-46B4-84B4-F7F6006F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209609"/>
            <a:ext cx="93240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SX⁵ = SX</a:t>
            </a:r>
          </a:p>
        </p:txBody>
      </p:sp>
      <p:sp>
        <p:nvSpPr>
          <p:cNvPr id="67" name="object-136-s2-ux">
            <a:extLst xmlns:a="http://schemas.openxmlformats.org/drawingml/2006/main">
              <a:ext uri="{FF2B5EF4-FFF2-40B4-BE49-F238E27FC236}">
                <a16:creationId xmlns:a16="http://schemas.microsoft.com/office/drawing/2014/main" id="{9B3904D7-13AB-40E9-8374-D7AF12C7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16164"/>
            <a:ext cx="552450" cy="95"/>
          </a:xfrm>
          <a:custGeom xmlns:a="http://schemas.openxmlformats.org/drawingml/2006/main">
            <a:pathLst>
              <a:path w="552450" h="9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68" name="object-136-s2-ux-arrow">
            <a:extLst xmlns:a="http://schemas.openxmlformats.org/drawingml/2006/main">
              <a:ext uri="{FF2B5EF4-FFF2-40B4-BE49-F238E27FC236}">
                <a16:creationId xmlns:a16="http://schemas.microsoft.com/office/drawing/2014/main" id="{ACC8E975-8652-47E8-971F-53C0516D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59014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69" name="object-137-s2-ux">
            <a:extLst xmlns:a="http://schemas.openxmlformats.org/drawingml/2006/main">
              <a:ext uri="{FF2B5EF4-FFF2-40B4-BE49-F238E27FC236}">
                <a16:creationId xmlns:a16="http://schemas.microsoft.com/office/drawing/2014/main" id="{E30783BE-5FCD-49C4-BF8C-E167C44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359" y="3858964"/>
            <a:ext cx="31968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fits</a:t>
            </a:r>
          </a:p>
        </p:txBody>
      </p:sp>
      <p:sp>
        <p:nvSpPr>
          <p:cNvPr id="70" name="object-138-s2-ux">
            <a:extLst xmlns:a="http://schemas.openxmlformats.org/drawingml/2006/main">
              <a:ext uri="{FF2B5EF4-FFF2-40B4-BE49-F238E27FC236}">
                <a16:creationId xmlns:a16="http://schemas.microsoft.com/office/drawing/2014/main" id="{2ED7E9CA-2047-4031-A2C7-514D35B7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234" y="3305562"/>
            <a:ext cx="1354931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Synthesized S</a:t>
            </a:r>
          </a:p>
        </p:txBody>
      </p:sp>
      <p:sp>
        <p:nvSpPr>
          <p:cNvPr id="71" name="object-139-s2-ux">
            <a:extLst xmlns:a="http://schemas.openxmlformats.org/drawingml/2006/main">
              <a:ext uri="{FF2B5EF4-FFF2-40B4-BE49-F238E27FC236}">
                <a16:creationId xmlns:a16="http://schemas.microsoft.com/office/drawing/2014/main" id="{CDCD6468-5F5B-44D8-B0C0-47C61F89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5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4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72" name="object-140-s2-ux">
            <a:extLst xmlns:a="http://schemas.openxmlformats.org/drawingml/2006/main">
              <a:ext uri="{FF2B5EF4-FFF2-40B4-BE49-F238E27FC236}">
                <a16:creationId xmlns:a16="http://schemas.microsoft.com/office/drawing/2014/main" id="{A670CEE9-4BE2-4F3B-AEDC-DD61A633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3" name="object-141-s2-ux">
            <a:extLst xmlns:a="http://schemas.openxmlformats.org/drawingml/2006/main">
              <a:ext uri="{FF2B5EF4-FFF2-40B4-BE49-F238E27FC236}">
                <a16:creationId xmlns:a16="http://schemas.microsoft.com/office/drawing/2014/main" id="{F025DCC3-370A-4D73-AA2E-DF23BBD2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4" name="object-142-s2-ux">
            <a:extLst xmlns:a="http://schemas.openxmlformats.org/drawingml/2006/main">
              <a:ext uri="{FF2B5EF4-FFF2-40B4-BE49-F238E27FC236}">
                <a16:creationId xmlns:a16="http://schemas.microsoft.com/office/drawing/2014/main" id="{00B56692-DEE5-47C9-8F99-42670377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906" y="36012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5" name="object-143-s2-ux">
            <a:extLst xmlns:a="http://schemas.openxmlformats.org/drawingml/2006/main">
              <a:ext uri="{FF2B5EF4-FFF2-40B4-BE49-F238E27FC236}">
                <a16:creationId xmlns:a16="http://schemas.microsoft.com/office/drawing/2014/main" id="{70881FF9-3367-49A5-AA2C-FBA55B1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6" name="object-144-s2-ux">
            <a:extLst xmlns:a="http://schemas.openxmlformats.org/drawingml/2006/main">
              <a:ext uri="{FF2B5EF4-FFF2-40B4-BE49-F238E27FC236}">
                <a16:creationId xmlns:a16="http://schemas.microsoft.com/office/drawing/2014/main" id="{9D444EE8-702C-4F70-8354-57DE4342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7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FB35CB2B-E3E6-4BDD-AED5-03CB6FF5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8" name="object-146-s2-ux">
            <a:extLst xmlns:a="http://schemas.openxmlformats.org/drawingml/2006/main">
              <a:ext uri="{FF2B5EF4-FFF2-40B4-BE49-F238E27FC236}">
                <a16:creationId xmlns:a16="http://schemas.microsoft.com/office/drawing/2014/main" id="{565AED91-6370-428E-B7DD-A9236C77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65" y="3944118"/>
            <a:ext cx="1691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79" name="object-147-s2-ux">
            <a:extLst xmlns:a="http://schemas.openxmlformats.org/drawingml/2006/main">
              <a:ext uri="{FF2B5EF4-FFF2-40B4-BE49-F238E27FC236}">
                <a16:creationId xmlns:a16="http://schemas.microsoft.com/office/drawing/2014/main" id="{7EF0F925-C362-4F13-B7B3-C6E1FD67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object-148-s2-ux">
            <a:extLst xmlns:a="http://schemas.openxmlformats.org/drawingml/2006/main">
              <a:ext uri="{FF2B5EF4-FFF2-40B4-BE49-F238E27FC236}">
                <a16:creationId xmlns:a16="http://schemas.microsoft.com/office/drawing/2014/main" id="{C7CD5784-0361-421D-ADB0-9FB96AB0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2870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81" name="object-149-s2-ux">
            <a:extLst xmlns:a="http://schemas.openxmlformats.org/drawingml/2006/main">
              <a:ext uri="{FF2B5EF4-FFF2-40B4-BE49-F238E27FC236}">
                <a16:creationId xmlns:a16="http://schemas.microsoft.com/office/drawing/2014/main" id="{F910F894-995E-4B4A-891D-01F3AF67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2" name="object-150-s2-ux">
            <a:extLst xmlns:a="http://schemas.openxmlformats.org/drawingml/2006/main">
              <a:ext uri="{FF2B5EF4-FFF2-40B4-BE49-F238E27FC236}">
                <a16:creationId xmlns:a16="http://schemas.microsoft.com/office/drawing/2014/main" id="{104A1A76-ACC3-458A-BB49-A32191D6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2870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3" name="object-151-s2-ux">
            <a:extLst xmlns:a="http://schemas.openxmlformats.org/drawingml/2006/main">
              <a:ext uri="{FF2B5EF4-FFF2-40B4-BE49-F238E27FC236}">
                <a16:creationId xmlns:a16="http://schemas.microsoft.com/office/drawing/2014/main" id="{2000D65F-690E-424A-BE04-AB392B39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2870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84" name="object-152-s2-ux">
            <a:extLst xmlns:a="http://schemas.openxmlformats.org/drawingml/2006/main">
              <a:ext uri="{FF2B5EF4-FFF2-40B4-BE49-F238E27FC236}">
                <a16:creationId xmlns:a16="http://schemas.microsoft.com/office/drawing/2014/main" id="{9A8033A4-8542-4D60-BFB1-1525DBE4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6299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85" name="object-153-s2-ux">
            <a:extLst xmlns:a="http://schemas.openxmlformats.org/drawingml/2006/main">
              <a:ext uri="{FF2B5EF4-FFF2-40B4-BE49-F238E27FC236}">
                <a16:creationId xmlns:a16="http://schemas.microsoft.com/office/drawing/2014/main" id="{4D02B497-A9FE-4B12-9A79-F9B4ED63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6" name="object-154-s2-ux">
            <a:extLst xmlns:a="http://schemas.openxmlformats.org/drawingml/2006/main">
              <a:ext uri="{FF2B5EF4-FFF2-40B4-BE49-F238E27FC236}">
                <a16:creationId xmlns:a16="http://schemas.microsoft.com/office/drawing/2014/main" id="{FE3953E0-3B48-422B-8607-EC98CCDA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6299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7" name="object-155-s2-ux">
            <a:extLst xmlns:a="http://schemas.openxmlformats.org/drawingml/2006/main">
              <a:ext uri="{FF2B5EF4-FFF2-40B4-BE49-F238E27FC236}">
                <a16:creationId xmlns:a16="http://schemas.microsoft.com/office/drawing/2014/main" id="{9ACED9F2-BFB5-426C-86C2-67E4F382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066" y="4629918"/>
            <a:ext cx="3823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−k</a:t>
            </a:r>
          </a:p>
        </p:txBody>
      </p:sp>
      <p:sp>
        <p:nvSpPr>
          <p:cNvPr id="88" name="object-156-s3-ux">
            <a:extLst xmlns:a="http://schemas.openxmlformats.org/drawingml/2006/main">
              <a:ext uri="{FF2B5EF4-FFF2-40B4-BE49-F238E27FC236}">
                <a16:creationId xmlns:a16="http://schemas.microsoft.com/office/drawing/2014/main" id="{ECBA0D37-45C3-44AC-960F-E8C7AE1E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21704"/>
            <a:ext cx="964823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 ⊨ S</a:t>
            </a:r>
          </a:p>
        </p:txBody>
      </p:sp>
      <p:sp>
        <p:nvSpPr>
          <p:cNvPr id="89" name="object-157-s3-ux">
            <a:extLst xmlns:a="http://schemas.openxmlformats.org/drawingml/2006/main">
              <a:ext uri="{FF2B5EF4-FFF2-40B4-BE49-F238E27FC236}">
                <a16:creationId xmlns:a16="http://schemas.microsoft.com/office/drawing/2014/main" id="{739A5998-E237-412C-8E21-884E9B5C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97979"/>
            <a:ext cx="978694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a = d = p</a:t>
            </a:r>
          </a:p>
        </p:txBody>
      </p:sp>
      <p:sp>
        <p:nvSpPr>
          <p:cNvPr id="90" name="object-158-s3-ux">
            <a:extLst xmlns:a="http://schemas.openxmlformats.org/drawingml/2006/main">
              <a:ext uri="{FF2B5EF4-FFF2-40B4-BE49-F238E27FC236}">
                <a16:creationId xmlns:a16="http://schemas.microsoft.com/office/drawing/2014/main" id="{4D04015B-C175-42D3-93AA-0518699D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40879"/>
            <a:ext cx="1467892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b = ip,  e = −ip</a:t>
            </a:r>
          </a:p>
        </p:txBody>
      </p:sp>
      <p:sp>
        <p:nvSpPr>
          <p:cNvPr id="91" name="object-159-s3-ux">
            <a:extLst xmlns:a="http://schemas.openxmlformats.org/drawingml/2006/main">
              <a:ext uri="{FF2B5EF4-FFF2-40B4-BE49-F238E27FC236}">
                <a16:creationId xmlns:a16="http://schemas.microsoft.com/office/drawing/2014/main" id="{A4E5B2C2-88BB-446F-88D9-0D743F2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883" y="4283779"/>
            <a:ext cx="1093403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j = r,  k = ir</a:t>
            </a:r>
          </a:p>
        </p:txBody>
      </p:sp>
      <p:sp>
        <p:nvSpPr>
          <p:cNvPr id="92" name="object-160-s3-ux">
            <a:extLst xmlns:a="http://schemas.openxmlformats.org/drawingml/2006/main">
              <a:ext uri="{FF2B5EF4-FFF2-40B4-BE49-F238E27FC236}">
                <a16:creationId xmlns:a16="http://schemas.microsoft.com/office/drawing/2014/main" id="{5E781287-6986-4F7C-99A7-73C6E1E4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37157"/>
            <a:ext cx="1610916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 = f = g = h = 0</a:t>
            </a:r>
          </a:p>
        </p:txBody>
      </p:sp>
      <p:sp>
        <p:nvSpPr>
          <p:cNvPr id="93" name="object-162-s0-ux">
            <a:extLst xmlns:a="http://schemas.openxmlformats.org/drawingml/2006/main">
              <a:ext uri="{FF2B5EF4-FFF2-40B4-BE49-F238E27FC236}">
                <a16:creationId xmlns:a16="http://schemas.microsoft.com/office/drawing/2014/main" id="{820D7B5D-B6EE-4A2E-B0BF-F4026EB6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127724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§5.5 matching method; longer CZ → CX instance derived for this talk</a:t>
            </a:r>
          </a:p>
        </p:txBody>
      </p:sp>
      <p:sp>
        <p:nvSpPr>
          <p:cNvPr id="94" name="object-163-s0-ux">
            <a:extLst xmlns:a="http://schemas.openxmlformats.org/drawingml/2006/main">
              <a:ext uri="{FF2B5EF4-FFF2-40B4-BE49-F238E27FC236}">
                <a16:creationId xmlns:a16="http://schemas.microsoft.com/office/drawing/2014/main" id="{CF0C92AB-262A-41BE-ABC6-F34B28D9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95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ACD038B7-8335-480A-B3D7-56E3D18A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5 / 6</a:t>
            </a:r>
          </a:p>
        </p:txBody>
      </p:sp>
    </p:spTree>
    <p:extLst>
      <p:ext uri="{BB962C8B-B14F-4D97-AF65-F5344CB8AC3E}">
        <p14:creationId xmlns:p14="http://schemas.microsoft.com/office/powerpoint/2010/main" val="52264331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top-accent">
            <a:extLst xmlns:a="http://schemas.openxmlformats.org/drawingml/2006/main">
              <a:ext uri="{FF2B5EF4-FFF2-40B4-BE49-F238E27FC236}">
                <a16:creationId xmlns:a16="http://schemas.microsoft.com/office/drawing/2014/main" id="{179370C9-0DF1-4F84-8EF0-D36D33B4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67CF551A-B2D6-49E0-A6AC-10A46136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774067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Match a long S, turn CZ into CX, then cancel</a:t>
            </a:r>
          </a:p>
        </p:txBody>
      </p:sp>
      <p:sp>
        <p:nvSpPr>
          <p:cNvPr id="3" name="object-80-s5-ux">
            <a:extLst xmlns:a="http://schemas.openxmlformats.org/drawingml/2006/main">
              <a:ext uri="{FF2B5EF4-FFF2-40B4-BE49-F238E27FC236}">
                <a16:creationId xmlns:a16="http://schemas.microsoft.com/office/drawing/2014/main" id="{9159D1F3-5E94-4037-A05D-F80CFDB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4349"/>
            <a:ext cx="2571304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CANCEL THE ADJACENT CX PAIR</a:t>
            </a:r>
          </a:p>
        </p:txBody>
      </p:sp>
      <p:sp>
        <p:nvSpPr>
          <p:cNvPr id="4" name="object-81-s5-ux">
            <a:extLst xmlns:a="http://schemas.openxmlformats.org/drawingml/2006/main">
              <a:ext uri="{FF2B5EF4-FFF2-40B4-BE49-F238E27FC236}">
                <a16:creationId xmlns:a16="http://schemas.microsoft.com/office/drawing/2014/main" id="{0DB14008-37D3-465D-ACF0-42AC4D56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01539"/>
            <a:ext cx="7105650" cy="125730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5" name="object-82-s5-ux">
            <a:extLst xmlns:a="http://schemas.openxmlformats.org/drawingml/2006/main">
              <a:ext uri="{FF2B5EF4-FFF2-40B4-BE49-F238E27FC236}">
                <a16:creationId xmlns:a16="http://schemas.microsoft.com/office/drawing/2014/main" id="{457D2559-597B-408C-AC80-634FFECD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248" y="1658689"/>
            <a:ext cx="4349204" cy="27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S: H first, then 6 Rz gates on q₀ + 5 SX gates on q₁</a:t>
            </a:r>
          </a:p>
        </p:txBody>
      </p:sp>
      <p:sp>
        <p:nvSpPr>
          <p:cNvPr id="6" name="object-83-s5-ux">
            <a:extLst xmlns:a="http://schemas.openxmlformats.org/drawingml/2006/main">
              <a:ext uri="{FF2B5EF4-FFF2-40B4-BE49-F238E27FC236}">
                <a16:creationId xmlns:a16="http://schemas.microsoft.com/office/drawing/2014/main" id="{82E63443-B07B-465F-8797-AE552CFB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1592"/>
            <a:ext cx="227261" cy="26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7" name="object-84-s5-ux">
            <a:extLst xmlns:a="http://schemas.openxmlformats.org/drawingml/2006/main">
              <a:ext uri="{FF2B5EF4-FFF2-40B4-BE49-F238E27FC236}">
                <a16:creationId xmlns:a16="http://schemas.microsoft.com/office/drawing/2014/main" id="{4AEA5DBE-5391-46C3-95E6-A5665B7B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8792"/>
            <a:ext cx="227261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q₁</a:t>
            </a:r>
          </a:p>
        </p:txBody>
      </p:sp>
      <p:sp>
        <p:nvSpPr>
          <p:cNvPr id="8" name="object-85-s5-ux">
            <a:extLst xmlns:a="http://schemas.openxmlformats.org/drawingml/2006/main">
              <a:ext uri="{FF2B5EF4-FFF2-40B4-BE49-F238E27FC236}">
                <a16:creationId xmlns:a16="http://schemas.microsoft.com/office/drawing/2014/main" id="{2A994045-2142-4341-AF98-E15A177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4464"/>
            <a:ext cx="8305800" cy="95"/>
          </a:xfrm>
          <a:custGeom xmlns:a="http://schemas.openxmlformats.org/drawingml/2006/main">
            <a:pathLst>
              <a:path w="8305800" h="95">
                <a:moveTo>
                  <a:pt x="0" y="0"/>
                </a:moveTo>
                <a:lnTo>
                  <a:pt x="830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9" name="object-86-s5-ux">
            <a:extLst xmlns:a="http://schemas.openxmlformats.org/drawingml/2006/main">
              <a:ext uri="{FF2B5EF4-FFF2-40B4-BE49-F238E27FC236}">
                <a16:creationId xmlns:a16="http://schemas.microsoft.com/office/drawing/2014/main" id="{34EA0A46-D1C9-46EF-8760-4F5F502A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1664"/>
            <a:ext cx="8305800" cy="95"/>
          </a:xfrm>
          <a:custGeom xmlns:a="http://schemas.openxmlformats.org/drawingml/2006/main">
            <a:pathLst>
              <a:path w="8305800" h="95">
                <a:moveTo>
                  <a:pt x="0" y="0"/>
                </a:moveTo>
                <a:lnTo>
                  <a:pt x="830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E7275"/>
            </a:solidFill>
            <a:prstDash val="solid"/>
          </a:ln>
        </p:spPr>
      </p:sp>
      <p:sp>
        <p:nvSpPr>
          <p:cNvPr id="10" name="object-87-s5-ux">
            <a:extLst xmlns:a="http://schemas.openxmlformats.org/drawingml/2006/main">
              <a:ext uri="{FF2B5EF4-FFF2-40B4-BE49-F238E27FC236}">
                <a16:creationId xmlns:a16="http://schemas.microsoft.com/office/drawing/2014/main" id="{F3643A7C-6567-410D-810B-EDB4E65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8789"/>
            <a:ext cx="3238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1" name="object-88-s5-ux">
            <a:extLst xmlns:a="http://schemas.openxmlformats.org/drawingml/2006/main">
              <a:ext uri="{FF2B5EF4-FFF2-40B4-BE49-F238E27FC236}">
                <a16:creationId xmlns:a16="http://schemas.microsoft.com/office/drawing/2014/main" id="{47C794E1-122F-48C1-BE20-3A47FAF0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2489269"/>
            <a:ext cx="20002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object-89-s5-ux">
            <a:extLst xmlns:a="http://schemas.openxmlformats.org/drawingml/2006/main">
              <a:ext uri="{FF2B5EF4-FFF2-40B4-BE49-F238E27FC236}">
                <a16:creationId xmlns:a16="http://schemas.microsoft.com/office/drawing/2014/main" id="{8B5B129F-E8FC-4292-A188-2A3266B0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3" name="object-90-s5-ux">
            <a:extLst xmlns:a="http://schemas.openxmlformats.org/drawingml/2006/main">
              <a:ext uri="{FF2B5EF4-FFF2-40B4-BE49-F238E27FC236}">
                <a16:creationId xmlns:a16="http://schemas.microsoft.com/office/drawing/2014/main" id="{85C426FC-8178-4E6A-8612-3A61693B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440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Rz(θ₁)</a:t>
            </a:r>
          </a:p>
        </p:txBody>
      </p:sp>
      <p:sp>
        <p:nvSpPr>
          <p:cNvPr id="14" name="object-91-s5-ux">
            <a:extLst xmlns:a="http://schemas.openxmlformats.org/drawingml/2006/main">
              <a:ext uri="{FF2B5EF4-FFF2-40B4-BE49-F238E27FC236}">
                <a16:creationId xmlns:a16="http://schemas.microsoft.com/office/drawing/2014/main" id="{AE56EF8F-9387-4A5C-9CB6-EEC696F0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5" name="object-92-s5-ux">
            <a:extLst xmlns:a="http://schemas.openxmlformats.org/drawingml/2006/main">
              <a:ext uri="{FF2B5EF4-FFF2-40B4-BE49-F238E27FC236}">
                <a16:creationId xmlns:a16="http://schemas.microsoft.com/office/drawing/2014/main" id="{CF693DA8-5FF9-4CAD-86B6-D4DC4824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4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16" name="object-93-s5-ux">
            <a:extLst xmlns:a="http://schemas.openxmlformats.org/drawingml/2006/main">
              <a:ext uri="{FF2B5EF4-FFF2-40B4-BE49-F238E27FC236}">
                <a16:creationId xmlns:a16="http://schemas.microsoft.com/office/drawing/2014/main" id="{1F643E2F-D187-4AC1-9F6D-4EF6DB3B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7" name="object-94-s5-ux">
            <a:extLst xmlns:a="http://schemas.openxmlformats.org/drawingml/2006/main">
              <a:ext uri="{FF2B5EF4-FFF2-40B4-BE49-F238E27FC236}">
                <a16:creationId xmlns:a16="http://schemas.microsoft.com/office/drawing/2014/main" id="{9E424226-EBC0-49E1-BDA6-32148B11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1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Rz(θ₂)</a:t>
            </a:r>
          </a:p>
        </p:txBody>
      </p:sp>
      <p:sp>
        <p:nvSpPr>
          <p:cNvPr id="18" name="object-95-s5-ux">
            <a:extLst xmlns:a="http://schemas.openxmlformats.org/drawingml/2006/main">
              <a:ext uri="{FF2B5EF4-FFF2-40B4-BE49-F238E27FC236}">
                <a16:creationId xmlns:a16="http://schemas.microsoft.com/office/drawing/2014/main" id="{3FCBF518-B28D-4E85-8829-4EC69734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19" name="object-96-s5-ux">
            <a:extLst xmlns:a="http://schemas.openxmlformats.org/drawingml/2006/main">
              <a:ext uri="{FF2B5EF4-FFF2-40B4-BE49-F238E27FC236}">
                <a16:creationId xmlns:a16="http://schemas.microsoft.com/office/drawing/2014/main" id="{C0835975-61F4-4E47-90FA-DE651792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72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0" name="object-97-s5-ux">
            <a:extLst xmlns:a="http://schemas.openxmlformats.org/drawingml/2006/main">
              <a:ext uri="{FF2B5EF4-FFF2-40B4-BE49-F238E27FC236}">
                <a16:creationId xmlns:a16="http://schemas.microsoft.com/office/drawing/2014/main" id="{062FF41E-F803-431F-9A92-CC571363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1" name="object-98-s5-ux">
            <a:extLst xmlns:a="http://schemas.openxmlformats.org/drawingml/2006/main">
              <a:ext uri="{FF2B5EF4-FFF2-40B4-BE49-F238E27FC236}">
                <a16:creationId xmlns:a16="http://schemas.microsoft.com/office/drawing/2014/main" id="{62F1C2AD-C16A-4FE8-9BE7-52BA9C67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990" y="2021592"/>
            <a:ext cx="568970" cy="261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Rz(θ₃)</a:t>
            </a:r>
          </a:p>
        </p:txBody>
      </p:sp>
      <p:sp>
        <p:nvSpPr>
          <p:cNvPr id="22" name="object-99-s5-ux">
            <a:extLst xmlns:a="http://schemas.openxmlformats.org/drawingml/2006/main">
              <a:ext uri="{FF2B5EF4-FFF2-40B4-BE49-F238E27FC236}">
                <a16:creationId xmlns:a16="http://schemas.microsoft.com/office/drawing/2014/main" id="{B8AD8988-5C38-4F18-84C3-DFB453E6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3" name="object-100-s5-ux">
            <a:extLst xmlns:a="http://schemas.openxmlformats.org/drawingml/2006/main">
              <a:ext uri="{FF2B5EF4-FFF2-40B4-BE49-F238E27FC236}">
                <a16:creationId xmlns:a16="http://schemas.microsoft.com/office/drawing/2014/main" id="{0CC21BC6-80D5-4202-A805-6394FFA5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0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4" name="object-101-s5-ux">
            <a:extLst xmlns:a="http://schemas.openxmlformats.org/drawingml/2006/main">
              <a:ext uri="{FF2B5EF4-FFF2-40B4-BE49-F238E27FC236}">
                <a16:creationId xmlns:a16="http://schemas.microsoft.com/office/drawing/2014/main" id="{4FEA5695-2874-442C-8D2D-2AD5727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5" name="object-102-s5-ux">
            <a:extLst xmlns:a="http://schemas.openxmlformats.org/drawingml/2006/main">
              <a:ext uri="{FF2B5EF4-FFF2-40B4-BE49-F238E27FC236}">
                <a16:creationId xmlns:a16="http://schemas.microsoft.com/office/drawing/2014/main" id="{8F1F270F-2BF9-4AC3-B784-DD96AAC0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5" y="2021592"/>
            <a:ext cx="568970" cy="259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Rz(θ₄)</a:t>
            </a:r>
          </a:p>
        </p:txBody>
      </p:sp>
      <p:sp>
        <p:nvSpPr>
          <p:cNvPr id="26" name="object-103-s5-ux">
            <a:extLst xmlns:a="http://schemas.openxmlformats.org/drawingml/2006/main">
              <a:ext uri="{FF2B5EF4-FFF2-40B4-BE49-F238E27FC236}">
                <a16:creationId xmlns:a16="http://schemas.microsoft.com/office/drawing/2014/main" id="{F5669274-3B04-49D0-AFE3-0A1B038C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7" name="object-104-s5-ux">
            <a:extLst xmlns:a="http://schemas.openxmlformats.org/drawingml/2006/main">
              <a:ext uri="{FF2B5EF4-FFF2-40B4-BE49-F238E27FC236}">
                <a16:creationId xmlns:a16="http://schemas.microsoft.com/office/drawing/2014/main" id="{4F6CAEE1-D143-4673-A3C4-6F4311B7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76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28" name="object-105-s5-ux">
            <a:extLst xmlns:a="http://schemas.openxmlformats.org/drawingml/2006/main">
              <a:ext uri="{FF2B5EF4-FFF2-40B4-BE49-F238E27FC236}">
                <a16:creationId xmlns:a16="http://schemas.microsoft.com/office/drawing/2014/main" id="{59F0A886-DA0F-4C71-A759-0243824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29" name="object-106-s5-ux">
            <a:extLst xmlns:a="http://schemas.openxmlformats.org/drawingml/2006/main">
              <a:ext uri="{FF2B5EF4-FFF2-40B4-BE49-F238E27FC236}">
                <a16:creationId xmlns:a16="http://schemas.microsoft.com/office/drawing/2014/main" id="{9A0863C2-4741-43B6-BC72-C0604BB3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40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Rz(θ₅)</a:t>
            </a:r>
          </a:p>
        </p:txBody>
      </p:sp>
      <p:sp>
        <p:nvSpPr>
          <p:cNvPr id="30" name="object-107-s5-ux">
            <a:extLst xmlns:a="http://schemas.openxmlformats.org/drawingml/2006/main">
              <a:ext uri="{FF2B5EF4-FFF2-40B4-BE49-F238E27FC236}">
                <a16:creationId xmlns:a16="http://schemas.microsoft.com/office/drawing/2014/main" id="{9B912DA9-C190-4E68-8F20-80CABC7D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8789"/>
            <a:ext cx="3619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1" name="object-108-s5-ux">
            <a:extLst xmlns:a="http://schemas.openxmlformats.org/drawingml/2006/main">
              <a:ext uri="{FF2B5EF4-FFF2-40B4-BE49-F238E27FC236}">
                <a16:creationId xmlns:a16="http://schemas.microsoft.com/office/drawing/2014/main" id="{3759FCE4-F9B9-454B-A038-F68F1FE6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551" y="2489269"/>
            <a:ext cx="30494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SX</a:t>
            </a:r>
          </a:p>
        </p:txBody>
      </p:sp>
      <p:sp>
        <p:nvSpPr>
          <p:cNvPr id="32" name="object-109-s5-ux">
            <a:extLst xmlns:a="http://schemas.openxmlformats.org/drawingml/2006/main">
              <a:ext uri="{FF2B5EF4-FFF2-40B4-BE49-F238E27FC236}">
                <a16:creationId xmlns:a16="http://schemas.microsoft.com/office/drawing/2014/main" id="{84FAF72F-7D6C-4FBA-9476-4450CADB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1589"/>
            <a:ext cx="8191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6EF"/>
          </a:solidFill>
          <a:ln xmlns:a="http://schemas.openxmlformats.org/drawingml/2006/main" w="19050">
            <a:solidFill>
              <a:srgbClr val="123039"/>
            </a:solidFill>
            <a:prstDash val="solid"/>
          </a:ln>
        </p:spPr>
      </p:sp>
      <p:sp>
        <p:nvSpPr>
          <p:cNvPr id="33" name="object-110-s5-ux">
            <a:extLst xmlns:a="http://schemas.openxmlformats.org/drawingml/2006/main">
              <a:ext uri="{FF2B5EF4-FFF2-40B4-BE49-F238E27FC236}">
                <a16:creationId xmlns:a16="http://schemas.microsoft.com/office/drawing/2014/main" id="{8121E851-22DB-4905-A3DF-115E4B88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815" y="2021592"/>
            <a:ext cx="568970" cy="26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Rz(θ₆)</a:t>
            </a:r>
          </a:p>
        </p:txBody>
      </p:sp>
      <p:sp>
        <p:nvSpPr>
          <p:cNvPr id="34" name="object-111-s5-ux">
            <a:extLst xmlns:a="http://schemas.openxmlformats.org/drawingml/2006/main">
              <a:ext uri="{FF2B5EF4-FFF2-40B4-BE49-F238E27FC236}">
                <a16:creationId xmlns:a16="http://schemas.microsoft.com/office/drawing/2014/main" id="{D076A0CB-6BCA-4312-9F75-FA208249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604" y="2158752"/>
            <a:ext cx="73134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−1 CZ</a:t>
            </a:r>
          </a:p>
        </p:txBody>
      </p:sp>
      <p:sp>
        <p:nvSpPr>
          <p:cNvPr id="35" name="object-112-s5-ux">
            <a:extLst xmlns:a="http://schemas.openxmlformats.org/drawingml/2006/main">
              <a:ext uri="{FF2B5EF4-FFF2-40B4-BE49-F238E27FC236}">
                <a16:creationId xmlns:a16="http://schemas.microsoft.com/office/drawing/2014/main" id="{A6D7B03C-5CFC-4CED-900E-84C5DD38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907" y="2454027"/>
            <a:ext cx="74473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−1 CX</a:t>
            </a:r>
          </a:p>
        </p:txBody>
      </p:sp>
      <p:sp>
        <p:nvSpPr>
          <p:cNvPr id="36" name="object-113-s1-ux">
            <a:extLst xmlns:a="http://schemas.openxmlformats.org/drawingml/2006/main">
              <a:ext uri="{FF2B5EF4-FFF2-40B4-BE49-F238E27FC236}">
                <a16:creationId xmlns:a16="http://schemas.microsoft.com/office/drawing/2014/main" id="{D6DC5BA0-09C5-408A-8308-E5850049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5522"/>
            <a:ext cx="2316272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 Rz(α) ⊗ (SX H)</a:t>
            </a:r>
          </a:p>
        </p:txBody>
      </p:sp>
      <p:sp>
        <p:nvSpPr>
          <p:cNvPr id="37" name="object-114-s1-ux">
            <a:extLst xmlns:a="http://schemas.openxmlformats.org/drawingml/2006/main">
              <a:ext uri="{FF2B5EF4-FFF2-40B4-BE49-F238E27FC236}">
                <a16:creationId xmlns:a16="http://schemas.microsoft.com/office/drawing/2014/main" id="{B6F00657-47CB-48D4-8A1E-28D401BB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10424"/>
            <a:ext cx="49604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 =</a:t>
            </a:r>
          </a:p>
        </p:txBody>
      </p:sp>
      <p:sp>
        <p:nvSpPr>
          <p:cNvPr id="38" name="object-115-s1-ux">
            <a:extLst xmlns:a="http://schemas.openxmlformats.org/drawingml/2006/main">
              <a:ext uri="{FF2B5EF4-FFF2-40B4-BE49-F238E27FC236}">
                <a16:creationId xmlns:a16="http://schemas.microsoft.com/office/drawing/2014/main" id="{9922671B-40C9-4968-9E93-E5593E50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6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5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39" name="object-116-s1-ux">
            <a:extLst xmlns:a="http://schemas.openxmlformats.org/drawingml/2006/main">
              <a:ext uri="{FF2B5EF4-FFF2-40B4-BE49-F238E27FC236}">
                <a16:creationId xmlns:a16="http://schemas.microsoft.com/office/drawing/2014/main" id="{6F1403A3-CEF1-4BAE-87AC-D5611F5E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0" name="object-117-s1-ux">
            <a:extLst xmlns:a="http://schemas.openxmlformats.org/drawingml/2006/main">
              <a:ext uri="{FF2B5EF4-FFF2-40B4-BE49-F238E27FC236}">
                <a16:creationId xmlns:a16="http://schemas.microsoft.com/office/drawing/2014/main" id="{A1D98B46-5F6B-41A7-8700-298A7189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209" y="3601218"/>
            <a:ext cx="29792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ip</a:t>
            </a:r>
          </a:p>
        </p:txBody>
      </p:sp>
      <p:sp>
        <p:nvSpPr>
          <p:cNvPr id="41" name="object-118-s1-ux">
            <a:extLst xmlns:a="http://schemas.openxmlformats.org/drawingml/2006/main">
              <a:ext uri="{FF2B5EF4-FFF2-40B4-BE49-F238E27FC236}">
                <a16:creationId xmlns:a16="http://schemas.microsoft.com/office/drawing/2014/main" id="{8653DCAF-221D-437D-9990-99AC9F42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object-119-s1-ux">
            <a:extLst xmlns:a="http://schemas.openxmlformats.org/drawingml/2006/main">
              <a:ext uri="{FF2B5EF4-FFF2-40B4-BE49-F238E27FC236}">
                <a16:creationId xmlns:a16="http://schemas.microsoft.com/office/drawing/2014/main" id="{EAF0E580-E674-4C97-BB61-33744AAE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object-120-s1-ux">
            <a:extLst xmlns:a="http://schemas.openxmlformats.org/drawingml/2006/main">
              <a:ext uri="{FF2B5EF4-FFF2-40B4-BE49-F238E27FC236}">
                <a16:creationId xmlns:a16="http://schemas.microsoft.com/office/drawing/2014/main" id="{5E86841F-903D-4B9A-8C83-4AE9B352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4" name="object-121-s1-ux">
            <a:extLst xmlns:a="http://schemas.openxmlformats.org/drawingml/2006/main">
              <a:ext uri="{FF2B5EF4-FFF2-40B4-BE49-F238E27FC236}">
                <a16:creationId xmlns:a16="http://schemas.microsoft.com/office/drawing/2014/main" id="{43E589E1-F3A9-4993-879C-D812D722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44" y="3944118"/>
            <a:ext cx="459254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−ip</a:t>
            </a:r>
          </a:p>
        </p:txBody>
      </p:sp>
      <p:sp>
        <p:nvSpPr>
          <p:cNvPr id="45" name="object-122-s1-ux">
            <a:extLst xmlns:a="http://schemas.openxmlformats.org/drawingml/2006/main">
              <a:ext uri="{FF2B5EF4-FFF2-40B4-BE49-F238E27FC236}">
                <a16:creationId xmlns:a16="http://schemas.microsoft.com/office/drawing/2014/main" id="{71CBC354-FAC1-4650-97A4-641C463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object-123-s1-ux">
            <a:extLst xmlns:a="http://schemas.openxmlformats.org/drawingml/2006/main">
              <a:ext uri="{FF2B5EF4-FFF2-40B4-BE49-F238E27FC236}">
                <a16:creationId xmlns:a16="http://schemas.microsoft.com/office/drawing/2014/main" id="{F361CDC1-1048-416E-A9B2-045A7AA4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5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object-124-s1-ux">
            <a:extLst xmlns:a="http://schemas.openxmlformats.org/drawingml/2006/main">
              <a:ext uri="{FF2B5EF4-FFF2-40B4-BE49-F238E27FC236}">
                <a16:creationId xmlns:a16="http://schemas.microsoft.com/office/drawing/2014/main" id="{FD093C6D-7F62-43D6-B39B-080C8B95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object-125-s1-ux">
            <a:extLst xmlns:a="http://schemas.openxmlformats.org/drawingml/2006/main">
              <a:ext uri="{FF2B5EF4-FFF2-40B4-BE49-F238E27FC236}">
                <a16:creationId xmlns:a16="http://schemas.microsoft.com/office/drawing/2014/main" id="{7AB97CE1-BBC7-4D1B-AE6A-8F5C862B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object-126-s1-ux">
            <a:extLst xmlns:a="http://schemas.openxmlformats.org/drawingml/2006/main">
              <a:ext uri="{FF2B5EF4-FFF2-40B4-BE49-F238E27FC236}">
                <a16:creationId xmlns:a16="http://schemas.microsoft.com/office/drawing/2014/main" id="{C3B010A4-829E-414D-BAEB-3865ED2C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2870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0" name="object-127-s1-ux">
            <a:extLst xmlns:a="http://schemas.openxmlformats.org/drawingml/2006/main">
              <a:ext uri="{FF2B5EF4-FFF2-40B4-BE49-F238E27FC236}">
                <a16:creationId xmlns:a16="http://schemas.microsoft.com/office/drawing/2014/main" id="{063930C5-1BB3-433C-B501-594D8689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667" y="4287018"/>
            <a:ext cx="23999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51" name="object-128-s1-ux">
            <a:extLst xmlns:a="http://schemas.openxmlformats.org/drawingml/2006/main">
              <a:ext uri="{FF2B5EF4-FFF2-40B4-BE49-F238E27FC236}">
                <a16:creationId xmlns:a16="http://schemas.microsoft.com/office/drawing/2014/main" id="{057F7BC2-8139-4138-BF2B-7E420D05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043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object-129-s1-ux">
            <a:extLst xmlns:a="http://schemas.openxmlformats.org/drawingml/2006/main">
              <a:ext uri="{FF2B5EF4-FFF2-40B4-BE49-F238E27FC236}">
                <a16:creationId xmlns:a16="http://schemas.microsoft.com/office/drawing/2014/main" id="{1794345B-CF7F-46BA-9604-CFCA706D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8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3" name="object-130-s1-ux">
            <a:extLst xmlns:a="http://schemas.openxmlformats.org/drawingml/2006/main">
              <a:ext uri="{FF2B5EF4-FFF2-40B4-BE49-F238E27FC236}">
                <a16:creationId xmlns:a16="http://schemas.microsoft.com/office/drawing/2014/main" id="{0A9C88E1-94C3-4ABD-ACF8-26C9FAC3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500" y="4629918"/>
            <a:ext cx="17862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4" name="object-131-s1-ux">
            <a:extLst xmlns:a="http://schemas.openxmlformats.org/drawingml/2006/main">
              <a:ext uri="{FF2B5EF4-FFF2-40B4-BE49-F238E27FC236}">
                <a16:creationId xmlns:a16="http://schemas.microsoft.com/office/drawing/2014/main" id="{F9611D2F-DE65-47C8-A09E-35824FE6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02" y="4629918"/>
            <a:ext cx="40130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−ir</a:t>
            </a:r>
          </a:p>
        </p:txBody>
      </p:sp>
      <p:sp>
        <p:nvSpPr>
          <p:cNvPr id="55" name="object-132-s1-ux">
            <a:extLst xmlns:a="http://schemas.openxmlformats.org/drawingml/2006/main">
              <a:ext uri="{FF2B5EF4-FFF2-40B4-BE49-F238E27FC236}">
                <a16:creationId xmlns:a16="http://schemas.microsoft.com/office/drawing/2014/main" id="{A3FC2470-2B2B-4270-AF7A-277843DF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9609"/>
            <a:ext cx="71526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α = Σθᵢ</a:t>
            </a:r>
          </a:p>
        </p:txBody>
      </p:sp>
      <p:sp>
        <p:nvSpPr>
          <p:cNvPr id="56" name="object-133-s1-ux">
            <a:extLst xmlns:a="http://schemas.openxmlformats.org/drawingml/2006/main">
              <a:ext uri="{FF2B5EF4-FFF2-40B4-BE49-F238E27FC236}">
                <a16:creationId xmlns:a16="http://schemas.microsoft.com/office/drawing/2014/main" id="{6445D606-DBF6-477A-8CA4-BF45C17D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08875"/>
            <a:ext cx="1657052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p = e^(−iα/2) / √2</a:t>
            </a:r>
          </a:p>
        </p:txBody>
      </p:sp>
      <p:sp>
        <p:nvSpPr>
          <p:cNvPr id="57" name="object-134-s1-ux">
            <a:extLst xmlns:a="http://schemas.openxmlformats.org/drawingml/2006/main">
              <a:ext uri="{FF2B5EF4-FFF2-40B4-BE49-F238E27FC236}">
                <a16:creationId xmlns:a16="http://schemas.microsoft.com/office/drawing/2014/main" id="{551A5852-D750-4B77-AC9F-D00FBD78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08875"/>
            <a:ext cx="1487984" cy="280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 = e^(iα/2) / √2</a:t>
            </a:r>
          </a:p>
        </p:txBody>
      </p:sp>
      <p:sp>
        <p:nvSpPr>
          <p:cNvPr id="58" name="object-135-s1-ux">
            <a:extLst xmlns:a="http://schemas.openxmlformats.org/drawingml/2006/main">
              <a:ext uri="{FF2B5EF4-FFF2-40B4-BE49-F238E27FC236}">
                <a16:creationId xmlns:a16="http://schemas.microsoft.com/office/drawing/2014/main" id="{CD63AAAE-8669-462E-B58E-8CA9CBB1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209609"/>
            <a:ext cx="93240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SX⁵ = SX</a:t>
            </a:r>
          </a:p>
        </p:txBody>
      </p:sp>
      <p:sp>
        <p:nvSpPr>
          <p:cNvPr id="59" name="object-136-s2-ux">
            <a:extLst xmlns:a="http://schemas.openxmlformats.org/drawingml/2006/main">
              <a:ext uri="{FF2B5EF4-FFF2-40B4-BE49-F238E27FC236}">
                <a16:creationId xmlns:a16="http://schemas.microsoft.com/office/drawing/2014/main" id="{069D60EB-884B-455F-A174-3D92D7F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16164"/>
            <a:ext cx="552450" cy="95"/>
          </a:xfrm>
          <a:custGeom xmlns:a="http://schemas.openxmlformats.org/drawingml/2006/main">
            <a:pathLst>
              <a:path w="552450" h="9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60" name="object-136-s2-ux-arrow">
            <a:extLst xmlns:a="http://schemas.openxmlformats.org/drawingml/2006/main">
              <a:ext uri="{FF2B5EF4-FFF2-40B4-BE49-F238E27FC236}">
                <a16:creationId xmlns:a16="http://schemas.microsoft.com/office/drawing/2014/main" id="{9AB950A5-0F68-4207-96B5-DA4EEBA0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59014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61" name="object-137-s2-ux">
            <a:extLst xmlns:a="http://schemas.openxmlformats.org/drawingml/2006/main">
              <a:ext uri="{FF2B5EF4-FFF2-40B4-BE49-F238E27FC236}">
                <a16:creationId xmlns:a16="http://schemas.microsoft.com/office/drawing/2014/main" id="{BE615FC6-6F6E-4BB3-A3EB-D7F49D95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359" y="3858964"/>
            <a:ext cx="31968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fits</a:t>
            </a:r>
          </a:p>
        </p:txBody>
      </p:sp>
      <p:sp>
        <p:nvSpPr>
          <p:cNvPr id="62" name="object-138-s2-ux">
            <a:extLst xmlns:a="http://schemas.openxmlformats.org/drawingml/2006/main">
              <a:ext uri="{FF2B5EF4-FFF2-40B4-BE49-F238E27FC236}">
                <a16:creationId xmlns:a16="http://schemas.microsoft.com/office/drawing/2014/main" id="{1C320E87-0F20-4673-916A-09F89C7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234" y="3305562"/>
            <a:ext cx="1354931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Synthesized S</a:t>
            </a:r>
          </a:p>
        </p:txBody>
      </p:sp>
      <p:sp>
        <p:nvSpPr>
          <p:cNvPr id="63" name="object-139-s2-ux">
            <a:extLst xmlns:a="http://schemas.openxmlformats.org/drawingml/2006/main">
              <a:ext uri="{FF2B5EF4-FFF2-40B4-BE49-F238E27FC236}">
                <a16:creationId xmlns:a16="http://schemas.microsoft.com/office/drawing/2014/main" id="{3216E738-103D-4D9F-99DE-4FD6C3DF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9889"/>
            <a:ext cx="2209800" cy="1371600"/>
          </a:xfrm>
          <a:custGeom xmlns:a="http://schemas.openxmlformats.org/drawingml/2006/main">
            <a:pathLst>
              <a:path w="2209800" h="1371600">
                <a:moveTo>
                  <a:pt x="76200" y="0"/>
                </a:moveTo>
                <a:lnTo>
                  <a:pt x="19755" y="0"/>
                </a:lnTo>
                <a:lnTo>
                  <a:pt x="0" y="8467"/>
                </a:lnTo>
                <a:lnTo>
                  <a:pt x="0" y="1363133"/>
                </a:lnTo>
                <a:lnTo>
                  <a:pt x="19756" y="1371600"/>
                </a:lnTo>
                <a:lnTo>
                  <a:pt x="76200" y="1371600"/>
                </a:lnTo>
              </a:path>
              <a:path w="2209800" h="1371600">
                <a:moveTo>
                  <a:pt x="2133600" y="0"/>
                </a:moveTo>
                <a:lnTo>
                  <a:pt x="2190044" y="0"/>
                </a:lnTo>
                <a:lnTo>
                  <a:pt x="2209800" y="8467"/>
                </a:lnTo>
                <a:lnTo>
                  <a:pt x="2209800" y="1363133"/>
                </a:lnTo>
                <a:lnTo>
                  <a:pt x="2190044" y="1371600"/>
                </a:lnTo>
                <a:lnTo>
                  <a:pt x="2133600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3039"/>
            </a:solidFill>
            <a:prstDash val="solid"/>
          </a:ln>
        </p:spPr>
      </p:sp>
      <p:sp>
        <p:nvSpPr>
          <p:cNvPr id="64" name="object-140-s2-ux">
            <a:extLst xmlns:a="http://schemas.openxmlformats.org/drawingml/2006/main">
              <a:ext uri="{FF2B5EF4-FFF2-40B4-BE49-F238E27FC236}">
                <a16:creationId xmlns:a16="http://schemas.microsoft.com/office/drawing/2014/main" id="{84D672C8-B0C1-484D-A6F6-7D9D05FF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5" name="object-141-s2-ux">
            <a:extLst xmlns:a="http://schemas.openxmlformats.org/drawingml/2006/main">
              <a:ext uri="{FF2B5EF4-FFF2-40B4-BE49-F238E27FC236}">
                <a16:creationId xmlns:a16="http://schemas.microsoft.com/office/drawing/2014/main" id="{ECEA3039-D980-449F-834C-FABD09D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6" name="object-142-s2-ux">
            <a:extLst xmlns:a="http://schemas.openxmlformats.org/drawingml/2006/main">
              <a:ext uri="{FF2B5EF4-FFF2-40B4-BE49-F238E27FC236}">
                <a16:creationId xmlns:a16="http://schemas.microsoft.com/office/drawing/2014/main" id="{0819BBAC-0DCD-4798-A4CC-597F3565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906" y="36012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7" name="object-143-s2-ux">
            <a:extLst xmlns:a="http://schemas.openxmlformats.org/drawingml/2006/main">
              <a:ext uri="{FF2B5EF4-FFF2-40B4-BE49-F238E27FC236}">
                <a16:creationId xmlns:a16="http://schemas.microsoft.com/office/drawing/2014/main" id="{56036F8F-A2F7-403F-B5FB-0DB83C4F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6012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8" name="object-144-s2-ux">
            <a:extLst xmlns:a="http://schemas.openxmlformats.org/drawingml/2006/main">
              <a:ext uri="{FF2B5EF4-FFF2-40B4-BE49-F238E27FC236}">
                <a16:creationId xmlns:a16="http://schemas.microsoft.com/office/drawing/2014/main" id="{4E8B021B-FAE5-417A-849B-9324581A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9" name="object-145-s2-ux">
            <a:extLst xmlns:a="http://schemas.openxmlformats.org/drawingml/2006/main">
              <a:ext uri="{FF2B5EF4-FFF2-40B4-BE49-F238E27FC236}">
                <a16:creationId xmlns:a16="http://schemas.microsoft.com/office/drawing/2014/main" id="{5FD365A5-2D6F-44E1-B1B9-23394264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0" name="object-146-s2-ux">
            <a:extLst xmlns:a="http://schemas.openxmlformats.org/drawingml/2006/main">
              <a:ext uri="{FF2B5EF4-FFF2-40B4-BE49-F238E27FC236}">
                <a16:creationId xmlns:a16="http://schemas.microsoft.com/office/drawing/2014/main" id="{9E15CDC1-6F22-4F78-8FC4-DC12650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65" y="3944118"/>
            <a:ext cx="16918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71" name="object-147-s2-ux">
            <a:extLst xmlns:a="http://schemas.openxmlformats.org/drawingml/2006/main">
              <a:ext uri="{FF2B5EF4-FFF2-40B4-BE49-F238E27FC236}">
                <a16:creationId xmlns:a16="http://schemas.microsoft.com/office/drawing/2014/main" id="{E27FE768-8DCE-4F5F-A869-DED045BA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18" y="39441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2" name="object-148-s2-ux">
            <a:extLst xmlns:a="http://schemas.openxmlformats.org/drawingml/2006/main">
              <a:ext uri="{FF2B5EF4-FFF2-40B4-BE49-F238E27FC236}">
                <a16:creationId xmlns:a16="http://schemas.microsoft.com/office/drawing/2014/main" id="{9DE87C14-CF21-4A58-992D-DDBB3737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2870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3" name="object-149-s2-ux">
            <a:extLst xmlns:a="http://schemas.openxmlformats.org/drawingml/2006/main">
              <a:ext uri="{FF2B5EF4-FFF2-40B4-BE49-F238E27FC236}">
                <a16:creationId xmlns:a16="http://schemas.microsoft.com/office/drawing/2014/main" id="{17E3494F-07F1-4A32-BD28-FE700AF0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2870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4" name="object-150-s2-ux">
            <a:extLst xmlns:a="http://schemas.openxmlformats.org/drawingml/2006/main">
              <a:ext uri="{FF2B5EF4-FFF2-40B4-BE49-F238E27FC236}">
                <a16:creationId xmlns:a16="http://schemas.microsoft.com/office/drawing/2014/main" id="{562E2540-28FF-4E85-9288-B6F55C87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2870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5" name="object-151-s2-ux">
            <a:extLst xmlns:a="http://schemas.openxmlformats.org/drawingml/2006/main">
              <a:ext uri="{FF2B5EF4-FFF2-40B4-BE49-F238E27FC236}">
                <a16:creationId xmlns:a16="http://schemas.microsoft.com/office/drawing/2014/main" id="{D5FD4E9A-A810-49C4-B93B-4AD00D1D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287018"/>
            <a:ext cx="22098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76" name="object-152-s2-ux">
            <a:extLst xmlns:a="http://schemas.openxmlformats.org/drawingml/2006/main">
              <a:ext uri="{FF2B5EF4-FFF2-40B4-BE49-F238E27FC236}">
                <a16:creationId xmlns:a16="http://schemas.microsoft.com/office/drawing/2014/main" id="{6E0F90E5-B671-432D-B416-1BAEAA73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43" y="4629918"/>
            <a:ext cx="236607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7" name="object-153-s2-ux">
            <a:extLst xmlns:a="http://schemas.openxmlformats.org/drawingml/2006/main">
              <a:ext uri="{FF2B5EF4-FFF2-40B4-BE49-F238E27FC236}">
                <a16:creationId xmlns:a16="http://schemas.microsoft.com/office/drawing/2014/main" id="{97D35AF6-335D-4E17-91A9-0BF1BB68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68" y="4629918"/>
            <a:ext cx="236607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8" name="object-154-s2-ux">
            <a:extLst xmlns:a="http://schemas.openxmlformats.org/drawingml/2006/main">
              <a:ext uri="{FF2B5EF4-FFF2-40B4-BE49-F238E27FC236}">
                <a16:creationId xmlns:a16="http://schemas.microsoft.com/office/drawing/2014/main" id="{050542BD-32C5-4DDD-B6EF-6FDFB12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551" y="4629918"/>
            <a:ext cx="157012" cy="36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79" name="object-155-s2-ux">
            <a:extLst xmlns:a="http://schemas.openxmlformats.org/drawingml/2006/main">
              <a:ext uri="{FF2B5EF4-FFF2-40B4-BE49-F238E27FC236}">
                <a16:creationId xmlns:a16="http://schemas.microsoft.com/office/drawing/2014/main" id="{26D490E0-EBB7-4783-B6B0-0A1B667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066" y="4629918"/>
            <a:ext cx="3823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−k</a:t>
            </a:r>
          </a:p>
        </p:txBody>
      </p:sp>
      <p:sp>
        <p:nvSpPr>
          <p:cNvPr id="80" name="object-156-s3-ux">
            <a:extLst xmlns:a="http://schemas.openxmlformats.org/drawingml/2006/main">
              <a:ext uri="{FF2B5EF4-FFF2-40B4-BE49-F238E27FC236}">
                <a16:creationId xmlns:a16="http://schemas.microsoft.com/office/drawing/2014/main" id="{FFD27B8C-235D-4F22-B4F3-FEF2402B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21704"/>
            <a:ext cx="964823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M ⊨ S</a:t>
            </a:r>
          </a:p>
        </p:txBody>
      </p:sp>
      <p:sp>
        <p:nvSpPr>
          <p:cNvPr id="81" name="object-157-s3-ux">
            <a:extLst xmlns:a="http://schemas.openxmlformats.org/drawingml/2006/main">
              <a:ext uri="{FF2B5EF4-FFF2-40B4-BE49-F238E27FC236}">
                <a16:creationId xmlns:a16="http://schemas.microsoft.com/office/drawing/2014/main" id="{2898AB87-BAAF-4A79-92F6-B35C076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97979"/>
            <a:ext cx="978694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a = d = p</a:t>
            </a:r>
          </a:p>
        </p:txBody>
      </p:sp>
      <p:sp>
        <p:nvSpPr>
          <p:cNvPr id="82" name="object-158-s3-ux">
            <a:extLst xmlns:a="http://schemas.openxmlformats.org/drawingml/2006/main">
              <a:ext uri="{FF2B5EF4-FFF2-40B4-BE49-F238E27FC236}">
                <a16:creationId xmlns:a16="http://schemas.microsoft.com/office/drawing/2014/main" id="{123A8575-6ECB-42CE-A8CC-B2FB73F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40879"/>
            <a:ext cx="1467892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b = ip,  e = −ip</a:t>
            </a:r>
          </a:p>
        </p:txBody>
      </p:sp>
      <p:sp>
        <p:nvSpPr>
          <p:cNvPr id="83" name="object-159-s3-ux">
            <a:extLst xmlns:a="http://schemas.openxmlformats.org/drawingml/2006/main">
              <a:ext uri="{FF2B5EF4-FFF2-40B4-BE49-F238E27FC236}">
                <a16:creationId xmlns:a16="http://schemas.microsoft.com/office/drawing/2014/main" id="{CBCAF1B7-22C7-4990-87F8-5476D454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883" y="4283779"/>
            <a:ext cx="1093403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j = r,  k = ir</a:t>
            </a:r>
          </a:p>
        </p:txBody>
      </p:sp>
      <p:sp>
        <p:nvSpPr>
          <p:cNvPr id="84" name="object-160-s3-ux">
            <a:extLst xmlns:a="http://schemas.openxmlformats.org/drawingml/2006/main">
              <a:ext uri="{FF2B5EF4-FFF2-40B4-BE49-F238E27FC236}">
                <a16:creationId xmlns:a16="http://schemas.microsoft.com/office/drawing/2014/main" id="{DBD3DD71-E42B-46D3-BCCE-CB6FF8DC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37157"/>
            <a:ext cx="1610916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 = f = g = h = 0</a:t>
            </a:r>
          </a:p>
        </p:txBody>
      </p:sp>
      <p:sp>
        <p:nvSpPr>
          <p:cNvPr id="85" name="object-161-s5-ux">
            <a:extLst xmlns:a="http://schemas.openxmlformats.org/drawingml/2006/main">
              <a:ext uri="{FF2B5EF4-FFF2-40B4-BE49-F238E27FC236}">
                <a16:creationId xmlns:a16="http://schemas.microsoft.com/office/drawing/2014/main" id="{829FF25B-844B-4089-A5B3-E4FE2366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486787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All 12 gates inside S remain. The rewrite removes one CZ and one CX.</a:t>
            </a:r>
          </a:p>
        </p:txBody>
      </p:sp>
      <p:sp>
        <p:nvSpPr>
          <p:cNvPr id="86" name="object-162-s0-ux">
            <a:extLst xmlns:a="http://schemas.openxmlformats.org/drawingml/2006/main">
              <a:ext uri="{FF2B5EF4-FFF2-40B4-BE49-F238E27FC236}">
                <a16:creationId xmlns:a16="http://schemas.microsoft.com/office/drawing/2014/main" id="{D5EAD4AE-5663-4BD8-A8D7-76CECC92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127724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§5.5 matching method; longer CZ → CX instance derived for this talk</a:t>
            </a:r>
          </a:p>
        </p:txBody>
      </p:sp>
      <p:sp>
        <p:nvSpPr>
          <p:cNvPr id="87" name="object-163-s0-ux">
            <a:extLst xmlns:a="http://schemas.openxmlformats.org/drawingml/2006/main">
              <a:ext uri="{FF2B5EF4-FFF2-40B4-BE49-F238E27FC236}">
                <a16:creationId xmlns:a16="http://schemas.microsoft.com/office/drawing/2014/main" id="{98DB279D-C160-4533-8FC7-6157E602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88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62162A3B-47E5-42F3-B160-261D2576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6 / 6</a:t>
            </a:r>
          </a:p>
        </p:txBody>
      </p:sp>
    </p:spTree>
    <p:extLst>
      <p:ext uri="{BB962C8B-B14F-4D97-AF65-F5344CB8AC3E}">
        <p14:creationId xmlns:p14="http://schemas.microsoft.com/office/powerpoint/2010/main" val="17468085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E42B759E-C5EE-4045-A740-4747DAE6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2117ACC4-CAB5-4744-8562-C485AF4A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133659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Anchoring exposes the adjacent CX pair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9423DD73-5208-4725-BB85-310E31D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1502"/>
            <a:ext cx="171703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Canonical rule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9A6C3FA5-8D9E-4D46-B0DE-D94BAD91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7DBEB44A-0B49-4FDE-A7FB-ADA680C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9AA515B7-AEA2-4824-96D5-23327E8E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48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E62A6E92-7759-4D0B-8BAF-EE02C3B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93E324DD-EA6C-4E83-B747-CA62FDBE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793849"/>
            <a:ext cx="97727" cy="97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5D0BB901-7CCC-4B11-B4F4-D1413845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54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F6060CC6-EDB9-4313-8E93-DBCD66D1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879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91AE0C69-1DB7-4637-ACDC-125CC5A7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953" y="1395666"/>
            <a:ext cx="297586" cy="438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6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0BAF9091-33B8-4DCC-999C-53DAC235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0EA124BD-75CC-48EE-9D50-232BACB1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18AC66B3-96FA-4C71-AD03-8C605157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895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E7C3B995-1EBA-4D53-86FE-F815A6B4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220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43CD6984-3777-41F4-89F5-195B0762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575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9A219FFA-26B9-461D-A27F-2A15DAA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712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3F0EACF2-7F40-40FA-A3B5-091E6518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561" y="1728698"/>
            <a:ext cx="228029" cy="228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7AD6EACC-DFF8-4A90-BCD7-5EE85FE5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566" y="1766703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F04EEF6A-6E98-4D1E-82BA-1C426FC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92954"/>
            <a:ext cx="139109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 CZ = CX S</a:t>
            </a:r>
          </a:p>
        </p:txBody>
      </p:sp>
      <p:sp>
        <p:nvSpPr>
          <p:cNvPr id="21" name="object-82-s0-ux">
            <a:extLst xmlns:a="http://schemas.openxmlformats.org/drawingml/2006/main">
              <a:ext uri="{FF2B5EF4-FFF2-40B4-BE49-F238E27FC236}">
                <a16:creationId xmlns:a16="http://schemas.microsoft.com/office/drawing/2014/main" id="{B4303B5D-34CF-409F-94A6-E10601B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22" name="object-83-s0-ux">
            <a:extLst xmlns:a="http://schemas.openxmlformats.org/drawingml/2006/main">
              <a:ext uri="{FF2B5EF4-FFF2-40B4-BE49-F238E27FC236}">
                <a16:creationId xmlns:a16="http://schemas.microsoft.com/office/drawing/2014/main" id="{C7DFCC5E-5C21-4D12-BEC0-15762A92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710" y="6445568"/>
            <a:ext cx="44574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52EDBE77-C909-49B7-86A5-8F28B2F1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1 / 4</a:t>
            </a:r>
          </a:p>
        </p:txBody>
      </p:sp>
    </p:spTree>
    <p:extLst>
      <p:ext uri="{BB962C8B-B14F-4D97-AF65-F5344CB8AC3E}">
        <p14:creationId xmlns:p14="http://schemas.microsoft.com/office/powerpoint/2010/main" val="181194063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op-accent">
            <a:extLst xmlns:a="http://schemas.openxmlformats.org/drawingml/2006/main">
              <a:ext uri="{FF2B5EF4-FFF2-40B4-BE49-F238E27FC236}">
                <a16:creationId xmlns:a16="http://schemas.microsoft.com/office/drawing/2014/main" id="{4CEA3088-C9A8-4619-AFB4-A34C6B3D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59E2745D-F33C-4E89-A85F-4BA21119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133659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Anchoring exposes the adjacent CX pair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D5457B5F-4C2E-4B09-96E4-CCC84093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1502"/>
            <a:ext cx="171703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Canonical rule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88C84C07-6476-4B8F-81A7-7DF3D06F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1D5A20E9-EC79-48D7-A727-DA76F630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499CF96D-1956-4B33-8BCF-8E35B08C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48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123919CB-B4E8-478E-8381-3E8B3C1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9777F159-19D5-4581-A540-99FB4DC6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793849"/>
            <a:ext cx="97727" cy="97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E5EBC6BC-CED4-461A-9152-3DEE9144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54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7531165B-62EA-4C74-B8DC-85076626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879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C8D2E7BD-5FD9-4CE1-A3D1-1B8C086D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953" y="1395666"/>
            <a:ext cx="297586" cy="438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6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0D4741F6-67D4-4247-9998-E7A4F6E8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653FEA2E-FF3B-4879-9D72-D2EEEE16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2295F0E0-87D3-4B9F-B503-A0ECF6B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895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F2AE66BC-D61D-4161-9513-CFABE8A7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220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6A9236F9-4CF3-4C8C-9229-767FBBC4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575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E50309CA-D0E2-4D40-AA02-B5565032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712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ECD4F717-7585-4DB5-AA5A-CFF3AA82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561" y="1728698"/>
            <a:ext cx="228029" cy="228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9DEF6F64-BBAE-4328-8199-680D8DAC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566" y="1766703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52B42C59-3C53-4A1D-BAED-800DE18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92954"/>
            <a:ext cx="139109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 CZ = CX S</a:t>
            </a:r>
          </a:p>
        </p:txBody>
      </p:sp>
      <p:sp>
        <p:nvSpPr>
          <p:cNvPr id="21" name="object-19-s1-ux">
            <a:extLst xmlns:a="http://schemas.openxmlformats.org/drawingml/2006/main">
              <a:ext uri="{FF2B5EF4-FFF2-40B4-BE49-F238E27FC236}">
                <a16:creationId xmlns:a16="http://schemas.microsoft.com/office/drawing/2014/main" id="{3743721E-5264-4526-B8CB-C396991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0164"/>
            <a:ext cx="95" cy="514350"/>
          </a:xfrm>
          <a:custGeom xmlns:a="http://schemas.openxmlformats.org/drawingml/2006/main">
            <a:pathLst>
              <a:path w="9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2" name="object-19-s1-ux-arrow">
            <a:extLst xmlns:a="http://schemas.openxmlformats.org/drawingml/2006/main">
              <a:ext uri="{FF2B5EF4-FFF2-40B4-BE49-F238E27FC236}">
                <a16:creationId xmlns:a16="http://schemas.microsoft.com/office/drawing/2014/main" id="{B88A58B9-B1C1-4E74-A9AD-FA32B0B7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20689"/>
            <a:ext cx="114300" cy="123825"/>
          </a:xfrm>
          <a:custGeom xmlns:a="http://schemas.openxmlformats.org/drawingml/2006/main">
            <a:pathLst>
              <a:path w="114300" h="123825">
                <a:moveTo>
                  <a:pt x="57150" y="1238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3" name="object-20-s1-ux">
            <a:extLst xmlns:a="http://schemas.openxmlformats.org/drawingml/2006/main">
              <a:ext uri="{FF2B5EF4-FFF2-40B4-BE49-F238E27FC236}">
                <a16:creationId xmlns:a16="http://schemas.microsoft.com/office/drawing/2014/main" id="{DCE8E4D8-2193-4A53-901F-5EBA247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084"/>
            <a:ext cx="237127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append CX to both sides</a:t>
            </a:r>
          </a:p>
        </p:txBody>
      </p:sp>
      <p:sp>
        <p:nvSpPr>
          <p:cNvPr id="24" name="object-21-s1-ux">
            <a:extLst xmlns:a="http://schemas.openxmlformats.org/drawingml/2006/main">
              <a:ext uri="{FF2B5EF4-FFF2-40B4-BE49-F238E27FC236}">
                <a16:creationId xmlns:a16="http://schemas.microsoft.com/office/drawing/2014/main" id="{8092FBFF-07EB-4CF1-9858-7E66C49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1202"/>
            <a:ext cx="169053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Anchored rule</a:t>
            </a:r>
          </a:p>
        </p:txBody>
      </p:sp>
      <p:sp>
        <p:nvSpPr>
          <p:cNvPr id="25" name="object-22-s1-ux">
            <a:extLst xmlns:a="http://schemas.openxmlformats.org/drawingml/2006/main">
              <a:ext uri="{FF2B5EF4-FFF2-40B4-BE49-F238E27FC236}">
                <a16:creationId xmlns:a16="http://schemas.microsoft.com/office/drawing/2014/main" id="{1E8DD3B2-D233-4ACF-9B68-9854B3E2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92164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26" name="object-23-s1-ux">
            <a:extLst xmlns:a="http://schemas.openxmlformats.org/drawingml/2006/main">
              <a:ext uri="{FF2B5EF4-FFF2-40B4-BE49-F238E27FC236}">
                <a16:creationId xmlns:a16="http://schemas.microsoft.com/office/drawing/2014/main" id="{2B227539-946E-4D4F-BFAE-7B7D6C8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4787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27" name="object-24-s1-ux">
            <a:extLst xmlns:a="http://schemas.openxmlformats.org/drawingml/2006/main">
              <a:ext uri="{FF2B5EF4-FFF2-40B4-BE49-F238E27FC236}">
                <a16:creationId xmlns:a16="http://schemas.microsoft.com/office/drawing/2014/main" id="{DF813844-FDFC-4AB9-B40B-00D5463D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48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28" name="object-25-s1-ux">
            <a:extLst xmlns:a="http://schemas.openxmlformats.org/drawingml/2006/main">
              <a:ext uri="{FF2B5EF4-FFF2-40B4-BE49-F238E27FC236}">
                <a16:creationId xmlns:a16="http://schemas.microsoft.com/office/drawing/2014/main" id="{1E571552-268A-4854-8B68-1FDE4FEC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29" name="object-26-s1-ux">
            <a:extLst xmlns:a="http://schemas.openxmlformats.org/drawingml/2006/main">
              <a:ext uri="{FF2B5EF4-FFF2-40B4-BE49-F238E27FC236}">
                <a16:creationId xmlns:a16="http://schemas.microsoft.com/office/drawing/2014/main" id="{000F747B-9319-4355-9A08-70B5F0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3155924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30" name="object-27-s1-ux">
            <a:extLst xmlns:a="http://schemas.openxmlformats.org/drawingml/2006/main">
              <a:ext uri="{FF2B5EF4-FFF2-40B4-BE49-F238E27FC236}">
                <a16:creationId xmlns:a16="http://schemas.microsoft.com/office/drawing/2014/main" id="{8E73AF68-2402-450A-A43A-AEC0971F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54" y="2661863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31" name="object-28-s1-ux">
            <a:extLst xmlns:a="http://schemas.openxmlformats.org/drawingml/2006/main">
              <a:ext uri="{FF2B5EF4-FFF2-40B4-BE49-F238E27FC236}">
                <a16:creationId xmlns:a16="http://schemas.microsoft.com/office/drawing/2014/main" id="{9487E513-6169-4112-B3AB-DA178F70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879" y="2821406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2" name="object-29-s1-ux">
            <a:extLst xmlns:a="http://schemas.openxmlformats.org/drawingml/2006/main">
              <a:ext uri="{FF2B5EF4-FFF2-40B4-BE49-F238E27FC236}">
                <a16:creationId xmlns:a16="http://schemas.microsoft.com/office/drawing/2014/main" id="{3B10E031-B950-4EEB-8564-4E01F1D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34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3" name="object-30-s1-ux">
            <a:extLst xmlns:a="http://schemas.openxmlformats.org/drawingml/2006/main">
              <a:ext uri="{FF2B5EF4-FFF2-40B4-BE49-F238E27FC236}">
                <a16:creationId xmlns:a16="http://schemas.microsoft.com/office/drawing/2014/main" id="{C612BCC7-F444-4E7C-A6C3-223CC7B6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371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34" name="object-31-s1-ux">
            <a:extLst xmlns:a="http://schemas.openxmlformats.org/drawingml/2006/main">
              <a:ext uri="{FF2B5EF4-FFF2-40B4-BE49-F238E27FC236}">
                <a16:creationId xmlns:a16="http://schemas.microsoft.com/office/drawing/2014/main" id="{30A6BAAC-AADA-4581-AF72-8EE1392A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220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5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B3EC04EB-CD89-4701-922F-018303F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6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770F4B5C-BC5B-4AAF-A83D-88316051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35" y="2998476"/>
            <a:ext cx="412623" cy="95"/>
          </a:xfrm>
          <a:custGeom xmlns:a="http://schemas.openxmlformats.org/drawingml/2006/main">
            <a:pathLst>
              <a:path w="412623" h="95">
                <a:moveTo>
                  <a:pt x="0" y="0"/>
                </a:moveTo>
                <a:lnTo>
                  <a:pt x="412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087E86"/>
            </a:solidFill>
            <a:prstDash val="solid"/>
          </a:ln>
        </p:spPr>
      </p:sp>
      <p:sp>
        <p:nvSpPr>
          <p:cNvPr id="37" name="object-33-s1-ux-arrow">
            <a:extLst xmlns:a="http://schemas.openxmlformats.org/drawingml/2006/main">
              <a:ext uri="{FF2B5EF4-FFF2-40B4-BE49-F238E27FC236}">
                <a16:creationId xmlns:a16="http://schemas.microsoft.com/office/drawing/2014/main" id="{9216500E-FE8C-4409-9E99-04F63ED8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533" y="2941326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38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BA35E354-262C-48A4-BBD6-C69DD888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77" y="2792164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39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B5F983F2-B734-4CB2-B601-41F6D647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77" y="3204787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40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9004BD7B-E1CB-4C92-AF5D-84BAC42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88" y="2661863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41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002246A9-AEF9-4EA5-B783-08C763E5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013" y="2821406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42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D45FD726-34E9-4C72-8488-B6BC1C02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368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3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8403D338-4CD3-4B6F-B4F4-3923DCD9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505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44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92C2530F-56D2-4B0E-9C1A-A780ECF0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354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5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2B6C2DD5-E014-427B-A959-43139876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359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6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2695C44B-3F70-4DBB-9B53-0651DC1B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161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7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40358FF5-D3A7-400A-8B62-FB88B123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298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48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D210E431-2151-4C22-B4AB-00409496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147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9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030B00DF-FDD5-440F-B844-C63FD130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50" name="object-82-s0-ux">
            <a:extLst xmlns:a="http://schemas.openxmlformats.org/drawingml/2006/main">
              <a:ext uri="{FF2B5EF4-FFF2-40B4-BE49-F238E27FC236}">
                <a16:creationId xmlns:a16="http://schemas.microsoft.com/office/drawing/2014/main" id="{574193E2-9C28-4299-A9CD-107095D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51" name="object-83-s0-ux">
            <a:extLst xmlns:a="http://schemas.openxmlformats.org/drawingml/2006/main">
              <a:ext uri="{FF2B5EF4-FFF2-40B4-BE49-F238E27FC236}">
                <a16:creationId xmlns:a16="http://schemas.microsoft.com/office/drawing/2014/main" id="{608CCC3E-F278-41BF-A880-C5E26372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710" y="6445568"/>
            <a:ext cx="44574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52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155C8714-1F21-4923-9E92-76FD01CE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2 / 4</a:t>
            </a:r>
          </a:p>
        </p:txBody>
      </p:sp>
    </p:spTree>
    <p:extLst>
      <p:ext uri="{BB962C8B-B14F-4D97-AF65-F5344CB8AC3E}">
        <p14:creationId xmlns:p14="http://schemas.microsoft.com/office/powerpoint/2010/main" val="841028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op-accent">
            <a:extLst xmlns:a="http://schemas.openxmlformats.org/drawingml/2006/main">
              <a:ext uri="{FF2B5EF4-FFF2-40B4-BE49-F238E27FC236}">
                <a16:creationId xmlns:a16="http://schemas.microsoft.com/office/drawing/2014/main" id="{2CF44AD4-D029-4F93-A357-6270173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1256B9FC-853F-419A-A4D9-ED2E7ED5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133659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Anchoring exposes the adjacent CX pair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3C6C4C7B-9BA7-4550-B582-36855FAF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1502"/>
            <a:ext cx="171703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Canonical rule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4493838E-2956-4F3E-BCC1-0F98BDE1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00AF3BED-1DD4-41B4-B8F0-D5FF9BF6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1544A974-F94E-42F9-8271-5823EA1A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48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263CB4E4-C200-4D7C-8A3A-38C4EA32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B609F192-4C1E-4DD0-BE36-51F0DEEE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793849"/>
            <a:ext cx="97727" cy="97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87D38D98-F02D-4539-B305-C3D282E2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54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B07DA2C4-CC84-47E6-876F-6395F2C2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879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C9DD21A2-23B6-42E5-9B9E-1B00AB58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953" y="1395666"/>
            <a:ext cx="297586" cy="438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6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B6EDD74C-E478-4DB4-8270-361ED973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06A397E1-03D1-4217-9488-323A3EEC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BBB5D588-26EE-4359-924C-878C0B4C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895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C3E53F78-D4F2-4677-BB83-0C2BF1CB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220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A29D48EE-5A4E-4330-8136-F60B691A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575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0C8E59DE-4E28-4D01-B572-49D09F9C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712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DBF09CE8-842A-4A5B-B025-555C0E34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561" y="1728698"/>
            <a:ext cx="228029" cy="228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5498ABD4-938E-477D-B28C-A4563E3C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566" y="1766703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5E9F6B84-6449-42D9-A3BB-F3AFC38E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92954"/>
            <a:ext cx="139109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 CZ = CX S</a:t>
            </a:r>
          </a:p>
        </p:txBody>
      </p:sp>
      <p:sp>
        <p:nvSpPr>
          <p:cNvPr id="21" name="object-19-s1-ux">
            <a:extLst xmlns:a="http://schemas.openxmlformats.org/drawingml/2006/main">
              <a:ext uri="{FF2B5EF4-FFF2-40B4-BE49-F238E27FC236}">
                <a16:creationId xmlns:a16="http://schemas.microsoft.com/office/drawing/2014/main" id="{4BD2907A-1328-4CD9-9D84-AF0CCB16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0164"/>
            <a:ext cx="95" cy="514350"/>
          </a:xfrm>
          <a:custGeom xmlns:a="http://schemas.openxmlformats.org/drawingml/2006/main">
            <a:pathLst>
              <a:path w="9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2" name="object-19-s1-ux-arrow">
            <a:extLst xmlns:a="http://schemas.openxmlformats.org/drawingml/2006/main">
              <a:ext uri="{FF2B5EF4-FFF2-40B4-BE49-F238E27FC236}">
                <a16:creationId xmlns:a16="http://schemas.microsoft.com/office/drawing/2014/main" id="{ECECAB80-A6BF-488E-9BB1-3338BB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20689"/>
            <a:ext cx="114300" cy="123825"/>
          </a:xfrm>
          <a:custGeom xmlns:a="http://schemas.openxmlformats.org/drawingml/2006/main">
            <a:pathLst>
              <a:path w="114300" h="123825">
                <a:moveTo>
                  <a:pt x="57150" y="1238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3" name="object-20-s1-ux">
            <a:extLst xmlns:a="http://schemas.openxmlformats.org/drawingml/2006/main">
              <a:ext uri="{FF2B5EF4-FFF2-40B4-BE49-F238E27FC236}">
                <a16:creationId xmlns:a16="http://schemas.microsoft.com/office/drawing/2014/main" id="{D504980A-E185-4F1A-A74E-0E934C3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084"/>
            <a:ext cx="237127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append CX to both sides</a:t>
            </a:r>
          </a:p>
        </p:txBody>
      </p:sp>
      <p:sp>
        <p:nvSpPr>
          <p:cNvPr id="24" name="object-21-s1-ux">
            <a:extLst xmlns:a="http://schemas.openxmlformats.org/drawingml/2006/main">
              <a:ext uri="{FF2B5EF4-FFF2-40B4-BE49-F238E27FC236}">
                <a16:creationId xmlns:a16="http://schemas.microsoft.com/office/drawing/2014/main" id="{41F11A76-E784-4007-85AB-D8E5FC62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1202"/>
            <a:ext cx="169053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Anchored rule</a:t>
            </a:r>
          </a:p>
        </p:txBody>
      </p:sp>
      <p:sp>
        <p:nvSpPr>
          <p:cNvPr id="25" name="object-22-s1-ux">
            <a:extLst xmlns:a="http://schemas.openxmlformats.org/drawingml/2006/main">
              <a:ext uri="{FF2B5EF4-FFF2-40B4-BE49-F238E27FC236}">
                <a16:creationId xmlns:a16="http://schemas.microsoft.com/office/drawing/2014/main" id="{D24ADBC8-BF33-478F-A077-8765FE15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92164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26" name="object-23-s1-ux">
            <a:extLst xmlns:a="http://schemas.openxmlformats.org/drawingml/2006/main">
              <a:ext uri="{FF2B5EF4-FFF2-40B4-BE49-F238E27FC236}">
                <a16:creationId xmlns:a16="http://schemas.microsoft.com/office/drawing/2014/main" id="{4F7D3B8A-7DD4-4490-8CF4-F6D1650D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4787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27" name="object-24-s1-ux">
            <a:extLst xmlns:a="http://schemas.openxmlformats.org/drawingml/2006/main">
              <a:ext uri="{FF2B5EF4-FFF2-40B4-BE49-F238E27FC236}">
                <a16:creationId xmlns:a16="http://schemas.microsoft.com/office/drawing/2014/main" id="{32250D95-5E0E-4EBF-BB59-525164AA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48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28" name="object-25-s1-ux">
            <a:extLst xmlns:a="http://schemas.openxmlformats.org/drawingml/2006/main">
              <a:ext uri="{FF2B5EF4-FFF2-40B4-BE49-F238E27FC236}">
                <a16:creationId xmlns:a16="http://schemas.microsoft.com/office/drawing/2014/main" id="{19B57E25-4D4D-4C83-AC09-571B6FF1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29" name="object-26-s1-ux">
            <a:extLst xmlns:a="http://schemas.openxmlformats.org/drawingml/2006/main">
              <a:ext uri="{FF2B5EF4-FFF2-40B4-BE49-F238E27FC236}">
                <a16:creationId xmlns:a16="http://schemas.microsoft.com/office/drawing/2014/main" id="{A583C234-9518-4ECB-9A83-E390F2B3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3155924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30" name="object-27-s1-ux">
            <a:extLst xmlns:a="http://schemas.openxmlformats.org/drawingml/2006/main">
              <a:ext uri="{FF2B5EF4-FFF2-40B4-BE49-F238E27FC236}">
                <a16:creationId xmlns:a16="http://schemas.microsoft.com/office/drawing/2014/main" id="{C39EEA76-135F-4C03-900C-DECF6C38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54" y="2661863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31" name="object-28-s1-ux">
            <a:extLst xmlns:a="http://schemas.openxmlformats.org/drawingml/2006/main">
              <a:ext uri="{FF2B5EF4-FFF2-40B4-BE49-F238E27FC236}">
                <a16:creationId xmlns:a16="http://schemas.microsoft.com/office/drawing/2014/main" id="{0371CB72-71A3-4A86-AD0C-1AC7CECF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879" y="2821406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2" name="object-29-s1-ux">
            <a:extLst xmlns:a="http://schemas.openxmlformats.org/drawingml/2006/main">
              <a:ext uri="{FF2B5EF4-FFF2-40B4-BE49-F238E27FC236}">
                <a16:creationId xmlns:a16="http://schemas.microsoft.com/office/drawing/2014/main" id="{9D900562-ACE3-4CBF-A2BA-0A8BF9E6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34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3" name="object-30-s1-ux">
            <a:extLst xmlns:a="http://schemas.openxmlformats.org/drawingml/2006/main">
              <a:ext uri="{FF2B5EF4-FFF2-40B4-BE49-F238E27FC236}">
                <a16:creationId xmlns:a16="http://schemas.microsoft.com/office/drawing/2014/main" id="{E3D73230-C475-4BAE-9A73-667B448C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371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34" name="object-31-s1-ux">
            <a:extLst xmlns:a="http://schemas.openxmlformats.org/drawingml/2006/main">
              <a:ext uri="{FF2B5EF4-FFF2-40B4-BE49-F238E27FC236}">
                <a16:creationId xmlns:a16="http://schemas.microsoft.com/office/drawing/2014/main" id="{9F4F5EFE-D32D-4423-B6F4-635BC464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220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5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C47AB4A2-5E5A-4F8D-98F7-0D73B46B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6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C897B94E-72A1-4F14-8A8C-D5B4B9EB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35" y="2998476"/>
            <a:ext cx="412623" cy="95"/>
          </a:xfrm>
          <a:custGeom xmlns:a="http://schemas.openxmlformats.org/drawingml/2006/main">
            <a:pathLst>
              <a:path w="412623" h="95">
                <a:moveTo>
                  <a:pt x="0" y="0"/>
                </a:moveTo>
                <a:lnTo>
                  <a:pt x="412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087E86"/>
            </a:solidFill>
            <a:prstDash val="solid"/>
          </a:ln>
        </p:spPr>
      </p:sp>
      <p:sp>
        <p:nvSpPr>
          <p:cNvPr id="37" name="object-33-s1-ux-arrow">
            <a:extLst xmlns:a="http://schemas.openxmlformats.org/drawingml/2006/main">
              <a:ext uri="{FF2B5EF4-FFF2-40B4-BE49-F238E27FC236}">
                <a16:creationId xmlns:a16="http://schemas.microsoft.com/office/drawing/2014/main" id="{31289A99-6ADC-41AB-A885-11944970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533" y="2941326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38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AC46CB96-8215-416C-B732-792CB1AE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77" y="2792164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39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A492EDFF-FE43-4622-9107-7A035E28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77" y="3204787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40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DB1544E9-87DA-4C1D-A6C2-60799559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88" y="2661863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41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1D912972-A9E2-478D-85E6-0E1D6721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013" y="2821406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42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B46DAA24-EE70-4C02-98C2-07D22E2E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368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3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FCF28792-93E0-4116-8426-C93F64E5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505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44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333697BD-2859-4164-AF01-4CA1525C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354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5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F18A0355-7B1D-4908-9745-D16A901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359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6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C38591F0-BA09-4488-B881-362ED84F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161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7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AE4465F8-34AD-4CC7-A086-35DAD3A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298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48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9CDF084B-9648-462A-98FE-54614FF8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147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9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4EBACEC0-A689-433D-ACED-B5D2B88A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50" name="object-46-s2-ux">
            <a:extLst xmlns:a="http://schemas.openxmlformats.org/drawingml/2006/main">
              <a:ext uri="{FF2B5EF4-FFF2-40B4-BE49-F238E27FC236}">
                <a16:creationId xmlns:a16="http://schemas.microsoft.com/office/drawing/2014/main" id="{4AC8D5F2-A3F8-45C3-AD45-50E6D793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2739"/>
            <a:ext cx="10763250" cy="95"/>
          </a:xfrm>
          <a:custGeom xmlns:a="http://schemas.openxmlformats.org/drawingml/2006/main">
            <a:pathLst>
              <a:path w="10763250" h="95">
                <a:moveTo>
                  <a:pt x="0" y="0"/>
                </a:moveTo>
                <a:lnTo>
                  <a:pt x="1076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51" name="object-47-s2-ux">
            <a:extLst xmlns:a="http://schemas.openxmlformats.org/drawingml/2006/main">
              <a:ext uri="{FF2B5EF4-FFF2-40B4-BE49-F238E27FC236}">
                <a16:creationId xmlns:a16="http://schemas.microsoft.com/office/drawing/2014/main" id="{7123DA78-5B00-4FBB-AC92-F0E37826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8004"/>
            <a:ext cx="2451943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cancellation</a:t>
            </a:r>
          </a:p>
        </p:txBody>
      </p:sp>
      <p:sp>
        <p:nvSpPr>
          <p:cNvPr id="52" name="object-48-s2-ux">
            <a:extLst xmlns:a="http://schemas.openxmlformats.org/drawingml/2006/main">
              <a:ext uri="{FF2B5EF4-FFF2-40B4-BE49-F238E27FC236}">
                <a16:creationId xmlns:a16="http://schemas.microsoft.com/office/drawing/2014/main" id="{C0B86D32-FCAD-4091-BDD8-85763DE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4739"/>
            <a:ext cx="1533525" cy="95"/>
          </a:xfrm>
          <a:custGeom xmlns:a="http://schemas.openxmlformats.org/drawingml/2006/main">
            <a:pathLst>
              <a:path w="1533525" h="95">
                <a:moveTo>
                  <a:pt x="0" y="0"/>
                </a:moveTo>
                <a:lnTo>
                  <a:pt x="153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53" name="object-49-s2-ux">
            <a:extLst xmlns:a="http://schemas.openxmlformats.org/drawingml/2006/main">
              <a:ext uri="{FF2B5EF4-FFF2-40B4-BE49-F238E27FC236}">
                <a16:creationId xmlns:a16="http://schemas.microsoft.com/office/drawing/2014/main" id="{C7016784-8F11-4406-9377-25B3A742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0982"/>
            <a:ext cx="1533525" cy="95"/>
          </a:xfrm>
          <a:custGeom xmlns:a="http://schemas.openxmlformats.org/drawingml/2006/main">
            <a:pathLst>
              <a:path w="1533525" h="95">
                <a:moveTo>
                  <a:pt x="0" y="0"/>
                </a:moveTo>
                <a:lnTo>
                  <a:pt x="153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54" name="object-50-s2-ux">
            <a:extLst xmlns:a="http://schemas.openxmlformats.org/drawingml/2006/main">
              <a:ext uri="{FF2B5EF4-FFF2-40B4-BE49-F238E27FC236}">
                <a16:creationId xmlns:a16="http://schemas.microsoft.com/office/drawing/2014/main" id="{7D1E2FDA-0753-4EB9-BCAA-2D6E97BC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04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5" name="object-51-s2-ux">
            <a:extLst xmlns:a="http://schemas.openxmlformats.org/drawingml/2006/main">
              <a:ext uri="{FF2B5EF4-FFF2-40B4-BE49-F238E27FC236}">
                <a16:creationId xmlns:a16="http://schemas.microsoft.com/office/drawing/2014/main" id="{7F77A742-FB2D-4AA9-91AB-744337D8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12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56" name="object-52-s2-ux">
            <a:extLst xmlns:a="http://schemas.openxmlformats.org/drawingml/2006/main">
              <a:ext uri="{FF2B5EF4-FFF2-40B4-BE49-F238E27FC236}">
                <a16:creationId xmlns:a16="http://schemas.microsoft.com/office/drawing/2014/main" id="{FBBD877C-BBCB-429B-AB8A-41068BA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89" y="4645968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7" name="object-53-s2-ux">
            <a:extLst xmlns:a="http://schemas.openxmlformats.org/drawingml/2006/main">
              <a:ext uri="{FF2B5EF4-FFF2-40B4-BE49-F238E27FC236}">
                <a16:creationId xmlns:a16="http://schemas.microsoft.com/office/drawing/2014/main" id="{9DFC528F-AA62-45DC-9594-78938AE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" y="4684306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8" name="object-54-s2-ux">
            <a:extLst xmlns:a="http://schemas.openxmlformats.org/drawingml/2006/main">
              <a:ext uri="{FF2B5EF4-FFF2-40B4-BE49-F238E27FC236}">
                <a16:creationId xmlns:a16="http://schemas.microsoft.com/office/drawing/2014/main" id="{BFBCF9D9-EDFC-4B44-9E5E-7410731B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421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9" name="object-55-s2-ux">
            <a:extLst xmlns:a="http://schemas.openxmlformats.org/drawingml/2006/main">
              <a:ext uri="{FF2B5EF4-FFF2-40B4-BE49-F238E27FC236}">
                <a16:creationId xmlns:a16="http://schemas.microsoft.com/office/drawing/2014/main" id="{01118535-96F4-4F33-BE90-84E6AF0F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129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60" name="object-56-s2-ux">
            <a:extLst xmlns:a="http://schemas.openxmlformats.org/drawingml/2006/main">
              <a:ext uri="{FF2B5EF4-FFF2-40B4-BE49-F238E27FC236}">
                <a16:creationId xmlns:a16="http://schemas.microsoft.com/office/drawing/2014/main" id="{DEAB4ECE-581B-4C08-9A61-695240C4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407" y="4645968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61" name="object-57-s2-ux">
            <a:extLst xmlns:a="http://schemas.openxmlformats.org/drawingml/2006/main">
              <a:ext uri="{FF2B5EF4-FFF2-40B4-BE49-F238E27FC236}">
                <a16:creationId xmlns:a16="http://schemas.microsoft.com/office/drawing/2014/main" id="{3B4AE46F-7678-4CA4-A4AB-5599223A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45" y="4684306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62" name="object-58-s2-ux">
            <a:extLst xmlns:a="http://schemas.openxmlformats.org/drawingml/2006/main">
              <a:ext uri="{FF2B5EF4-FFF2-40B4-BE49-F238E27FC236}">
                <a16:creationId xmlns:a16="http://schemas.microsoft.com/office/drawing/2014/main" id="{6059D505-F74E-463A-AE83-2FCEB0A2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970" y="4552861"/>
            <a:ext cx="416242" cy="95"/>
          </a:xfrm>
          <a:custGeom xmlns:a="http://schemas.openxmlformats.org/drawingml/2006/main">
            <a:pathLst>
              <a:path w="416242" h="95">
                <a:moveTo>
                  <a:pt x="0" y="0"/>
                </a:moveTo>
                <a:lnTo>
                  <a:pt x="416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087E86"/>
            </a:solidFill>
            <a:prstDash val="solid"/>
          </a:ln>
        </p:spPr>
      </p:sp>
      <p:sp>
        <p:nvSpPr>
          <p:cNvPr id="63" name="object-58-s2-ux-arrow">
            <a:extLst xmlns:a="http://schemas.openxmlformats.org/drawingml/2006/main">
              <a:ext uri="{FF2B5EF4-FFF2-40B4-BE49-F238E27FC236}">
                <a16:creationId xmlns:a16="http://schemas.microsoft.com/office/drawing/2014/main" id="{D7F3B3D4-9CC3-4C9F-9FE5-AAE067C7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87" y="4495711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64" name="object-59-s2-ux">
            <a:extLst xmlns:a="http://schemas.openxmlformats.org/drawingml/2006/main">
              <a:ext uri="{FF2B5EF4-FFF2-40B4-BE49-F238E27FC236}">
                <a16:creationId xmlns:a16="http://schemas.microsoft.com/office/drawing/2014/main" id="{F15A41C9-26E4-47A1-AC04-F7C71C9F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65" y="4344739"/>
            <a:ext cx="963930" cy="95"/>
          </a:xfrm>
          <a:custGeom xmlns:a="http://schemas.openxmlformats.org/drawingml/2006/main">
            <a:pathLst>
              <a:path w="963930" h="95">
                <a:moveTo>
                  <a:pt x="0" y="0"/>
                </a:moveTo>
                <a:lnTo>
                  <a:pt x="963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65" name="object-60-s2-ux">
            <a:extLst xmlns:a="http://schemas.openxmlformats.org/drawingml/2006/main">
              <a:ext uri="{FF2B5EF4-FFF2-40B4-BE49-F238E27FC236}">
                <a16:creationId xmlns:a16="http://schemas.microsoft.com/office/drawing/2014/main" id="{7338A53D-2939-485C-9CBC-2B940BE4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65" y="4760982"/>
            <a:ext cx="963930" cy="95"/>
          </a:xfrm>
          <a:custGeom xmlns:a="http://schemas.openxmlformats.org/drawingml/2006/main">
            <a:pathLst>
              <a:path w="963930" h="95">
                <a:moveTo>
                  <a:pt x="0" y="0"/>
                </a:moveTo>
                <a:lnTo>
                  <a:pt x="963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66" name="object-61-s2-ux">
            <a:extLst xmlns:a="http://schemas.openxmlformats.org/drawingml/2006/main">
              <a:ext uri="{FF2B5EF4-FFF2-40B4-BE49-F238E27FC236}">
                <a16:creationId xmlns:a16="http://schemas.microsoft.com/office/drawing/2014/main" id="{CB1C50EF-2A8D-4775-8B6A-6A7B7280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055" y="5096262"/>
            <a:ext cx="2344489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identity equivalence class</a:t>
            </a:r>
          </a:p>
        </p:txBody>
      </p:sp>
      <p:sp>
        <p:nvSpPr>
          <p:cNvPr id="67" name="object-82-s0-ux">
            <a:extLst xmlns:a="http://schemas.openxmlformats.org/drawingml/2006/main">
              <a:ext uri="{FF2B5EF4-FFF2-40B4-BE49-F238E27FC236}">
                <a16:creationId xmlns:a16="http://schemas.microsoft.com/office/drawing/2014/main" id="{122B4288-D03B-4FD7-B828-71692D26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68" name="object-83-s0-ux">
            <a:extLst xmlns:a="http://schemas.openxmlformats.org/drawingml/2006/main">
              <a:ext uri="{FF2B5EF4-FFF2-40B4-BE49-F238E27FC236}">
                <a16:creationId xmlns:a16="http://schemas.microsoft.com/office/drawing/2014/main" id="{F2CA97F9-6D6B-49AB-9A1B-27D58573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710" y="6445568"/>
            <a:ext cx="44574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69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8AF86D5C-649C-4411-A53A-E7C8EF5D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3 / 4</a:t>
            </a:r>
          </a:p>
        </p:txBody>
      </p:sp>
    </p:spTree>
    <p:extLst>
      <p:ext uri="{BB962C8B-B14F-4D97-AF65-F5344CB8AC3E}">
        <p14:creationId xmlns:p14="http://schemas.microsoft.com/office/powerpoint/2010/main" val="104529476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top-accent">
            <a:extLst xmlns:a="http://schemas.openxmlformats.org/drawingml/2006/main">
              <a:ext uri="{FF2B5EF4-FFF2-40B4-BE49-F238E27FC236}">
                <a16:creationId xmlns:a16="http://schemas.microsoft.com/office/drawing/2014/main" id="{769F14DB-B8AF-4675-A83B-2E8F75BE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3CACC59D-E8F2-44F7-9EF6-0613AE20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7133659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Anchoring exposes the adjacent CX pair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AE60ACE0-86C2-4436-BA5E-746958D4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1502"/>
            <a:ext cx="171703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Canonical rule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B949D7D9-1D29-4A95-9300-E35A741B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E92FA73A-754F-4F6D-94EB-E08031AB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8140260D-6E05-47EE-878F-342C64D1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48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3AF31B49-4D81-4750-8DB0-00E5A459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4A9EA530-AC13-4AEF-A4C1-EFB254F6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1793849"/>
            <a:ext cx="97727" cy="977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A344B9A3-C912-454F-8B50-06848409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54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60CCAED3-B957-4F6F-946D-F33A0587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879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6CF81620-D47E-4816-A2E9-53A1FE38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953" y="1395666"/>
            <a:ext cx="297586" cy="438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5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65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790F3100-BAF1-4309-8207-11138E2C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430089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DD8D267D-7F63-47AE-9351-970931E6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842712"/>
            <a:ext cx="1520190" cy="95"/>
          </a:xfrm>
          <a:custGeom xmlns:a="http://schemas.openxmlformats.org/drawingml/2006/main">
            <a:pathLst>
              <a:path w="1520190" h="95">
                <a:moveTo>
                  <a:pt x="0" y="0"/>
                </a:moveTo>
                <a:lnTo>
                  <a:pt x="1520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09CEABE0-AD2C-447C-8A96-AB77918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895" y="1299788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D9982EE6-A224-4372-ABD8-2519CBB9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220" y="1459331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55CCA9E2-9461-48A3-9D55-CEF6E87D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575" y="1430089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15BB0ACE-5F5C-423A-A40A-3DE05555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712" y="1381226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0033413E-9456-4FBC-899B-595999B9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561" y="1728698"/>
            <a:ext cx="228029" cy="228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3AA84C66-0733-49C1-8532-9E2522DF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566" y="1766703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67B2469A-9F74-4C55-8530-6F3F43FB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92954"/>
            <a:ext cx="139109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 CZ = CX S</a:t>
            </a:r>
          </a:p>
        </p:txBody>
      </p:sp>
      <p:sp>
        <p:nvSpPr>
          <p:cNvPr id="21" name="object-19-s1-ux">
            <a:extLst xmlns:a="http://schemas.openxmlformats.org/drawingml/2006/main">
              <a:ext uri="{FF2B5EF4-FFF2-40B4-BE49-F238E27FC236}">
                <a16:creationId xmlns:a16="http://schemas.microsoft.com/office/drawing/2014/main" id="{ADDE46D4-DA11-4A45-B02B-190D1A91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0164"/>
            <a:ext cx="95" cy="514350"/>
          </a:xfrm>
          <a:custGeom xmlns:a="http://schemas.openxmlformats.org/drawingml/2006/main">
            <a:pathLst>
              <a:path w="9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7E86"/>
            </a:solidFill>
            <a:prstDash val="solid"/>
          </a:ln>
        </p:spPr>
      </p:sp>
      <p:sp>
        <p:nvSpPr>
          <p:cNvPr id="22" name="object-19-s1-ux-arrow">
            <a:extLst xmlns:a="http://schemas.openxmlformats.org/drawingml/2006/main">
              <a:ext uri="{FF2B5EF4-FFF2-40B4-BE49-F238E27FC236}">
                <a16:creationId xmlns:a16="http://schemas.microsoft.com/office/drawing/2014/main" id="{C2729828-22D0-4178-A54C-B015A1B1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20689"/>
            <a:ext cx="114300" cy="123825"/>
          </a:xfrm>
          <a:custGeom xmlns:a="http://schemas.openxmlformats.org/drawingml/2006/main">
            <a:pathLst>
              <a:path w="114300" h="123825">
                <a:moveTo>
                  <a:pt x="57150" y="1238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3" name="object-20-s1-ux">
            <a:extLst xmlns:a="http://schemas.openxmlformats.org/drawingml/2006/main">
              <a:ext uri="{FF2B5EF4-FFF2-40B4-BE49-F238E27FC236}">
                <a16:creationId xmlns:a16="http://schemas.microsoft.com/office/drawing/2014/main" id="{C015AC28-3059-4EE5-AC03-01F6C8A5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084"/>
            <a:ext cx="237127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append CX to both sides</a:t>
            </a:r>
          </a:p>
        </p:txBody>
      </p:sp>
      <p:sp>
        <p:nvSpPr>
          <p:cNvPr id="24" name="object-21-s1-ux">
            <a:extLst xmlns:a="http://schemas.openxmlformats.org/drawingml/2006/main">
              <a:ext uri="{FF2B5EF4-FFF2-40B4-BE49-F238E27FC236}">
                <a16:creationId xmlns:a16="http://schemas.microsoft.com/office/drawing/2014/main" id="{206AF00A-5B4C-4C7A-9943-0533B45C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1202"/>
            <a:ext cx="169053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Anchored rule</a:t>
            </a:r>
          </a:p>
        </p:txBody>
      </p:sp>
      <p:sp>
        <p:nvSpPr>
          <p:cNvPr id="25" name="object-22-s1-ux">
            <a:extLst xmlns:a="http://schemas.openxmlformats.org/drawingml/2006/main">
              <a:ext uri="{FF2B5EF4-FFF2-40B4-BE49-F238E27FC236}">
                <a16:creationId xmlns:a16="http://schemas.microsoft.com/office/drawing/2014/main" id="{0FA8961F-A4DD-4F10-B58A-69AE5533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92164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26" name="object-23-s1-ux">
            <a:extLst xmlns:a="http://schemas.openxmlformats.org/drawingml/2006/main">
              <a:ext uri="{FF2B5EF4-FFF2-40B4-BE49-F238E27FC236}">
                <a16:creationId xmlns:a16="http://schemas.microsoft.com/office/drawing/2014/main" id="{92C01A37-AD8B-4F5F-9B6B-B71D0EC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4787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27" name="object-24-s1-ux">
            <a:extLst xmlns:a="http://schemas.openxmlformats.org/drawingml/2006/main">
              <a:ext uri="{FF2B5EF4-FFF2-40B4-BE49-F238E27FC236}">
                <a16:creationId xmlns:a16="http://schemas.microsoft.com/office/drawing/2014/main" id="{FC965C42-0923-484F-9164-049778B8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648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28" name="object-25-s1-ux">
            <a:extLst xmlns:a="http://schemas.openxmlformats.org/drawingml/2006/main">
              <a:ext uri="{FF2B5EF4-FFF2-40B4-BE49-F238E27FC236}">
                <a16:creationId xmlns:a16="http://schemas.microsoft.com/office/drawing/2014/main" id="{93FE15B7-D567-4A92-92A2-D71CB2A4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29" name="object-26-s1-ux">
            <a:extLst xmlns:a="http://schemas.openxmlformats.org/drawingml/2006/main">
              <a:ext uri="{FF2B5EF4-FFF2-40B4-BE49-F238E27FC236}">
                <a16:creationId xmlns:a16="http://schemas.microsoft.com/office/drawing/2014/main" id="{F306071F-88A5-496D-91D4-D9D5B38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85" y="3155924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30" name="object-27-s1-ux">
            <a:extLst xmlns:a="http://schemas.openxmlformats.org/drawingml/2006/main">
              <a:ext uri="{FF2B5EF4-FFF2-40B4-BE49-F238E27FC236}">
                <a16:creationId xmlns:a16="http://schemas.microsoft.com/office/drawing/2014/main" id="{0193E201-7B79-4A1C-9876-F82BDDD3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554" y="2661863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31" name="object-28-s1-ux">
            <a:extLst xmlns:a="http://schemas.openxmlformats.org/drawingml/2006/main">
              <a:ext uri="{FF2B5EF4-FFF2-40B4-BE49-F238E27FC236}">
                <a16:creationId xmlns:a16="http://schemas.microsoft.com/office/drawing/2014/main" id="{659E1837-3BB3-43E4-818A-017B16B6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879" y="2821406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2" name="object-29-s1-ux">
            <a:extLst xmlns:a="http://schemas.openxmlformats.org/drawingml/2006/main">
              <a:ext uri="{FF2B5EF4-FFF2-40B4-BE49-F238E27FC236}">
                <a16:creationId xmlns:a16="http://schemas.microsoft.com/office/drawing/2014/main" id="{A5F842E9-78D7-48AE-AEDB-6DD952CC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34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3" name="object-30-s1-ux">
            <a:extLst xmlns:a="http://schemas.openxmlformats.org/drawingml/2006/main">
              <a:ext uri="{FF2B5EF4-FFF2-40B4-BE49-F238E27FC236}">
                <a16:creationId xmlns:a16="http://schemas.microsoft.com/office/drawing/2014/main" id="{41ED6FDB-8A55-47E6-A256-BB591D00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371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34" name="object-31-s1-ux">
            <a:extLst xmlns:a="http://schemas.openxmlformats.org/drawingml/2006/main">
              <a:ext uri="{FF2B5EF4-FFF2-40B4-BE49-F238E27FC236}">
                <a16:creationId xmlns:a16="http://schemas.microsoft.com/office/drawing/2014/main" id="{107D70CF-A753-4390-AA8F-7B66D0CA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220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5" name="object-32-s1-ux">
            <a:extLst xmlns:a="http://schemas.openxmlformats.org/drawingml/2006/main">
              <a:ext uri="{FF2B5EF4-FFF2-40B4-BE49-F238E27FC236}">
                <a16:creationId xmlns:a16="http://schemas.microsoft.com/office/drawing/2014/main" id="{DEBA58B7-B8B5-4BFE-864F-0A6A732D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36" name="object-33-s1-ux">
            <a:extLst xmlns:a="http://schemas.openxmlformats.org/drawingml/2006/main">
              <a:ext uri="{FF2B5EF4-FFF2-40B4-BE49-F238E27FC236}">
                <a16:creationId xmlns:a16="http://schemas.microsoft.com/office/drawing/2014/main" id="{7EE64BFF-4C5A-48A4-A1D0-71EC6D11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35" y="2998476"/>
            <a:ext cx="412623" cy="95"/>
          </a:xfrm>
          <a:custGeom xmlns:a="http://schemas.openxmlformats.org/drawingml/2006/main">
            <a:pathLst>
              <a:path w="412623" h="95">
                <a:moveTo>
                  <a:pt x="0" y="0"/>
                </a:moveTo>
                <a:lnTo>
                  <a:pt x="412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087E86"/>
            </a:solidFill>
            <a:prstDash val="solid"/>
          </a:ln>
        </p:spPr>
      </p:sp>
      <p:sp>
        <p:nvSpPr>
          <p:cNvPr id="37" name="object-33-s1-ux-arrow">
            <a:extLst xmlns:a="http://schemas.openxmlformats.org/drawingml/2006/main">
              <a:ext uri="{FF2B5EF4-FFF2-40B4-BE49-F238E27FC236}">
                <a16:creationId xmlns:a16="http://schemas.microsoft.com/office/drawing/2014/main" id="{4AC8CE86-4A0B-4118-BA67-68BB4F42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533" y="2941326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38" name="object-34-s1-ux">
            <a:extLst xmlns:a="http://schemas.openxmlformats.org/drawingml/2006/main">
              <a:ext uri="{FF2B5EF4-FFF2-40B4-BE49-F238E27FC236}">
                <a16:creationId xmlns:a16="http://schemas.microsoft.com/office/drawing/2014/main" id="{F1E2F55D-A2D5-4C67-83BD-EF3A8E5A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77" y="2792164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39" name="object-35-s1-ux">
            <a:extLst xmlns:a="http://schemas.openxmlformats.org/drawingml/2006/main">
              <a:ext uri="{FF2B5EF4-FFF2-40B4-BE49-F238E27FC236}">
                <a16:creationId xmlns:a16="http://schemas.microsoft.com/office/drawing/2014/main" id="{54C06650-D639-4F3F-8610-56B0FA16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77" y="3204787"/>
            <a:ext cx="2149983" cy="95"/>
          </a:xfrm>
          <a:custGeom xmlns:a="http://schemas.openxmlformats.org/drawingml/2006/main">
            <a:pathLst>
              <a:path w="2149983" h="95">
                <a:moveTo>
                  <a:pt x="0" y="0"/>
                </a:moveTo>
                <a:lnTo>
                  <a:pt x="2149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5E7275"/>
            </a:solidFill>
            <a:prstDash val="solid"/>
          </a:ln>
        </p:spPr>
      </p:sp>
      <p:sp>
        <p:nvSpPr>
          <p:cNvPr id="40" name="object-36-s1-ux">
            <a:extLst xmlns:a="http://schemas.openxmlformats.org/drawingml/2006/main">
              <a:ext uri="{FF2B5EF4-FFF2-40B4-BE49-F238E27FC236}">
                <a16:creationId xmlns:a16="http://schemas.microsoft.com/office/drawing/2014/main" id="{ADE90239-821F-49DB-8D15-C392BBB9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88" y="2661863"/>
            <a:ext cx="477774" cy="673227"/>
          </a:xfrm>
          <a:prstGeom xmlns:a="http://schemas.openxmlformats.org/drawingml/2006/main" prst="roundRect">
            <a:avLst>
              <a:gd name="adj" fmla="val 5981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717">
            <a:solidFill>
              <a:srgbClr val="087E86"/>
            </a:solidFill>
            <a:prstDash val="solid"/>
          </a:ln>
        </p:spPr>
      </p:sp>
      <p:sp>
        <p:nvSpPr>
          <p:cNvPr id="41" name="object-37-s1-ux">
            <a:extLst xmlns:a="http://schemas.openxmlformats.org/drawingml/2006/main">
              <a:ext uri="{FF2B5EF4-FFF2-40B4-BE49-F238E27FC236}">
                <a16:creationId xmlns:a16="http://schemas.microsoft.com/office/drawing/2014/main" id="{272ABA31-78DF-4B7A-9754-D813C707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013" y="2821406"/>
            <a:ext cx="2625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37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37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42" name="object-38-s1-ux">
            <a:extLst xmlns:a="http://schemas.openxmlformats.org/drawingml/2006/main">
              <a:ext uri="{FF2B5EF4-FFF2-40B4-BE49-F238E27FC236}">
                <a16:creationId xmlns:a16="http://schemas.microsoft.com/office/drawing/2014/main" id="{394DF788-7D54-494D-8388-EA486271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368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3" name="object-39-s1-ux">
            <a:extLst xmlns:a="http://schemas.openxmlformats.org/drawingml/2006/main">
              <a:ext uri="{FF2B5EF4-FFF2-40B4-BE49-F238E27FC236}">
                <a16:creationId xmlns:a16="http://schemas.microsoft.com/office/drawing/2014/main" id="{11A87247-3452-48DD-AD71-4E39483E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505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44" name="object-40-s1-ux">
            <a:extLst xmlns:a="http://schemas.openxmlformats.org/drawingml/2006/main">
              <a:ext uri="{FF2B5EF4-FFF2-40B4-BE49-F238E27FC236}">
                <a16:creationId xmlns:a16="http://schemas.microsoft.com/office/drawing/2014/main" id="{4ADB109C-0ACF-4F81-A42A-577ED543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354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5" name="object-41-s1-ux">
            <a:extLst xmlns:a="http://schemas.openxmlformats.org/drawingml/2006/main">
              <a:ext uri="{FF2B5EF4-FFF2-40B4-BE49-F238E27FC236}">
                <a16:creationId xmlns:a16="http://schemas.microsoft.com/office/drawing/2014/main" id="{B38C5F7C-3479-4F57-9FDC-4D61F0F2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359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6" name="object-42-s1-ux">
            <a:extLst xmlns:a="http://schemas.openxmlformats.org/drawingml/2006/main">
              <a:ext uri="{FF2B5EF4-FFF2-40B4-BE49-F238E27FC236}">
                <a16:creationId xmlns:a16="http://schemas.microsoft.com/office/drawing/2014/main" id="{4FB743D6-E575-42F9-B877-077E52C6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161" y="2792164"/>
            <a:ext cx="95" cy="412623"/>
          </a:xfrm>
          <a:custGeom xmlns:a="http://schemas.openxmlformats.org/drawingml/2006/main">
            <a:pathLst>
              <a:path w="95" h="412623">
                <a:moveTo>
                  <a:pt x="0" y="0"/>
                </a:move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7" name="object-43-s1-ux">
            <a:extLst xmlns:a="http://schemas.openxmlformats.org/drawingml/2006/main">
              <a:ext uri="{FF2B5EF4-FFF2-40B4-BE49-F238E27FC236}">
                <a16:creationId xmlns:a16="http://schemas.microsoft.com/office/drawing/2014/main" id="{2D569618-2977-4080-8CE7-ED430035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298" y="2743301"/>
            <a:ext cx="97727" cy="977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858">
            <a:noFill/>
            <a:prstDash val="solid"/>
          </a:ln>
        </p:spPr>
      </p:sp>
      <p:sp>
        <p:nvSpPr>
          <p:cNvPr id="48" name="object-44-s1-ux">
            <a:extLst xmlns:a="http://schemas.openxmlformats.org/drawingml/2006/main">
              <a:ext uri="{FF2B5EF4-FFF2-40B4-BE49-F238E27FC236}">
                <a16:creationId xmlns:a16="http://schemas.microsoft.com/office/drawing/2014/main" id="{20551C74-90B9-4C1B-AF31-2A93FB7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147" y="3090773"/>
            <a:ext cx="228029" cy="228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49" name="object-45-s1-ux">
            <a:extLst xmlns:a="http://schemas.openxmlformats.org/drawingml/2006/main">
              <a:ext uri="{FF2B5EF4-FFF2-40B4-BE49-F238E27FC236}">
                <a16:creationId xmlns:a16="http://schemas.microsoft.com/office/drawing/2014/main" id="{70902201-02E9-4D10-A12B-1690747A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3128778"/>
            <a:ext cx="152019" cy="152019"/>
          </a:xfrm>
          <a:custGeom xmlns:a="http://schemas.openxmlformats.org/drawingml/2006/main">
            <a:pathLst>
              <a:path w="152019" h="152019">
                <a:moveTo>
                  <a:pt x="0" y="76009"/>
                </a:moveTo>
                <a:lnTo>
                  <a:pt x="152019" y="76009"/>
                </a:lnTo>
              </a:path>
              <a:path w="152019" h="152019">
                <a:moveTo>
                  <a:pt x="76009" y="0"/>
                </a:moveTo>
                <a:lnTo>
                  <a:pt x="76009" y="152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146">
            <a:solidFill>
              <a:srgbClr val="D66A3E"/>
            </a:solidFill>
            <a:prstDash val="solid"/>
          </a:ln>
        </p:spPr>
      </p:sp>
      <p:sp>
        <p:nvSpPr>
          <p:cNvPr id="50" name="object-46-s2-ux">
            <a:extLst xmlns:a="http://schemas.openxmlformats.org/drawingml/2006/main">
              <a:ext uri="{FF2B5EF4-FFF2-40B4-BE49-F238E27FC236}">
                <a16:creationId xmlns:a16="http://schemas.microsoft.com/office/drawing/2014/main" id="{D4C3CD0E-DBD0-4234-A65A-A72895FC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2739"/>
            <a:ext cx="10763250" cy="95"/>
          </a:xfrm>
          <a:custGeom xmlns:a="http://schemas.openxmlformats.org/drawingml/2006/main">
            <a:pathLst>
              <a:path w="10763250" h="95">
                <a:moveTo>
                  <a:pt x="0" y="0"/>
                </a:moveTo>
                <a:lnTo>
                  <a:pt x="1076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51" name="object-47-s2-ux">
            <a:extLst xmlns:a="http://schemas.openxmlformats.org/drawingml/2006/main">
              <a:ext uri="{FF2B5EF4-FFF2-40B4-BE49-F238E27FC236}">
                <a16:creationId xmlns:a16="http://schemas.microsoft.com/office/drawing/2014/main" id="{223123F6-6A08-4E1D-BB3B-76386AD3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8004"/>
            <a:ext cx="2451943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cancellation</a:t>
            </a:r>
          </a:p>
        </p:txBody>
      </p:sp>
      <p:sp>
        <p:nvSpPr>
          <p:cNvPr id="52" name="object-48-s2-ux">
            <a:extLst xmlns:a="http://schemas.openxmlformats.org/drawingml/2006/main">
              <a:ext uri="{FF2B5EF4-FFF2-40B4-BE49-F238E27FC236}">
                <a16:creationId xmlns:a16="http://schemas.microsoft.com/office/drawing/2014/main" id="{8DDD9856-8EB6-40D6-B432-E31B1B00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4739"/>
            <a:ext cx="1533525" cy="95"/>
          </a:xfrm>
          <a:custGeom xmlns:a="http://schemas.openxmlformats.org/drawingml/2006/main">
            <a:pathLst>
              <a:path w="1533525" h="95">
                <a:moveTo>
                  <a:pt x="0" y="0"/>
                </a:moveTo>
                <a:lnTo>
                  <a:pt x="153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53" name="object-49-s2-ux">
            <a:extLst xmlns:a="http://schemas.openxmlformats.org/drawingml/2006/main">
              <a:ext uri="{FF2B5EF4-FFF2-40B4-BE49-F238E27FC236}">
                <a16:creationId xmlns:a16="http://schemas.microsoft.com/office/drawing/2014/main" id="{884FBC2A-7756-48BC-9DF0-BDFDF518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0982"/>
            <a:ext cx="1533525" cy="95"/>
          </a:xfrm>
          <a:custGeom xmlns:a="http://schemas.openxmlformats.org/drawingml/2006/main">
            <a:pathLst>
              <a:path w="1533525" h="95">
                <a:moveTo>
                  <a:pt x="0" y="0"/>
                </a:moveTo>
                <a:lnTo>
                  <a:pt x="153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54" name="object-50-s2-ux">
            <a:extLst xmlns:a="http://schemas.openxmlformats.org/drawingml/2006/main">
              <a:ext uri="{FF2B5EF4-FFF2-40B4-BE49-F238E27FC236}">
                <a16:creationId xmlns:a16="http://schemas.microsoft.com/office/drawing/2014/main" id="{1B67C6EB-EA05-4449-9DDB-2941DBF6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04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5" name="object-51-s2-ux">
            <a:extLst xmlns:a="http://schemas.openxmlformats.org/drawingml/2006/main">
              <a:ext uri="{FF2B5EF4-FFF2-40B4-BE49-F238E27FC236}">
                <a16:creationId xmlns:a16="http://schemas.microsoft.com/office/drawing/2014/main" id="{6E791176-FEC3-438D-A915-93E20558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12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56" name="object-52-s2-ux">
            <a:extLst xmlns:a="http://schemas.openxmlformats.org/drawingml/2006/main">
              <a:ext uri="{FF2B5EF4-FFF2-40B4-BE49-F238E27FC236}">
                <a16:creationId xmlns:a16="http://schemas.microsoft.com/office/drawing/2014/main" id="{7AA68C34-87F8-4A06-895B-E5AEEFE1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89" y="4645968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7" name="object-53-s2-ux">
            <a:extLst xmlns:a="http://schemas.openxmlformats.org/drawingml/2006/main">
              <a:ext uri="{FF2B5EF4-FFF2-40B4-BE49-F238E27FC236}">
                <a16:creationId xmlns:a16="http://schemas.microsoft.com/office/drawing/2014/main" id="{8C0B6B41-8A17-4587-BFB7-7EAA678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" y="4684306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8" name="object-54-s2-ux">
            <a:extLst xmlns:a="http://schemas.openxmlformats.org/drawingml/2006/main">
              <a:ext uri="{FF2B5EF4-FFF2-40B4-BE49-F238E27FC236}">
                <a16:creationId xmlns:a16="http://schemas.microsoft.com/office/drawing/2014/main" id="{FBFC119E-719C-4EA8-963C-1C3F010B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421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59" name="object-55-s2-ux">
            <a:extLst xmlns:a="http://schemas.openxmlformats.org/drawingml/2006/main">
              <a:ext uri="{FF2B5EF4-FFF2-40B4-BE49-F238E27FC236}">
                <a16:creationId xmlns:a16="http://schemas.microsoft.com/office/drawing/2014/main" id="{D8CCB6D8-8898-4CF3-905A-3E3EB7C2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129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60" name="object-56-s2-ux">
            <a:extLst xmlns:a="http://schemas.openxmlformats.org/drawingml/2006/main">
              <a:ext uri="{FF2B5EF4-FFF2-40B4-BE49-F238E27FC236}">
                <a16:creationId xmlns:a16="http://schemas.microsoft.com/office/drawing/2014/main" id="{394E6870-E0E5-41A5-938D-F3F01F6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407" y="4645968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61" name="object-57-s2-ux">
            <a:extLst xmlns:a="http://schemas.openxmlformats.org/drawingml/2006/main">
              <a:ext uri="{FF2B5EF4-FFF2-40B4-BE49-F238E27FC236}">
                <a16:creationId xmlns:a16="http://schemas.microsoft.com/office/drawing/2014/main" id="{D0197FA8-EDBD-440B-A25E-FFB1B22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45" y="4684306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62" name="object-58-s2-ux">
            <a:extLst xmlns:a="http://schemas.openxmlformats.org/drawingml/2006/main">
              <a:ext uri="{FF2B5EF4-FFF2-40B4-BE49-F238E27FC236}">
                <a16:creationId xmlns:a16="http://schemas.microsoft.com/office/drawing/2014/main" id="{A8C5F485-796E-4C5C-93FF-1573C3B9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970" y="4552861"/>
            <a:ext cx="416242" cy="95"/>
          </a:xfrm>
          <a:custGeom xmlns:a="http://schemas.openxmlformats.org/drawingml/2006/main">
            <a:pathLst>
              <a:path w="416242" h="95">
                <a:moveTo>
                  <a:pt x="0" y="0"/>
                </a:moveTo>
                <a:lnTo>
                  <a:pt x="416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087E86"/>
            </a:solidFill>
            <a:prstDash val="solid"/>
          </a:ln>
        </p:spPr>
      </p:sp>
      <p:sp>
        <p:nvSpPr>
          <p:cNvPr id="63" name="object-58-s2-ux-arrow">
            <a:extLst xmlns:a="http://schemas.openxmlformats.org/drawingml/2006/main">
              <a:ext uri="{FF2B5EF4-FFF2-40B4-BE49-F238E27FC236}">
                <a16:creationId xmlns:a16="http://schemas.microsoft.com/office/drawing/2014/main" id="{FD248BDE-D875-47E0-BB01-9A685226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87" y="4495711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64" name="object-59-s2-ux">
            <a:extLst xmlns:a="http://schemas.openxmlformats.org/drawingml/2006/main">
              <a:ext uri="{FF2B5EF4-FFF2-40B4-BE49-F238E27FC236}">
                <a16:creationId xmlns:a16="http://schemas.microsoft.com/office/drawing/2014/main" id="{BFE5A1A2-7F8E-470A-A05B-0EC6276E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65" y="4344739"/>
            <a:ext cx="963930" cy="95"/>
          </a:xfrm>
          <a:custGeom xmlns:a="http://schemas.openxmlformats.org/drawingml/2006/main">
            <a:pathLst>
              <a:path w="963930" h="95">
                <a:moveTo>
                  <a:pt x="0" y="0"/>
                </a:moveTo>
                <a:lnTo>
                  <a:pt x="963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65" name="object-60-s2-ux">
            <a:extLst xmlns:a="http://schemas.openxmlformats.org/drawingml/2006/main">
              <a:ext uri="{FF2B5EF4-FFF2-40B4-BE49-F238E27FC236}">
                <a16:creationId xmlns:a16="http://schemas.microsoft.com/office/drawing/2014/main" id="{21BBBA5E-ECCF-490F-835D-7860BF54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65" y="4760982"/>
            <a:ext cx="963930" cy="95"/>
          </a:xfrm>
          <a:custGeom xmlns:a="http://schemas.openxmlformats.org/drawingml/2006/main">
            <a:pathLst>
              <a:path w="963930" h="95">
                <a:moveTo>
                  <a:pt x="0" y="0"/>
                </a:moveTo>
                <a:lnTo>
                  <a:pt x="963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66" name="object-61-s2-ux">
            <a:extLst xmlns:a="http://schemas.openxmlformats.org/drawingml/2006/main">
              <a:ext uri="{FF2B5EF4-FFF2-40B4-BE49-F238E27FC236}">
                <a16:creationId xmlns:a16="http://schemas.microsoft.com/office/drawing/2014/main" id="{DDAD6A8A-6BB1-4D1E-A084-C1EAF191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055" y="5096262"/>
            <a:ext cx="2344489" cy="26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identity equivalence class</a:t>
            </a:r>
          </a:p>
        </p:txBody>
      </p:sp>
      <p:sp>
        <p:nvSpPr>
          <p:cNvPr id="67" name="object-62-s3-ux">
            <a:extLst xmlns:a="http://schemas.openxmlformats.org/drawingml/2006/main">
              <a:ext uri="{FF2B5EF4-FFF2-40B4-BE49-F238E27FC236}">
                <a16:creationId xmlns:a16="http://schemas.microsoft.com/office/drawing/2014/main" id="{F0FE3DED-91CE-4170-A56A-A27E538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798004"/>
            <a:ext cx="3442246" cy="30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Result for the running example</a:t>
            </a:r>
          </a:p>
        </p:txBody>
      </p:sp>
      <p:sp>
        <p:nvSpPr>
          <p:cNvPr id="68" name="object-63-s3-ux">
            <a:extLst xmlns:a="http://schemas.openxmlformats.org/drawingml/2006/main">
              <a:ext uri="{FF2B5EF4-FFF2-40B4-BE49-F238E27FC236}">
                <a16:creationId xmlns:a16="http://schemas.microsoft.com/office/drawing/2014/main" id="{BEFA0FBE-8BAC-4FAA-A60A-BCB3D52A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44739"/>
            <a:ext cx="2168842" cy="95"/>
          </a:xfrm>
          <a:custGeom xmlns:a="http://schemas.openxmlformats.org/drawingml/2006/main">
            <a:pathLst>
              <a:path w="2168842" h="95">
                <a:moveTo>
                  <a:pt x="0" y="0"/>
                </a:moveTo>
                <a:lnTo>
                  <a:pt x="21688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69" name="object-64-s3-ux">
            <a:extLst xmlns:a="http://schemas.openxmlformats.org/drawingml/2006/main">
              <a:ext uri="{FF2B5EF4-FFF2-40B4-BE49-F238E27FC236}">
                <a16:creationId xmlns:a16="http://schemas.microsoft.com/office/drawing/2014/main" id="{EF2AAFAF-C93E-458A-8DE8-40415025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60982"/>
            <a:ext cx="2168842" cy="95"/>
          </a:xfrm>
          <a:custGeom xmlns:a="http://schemas.openxmlformats.org/drawingml/2006/main">
            <a:pathLst>
              <a:path w="2168842" h="95">
                <a:moveTo>
                  <a:pt x="0" y="0"/>
                </a:moveTo>
                <a:lnTo>
                  <a:pt x="21688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70" name="object-65-s3-ux">
            <a:extLst xmlns:a="http://schemas.openxmlformats.org/drawingml/2006/main">
              <a:ext uri="{FF2B5EF4-FFF2-40B4-BE49-F238E27FC236}">
                <a16:creationId xmlns:a16="http://schemas.microsoft.com/office/drawing/2014/main" id="{D5A35CF2-E083-4B8E-8031-5ACF25CA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979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71" name="object-66-s3-ux">
            <a:extLst xmlns:a="http://schemas.openxmlformats.org/drawingml/2006/main">
              <a:ext uri="{FF2B5EF4-FFF2-40B4-BE49-F238E27FC236}">
                <a16:creationId xmlns:a16="http://schemas.microsoft.com/office/drawing/2014/main" id="{FEB6461F-5B4B-423A-B0B6-AA748744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687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72" name="object-67-s3-ux">
            <a:extLst xmlns:a="http://schemas.openxmlformats.org/drawingml/2006/main">
              <a:ext uri="{FF2B5EF4-FFF2-40B4-BE49-F238E27FC236}">
                <a16:creationId xmlns:a16="http://schemas.microsoft.com/office/drawing/2014/main" id="{F38599C2-4885-4144-8987-89C3433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687" y="4711690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73" name="object-68-s3-ux">
            <a:extLst xmlns:a="http://schemas.openxmlformats.org/drawingml/2006/main">
              <a:ext uri="{FF2B5EF4-FFF2-40B4-BE49-F238E27FC236}">
                <a16:creationId xmlns:a16="http://schemas.microsoft.com/office/drawing/2014/main" id="{A8F8B0F4-1CF0-4BD1-8E2B-9A13C89B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314" y="4213295"/>
            <a:ext cx="481965" cy="679132"/>
          </a:xfrm>
          <a:prstGeom xmlns:a="http://schemas.openxmlformats.org/drawingml/2006/main" prst="roundRect">
            <a:avLst>
              <a:gd name="adj" fmla="val 5929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907">
            <a:solidFill>
              <a:srgbClr val="087E86"/>
            </a:solidFill>
            <a:prstDash val="solid"/>
          </a:ln>
        </p:spPr>
      </p:sp>
      <p:sp>
        <p:nvSpPr>
          <p:cNvPr id="74" name="object-69-s3-ux">
            <a:extLst xmlns:a="http://schemas.openxmlformats.org/drawingml/2006/main">
              <a:ext uri="{FF2B5EF4-FFF2-40B4-BE49-F238E27FC236}">
                <a16:creationId xmlns:a16="http://schemas.microsoft.com/office/drawing/2014/main" id="{B49E2B52-A2F8-44F4-B8E3-6ED0AFBB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916" y="4376410"/>
            <a:ext cx="264914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56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56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5" name="object-70-s3-ux">
            <a:extLst xmlns:a="http://schemas.openxmlformats.org/drawingml/2006/main">
              <a:ext uri="{FF2B5EF4-FFF2-40B4-BE49-F238E27FC236}">
                <a16:creationId xmlns:a16="http://schemas.microsoft.com/office/drawing/2014/main" id="{D87FBF52-CD2A-4314-B6F0-E7E2B615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614" y="4344739"/>
            <a:ext cx="95" cy="416242"/>
          </a:xfrm>
          <a:custGeom xmlns:a="http://schemas.openxmlformats.org/drawingml/2006/main">
            <a:pathLst>
              <a:path w="95" h="416242">
                <a:moveTo>
                  <a:pt x="0" y="0"/>
                </a:moveTo>
                <a:lnTo>
                  <a:pt x="0" y="4162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76" name="object-71-s3-ux">
            <a:extLst xmlns:a="http://schemas.openxmlformats.org/drawingml/2006/main">
              <a:ext uri="{FF2B5EF4-FFF2-40B4-BE49-F238E27FC236}">
                <a16:creationId xmlns:a16="http://schemas.microsoft.com/office/drawing/2014/main" id="{0AEC8F68-F2E7-417B-AB0A-D80AB3EC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322" y="4295448"/>
            <a:ext cx="98584" cy="98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3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77" name="object-72-s3-ux">
            <a:extLst xmlns:a="http://schemas.openxmlformats.org/drawingml/2006/main">
              <a:ext uri="{FF2B5EF4-FFF2-40B4-BE49-F238E27FC236}">
                <a16:creationId xmlns:a16="http://schemas.microsoft.com/office/drawing/2014/main" id="{0347E6E2-5B99-4923-B2B9-AA6CE8B0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599" y="4645968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78" name="object-73-s3-ux">
            <a:extLst xmlns:a="http://schemas.openxmlformats.org/drawingml/2006/main">
              <a:ext uri="{FF2B5EF4-FFF2-40B4-BE49-F238E27FC236}">
                <a16:creationId xmlns:a16="http://schemas.microsoft.com/office/drawing/2014/main" id="{40B33AB7-5F17-4664-9982-141659D8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7" y="4684306"/>
            <a:ext cx="153352" cy="153352"/>
          </a:xfrm>
          <a:custGeom xmlns:a="http://schemas.openxmlformats.org/drawingml/2006/main">
            <a:pathLst>
              <a:path w="153352" h="153352">
                <a:moveTo>
                  <a:pt x="0" y="76676"/>
                </a:moveTo>
                <a:lnTo>
                  <a:pt x="153352" y="76676"/>
                </a:lnTo>
              </a:path>
              <a:path w="153352" h="153352">
                <a:moveTo>
                  <a:pt x="76676" y="0"/>
                </a:moveTo>
                <a:lnTo>
                  <a:pt x="76676" y="153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7384">
            <a:solidFill>
              <a:srgbClr val="D66A3E"/>
            </a:solidFill>
            <a:prstDash val="solid"/>
          </a:ln>
        </p:spPr>
      </p:sp>
      <p:sp>
        <p:nvSpPr>
          <p:cNvPr id="79" name="object-74-s3-ux">
            <a:extLst xmlns:a="http://schemas.openxmlformats.org/drawingml/2006/main">
              <a:ext uri="{FF2B5EF4-FFF2-40B4-BE49-F238E27FC236}">
                <a16:creationId xmlns:a16="http://schemas.microsoft.com/office/drawing/2014/main" id="{9A27FB63-ADC8-4447-8C42-8F69669F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2" y="4552861"/>
            <a:ext cx="416242" cy="95"/>
          </a:xfrm>
          <a:custGeom xmlns:a="http://schemas.openxmlformats.org/drawingml/2006/main">
            <a:pathLst>
              <a:path w="416242" h="95">
                <a:moveTo>
                  <a:pt x="0" y="0"/>
                </a:moveTo>
                <a:lnTo>
                  <a:pt x="416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087E86"/>
            </a:solidFill>
            <a:prstDash val="solid"/>
          </a:ln>
        </p:spPr>
      </p:sp>
      <p:sp>
        <p:nvSpPr>
          <p:cNvPr id="80" name="object-74-s3-ux-arrow">
            <a:extLst xmlns:a="http://schemas.openxmlformats.org/drawingml/2006/main">
              <a:ext uri="{FF2B5EF4-FFF2-40B4-BE49-F238E27FC236}">
                <a16:creationId xmlns:a16="http://schemas.microsoft.com/office/drawing/2014/main" id="{E54FD554-C008-4386-8547-33C30DC1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4495711"/>
            <a:ext cx="123825" cy="114300"/>
          </a:xfrm>
          <a:custGeom xmlns:a="http://schemas.openxmlformats.org/drawingml/2006/main">
            <a:pathLst>
              <a:path w="123825" h="114300">
                <a:moveTo>
                  <a:pt x="1238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81" name="object-75-s3-ux">
            <a:extLst xmlns:a="http://schemas.openxmlformats.org/drawingml/2006/main">
              <a:ext uri="{FF2B5EF4-FFF2-40B4-BE49-F238E27FC236}">
                <a16:creationId xmlns:a16="http://schemas.microsoft.com/office/drawing/2014/main" id="{BF7CDA88-52E5-46FA-AB38-26BF4B08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757" y="4344739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82" name="object-76-s3-ux">
            <a:extLst xmlns:a="http://schemas.openxmlformats.org/drawingml/2006/main">
              <a:ext uri="{FF2B5EF4-FFF2-40B4-BE49-F238E27FC236}">
                <a16:creationId xmlns:a16="http://schemas.microsoft.com/office/drawing/2014/main" id="{8B8BAC60-D069-4778-844A-D586DA25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757" y="4760982"/>
            <a:ext cx="898207" cy="95"/>
          </a:xfrm>
          <a:custGeom xmlns:a="http://schemas.openxmlformats.org/drawingml/2006/main">
            <a:pathLst>
              <a:path w="898207" h="95">
                <a:moveTo>
                  <a:pt x="0" y="0"/>
                </a:moveTo>
                <a:lnTo>
                  <a:pt x="898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384">
            <a:solidFill>
              <a:srgbClr val="5E7275"/>
            </a:solidFill>
            <a:prstDash val="solid"/>
          </a:ln>
        </p:spPr>
      </p:sp>
      <p:sp>
        <p:nvSpPr>
          <p:cNvPr id="83" name="object-77-s3-ux">
            <a:extLst xmlns:a="http://schemas.openxmlformats.org/drawingml/2006/main">
              <a:ext uri="{FF2B5EF4-FFF2-40B4-BE49-F238E27FC236}">
                <a16:creationId xmlns:a16="http://schemas.microsoft.com/office/drawing/2014/main" id="{EADF3394-EEF1-490F-B2E8-ABC318A1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878" y="4213295"/>
            <a:ext cx="481966" cy="679132"/>
          </a:xfrm>
          <a:prstGeom xmlns:a="http://schemas.openxmlformats.org/drawingml/2006/main" prst="roundRect">
            <a:avLst>
              <a:gd name="adj" fmla="val 5929"/>
            </a:avLst>
          </a:prstGeom>
          <a:solidFill xmlns:a="http://schemas.openxmlformats.org/drawingml/2006/main">
            <a:srgbClr val="E8F2EC"/>
          </a:solidFill>
          <a:ln xmlns:a="http://schemas.openxmlformats.org/drawingml/2006/main" w="21907">
            <a:solidFill>
              <a:srgbClr val="087E86"/>
            </a:solidFill>
            <a:prstDash val="solid"/>
          </a:ln>
        </p:spPr>
      </p:sp>
      <p:sp>
        <p:nvSpPr>
          <p:cNvPr id="84" name="object-78-s3-ux">
            <a:extLst xmlns:a="http://schemas.openxmlformats.org/drawingml/2006/main">
              <a:ext uri="{FF2B5EF4-FFF2-40B4-BE49-F238E27FC236}">
                <a16:creationId xmlns:a16="http://schemas.microsoft.com/office/drawing/2014/main" id="{FA950A23-0EBA-4150-9357-A88BB1CE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480" y="4376410"/>
            <a:ext cx="264914" cy="359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56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2156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85" name="object-79-s3-ux">
            <a:extLst xmlns:a="http://schemas.openxmlformats.org/drawingml/2006/main">
              <a:ext uri="{FF2B5EF4-FFF2-40B4-BE49-F238E27FC236}">
                <a16:creationId xmlns:a16="http://schemas.microsoft.com/office/drawing/2014/main" id="{DAD42886-916B-4A2F-9286-AC2A7A97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924" y="5041017"/>
            <a:ext cx="1771769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D66A3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66A3E"/>
                </a:solidFill>
                <a:latin typeface="Arial"/>
                <a:ea typeface="Arial"/>
                <a:cs typeface="Arial"/>
              </a:rPr>
              <a:t>−1 CZ, −1 CX</a:t>
            </a:r>
          </a:p>
        </p:txBody>
      </p:sp>
      <p:sp>
        <p:nvSpPr>
          <p:cNvPr id="86" name="object-80-s3-ux">
            <a:extLst xmlns:a="http://schemas.openxmlformats.org/drawingml/2006/main">
              <a:ext uri="{FF2B5EF4-FFF2-40B4-BE49-F238E27FC236}">
                <a16:creationId xmlns:a16="http://schemas.microsoft.com/office/drawing/2014/main" id="{227E6680-75A7-4693-8901-FB76E88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4924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9CBC7"/>
            </a:solidFill>
            <a:prstDash val="solid"/>
          </a:ln>
        </p:spPr>
      </p:sp>
      <p:sp>
        <p:nvSpPr>
          <p:cNvPr id="87" name="object-81-s3-ux">
            <a:extLst xmlns:a="http://schemas.openxmlformats.org/drawingml/2006/main">
              <a:ext uri="{FF2B5EF4-FFF2-40B4-BE49-F238E27FC236}">
                <a16:creationId xmlns:a16="http://schemas.microsoft.com/office/drawing/2014/main" id="{A4E3D870-C0EF-4020-8829-2D726690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567"/>
            <a:ext cx="6818858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A rule relating different gates becomes a concrete two-gate reduction.</a:t>
            </a:r>
          </a:p>
        </p:txBody>
      </p:sp>
      <p:sp>
        <p:nvSpPr>
          <p:cNvPr id="88" name="object-82-s0-ux">
            <a:extLst xmlns:a="http://schemas.openxmlformats.org/drawingml/2006/main">
              <a:ext uri="{FF2B5EF4-FFF2-40B4-BE49-F238E27FC236}">
                <a16:creationId xmlns:a16="http://schemas.microsoft.com/office/drawing/2014/main" id="{AD892ACF-4092-4725-9348-0F063E7A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5740003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QSymb synthesis / anchoring methods; CZ → CX illustration derived for this talk</a:t>
            </a:r>
          </a:p>
        </p:txBody>
      </p:sp>
      <p:sp>
        <p:nvSpPr>
          <p:cNvPr id="89" name="object-83-s0-ux">
            <a:extLst xmlns:a="http://schemas.openxmlformats.org/drawingml/2006/main">
              <a:ext uri="{FF2B5EF4-FFF2-40B4-BE49-F238E27FC236}">
                <a16:creationId xmlns:a16="http://schemas.microsoft.com/office/drawing/2014/main" id="{5368EBC0-064B-4DE9-B80C-C4FB057B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710" y="6445568"/>
            <a:ext cx="44574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90" name="step-counter">
            <a:extLst xmlns:a="http://schemas.openxmlformats.org/drawingml/2006/main">
              <a:ext uri="{FF2B5EF4-FFF2-40B4-BE49-F238E27FC236}">
                <a16:creationId xmlns:a16="http://schemas.microsoft.com/office/drawing/2014/main" id="{04128F04-0C28-4B2A-B40F-233DCFB8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E7275"/>
                </a:solidFill>
                <a:latin typeface="Arial"/>
                <a:ea typeface="Arial"/>
                <a:cs typeface="Arial"/>
              </a:rPr>
              <a:t>Step 4 / 4</a:t>
            </a:r>
          </a:p>
        </p:txBody>
      </p:sp>
    </p:spTree>
    <p:extLst>
      <p:ext uri="{BB962C8B-B14F-4D97-AF65-F5344CB8AC3E}">
        <p14:creationId xmlns:p14="http://schemas.microsoft.com/office/powerpoint/2010/main" val="28101359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accent">
            <a:extLst xmlns:a="http://schemas.openxmlformats.org/drawingml/2006/main">
              <a:ext uri="{FF2B5EF4-FFF2-40B4-BE49-F238E27FC236}">
                <a16:creationId xmlns:a16="http://schemas.microsoft.com/office/drawing/2014/main" id="{2847D29F-16C9-48F7-98A2-193AEC96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7C6797C7-2257-40B3-9A2D-A67BD303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304386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Evaluation setup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AC097DF6-09D1-4937-A726-A567734E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2963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9CBC7"/>
            </a:solidFill>
            <a:prstDash val="solid"/>
          </a:ln>
        </p:spPr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990ED770-7405-4E86-88F3-AEA29CE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1969"/>
            <a:ext cx="1038910" cy="729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DC402D58-FA86-4E9A-95D6-AB85CE96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8610"/>
            <a:ext cx="174367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benchmark circuits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DC3D09CF-35E2-40BD-B692-C1B0569A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1969"/>
            <a:ext cx="1330017" cy="729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4–36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64D523DC-7417-485C-A6EF-7F104FDF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78610"/>
            <a:ext cx="1532632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qubits per circuit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33D9DA11-ECB9-408A-AA8C-0C02DAD7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1969"/>
            <a:ext cx="1818769" cy="729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60 min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563F3A8A-F1F4-465C-B682-4A4B90A4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8610"/>
            <a:ext cx="2110829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search budget · 3 trials</a:t>
            </a:r>
          </a:p>
        </p:txBody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E46A3FF6-8D90-48CC-BDEB-B05E1CB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4900"/>
            <a:ext cx="285541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Benchmarks and targets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8529CAA3-784B-4504-8945-16440D07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1145"/>
            <a:ext cx="2370237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QAOA, VQE, QPE, QFT,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E3A11931-4D4D-4675-8CDF-653DE147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8653"/>
            <a:ext cx="23939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Grover and Shor families</a:t>
            </a:r>
          </a:p>
        </p:txBody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FF6CF17E-D60B-4464-82B8-40B5DC2E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8560"/>
            <a:ext cx="2032397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IBM-Eagle and Nam</a:t>
            </a:r>
          </a:p>
        </p:txBody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05141D46-6485-42FE-BF63-A6AFB664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6068"/>
            <a:ext cx="215026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15–17,438 input gates</a:t>
            </a:r>
          </a:p>
        </p:txBody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AFF0BAE7-74E3-4159-BEB3-4D426385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74900"/>
            <a:ext cx="174396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QSymb search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7C012E9B-3FF3-462F-8E60-B363369F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1145"/>
            <a:ext cx="3489127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Up to 9 equality-saturation iterations,</a:t>
            </a:r>
          </a:p>
        </p:txBody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6CEC61F8-8F68-4842-8815-6FB2762C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08653"/>
            <a:ext cx="315069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alternating with symbolic rewrites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18895AE3-D3AF-4142-B737-BBE82418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8560"/>
            <a:ext cx="1904554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windows: </a:t>
            </a:r>
          </a:p>
        </p:txBody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802466F7-C1F2-4FD4-A48A-37D46C18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479" y="3958560"/>
            <a:ext cx="103003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≥10 gates</a:t>
            </a:r>
          </a:p>
        </p:txBody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20481E44-D88F-442B-9F2E-A8AE5E0E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56068"/>
            <a:ext cx="301123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Metric: two-qubit-gate reduction</a:t>
            </a:r>
          </a:p>
        </p:txBody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311916A4-1AC4-44EC-94D4-A0607A86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2180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9CBC7"/>
            </a:solidFill>
            <a:prstDash val="solid"/>
          </a:ln>
        </p:spPr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228C8E4E-DCEC-4C93-B432-617ACB49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3155"/>
            <a:ext cx="117737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Comparators</a:t>
            </a:r>
          </a:p>
        </p:txBody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D8784E21-50F5-4996-99B9-0962623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04" y="5003155"/>
            <a:ext cx="474821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Qiskit (level 3) · TKET · Quartz · Queso · Guoq-Rewrite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00F13BC3-79C7-405F-813B-74D9F1D4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73370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AMD Ryzen 9 9950X, 128 GB RAM. Guoq comparison uses its rewrite engine. Fixed-pass tools finish in seconds.</a:t>
            </a:r>
          </a:p>
        </p:txBody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5559B5C2-4EBB-4FFE-8454-873A6A88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295781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§6, Algorithm 3, §7.2, Table 4</a:t>
            </a:r>
          </a:p>
        </p:txBody>
      </p:sp>
      <p:sp>
        <p:nvSpPr>
          <p:cNvPr id="26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2D0756FB-E23A-47BF-AB7D-45F8C919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89172844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">
            <a:extLst xmlns:a="http://schemas.openxmlformats.org/drawingml/2006/main">
              <a:ext uri="{FF2B5EF4-FFF2-40B4-BE49-F238E27FC236}">
                <a16:creationId xmlns:a16="http://schemas.microsoft.com/office/drawing/2014/main" id="{A4CA031E-33FD-423E-8EA4-1063546B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CCD9F3DB-2542-4FF3-BA12-041ABB5E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369082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QSymb improves final two-qubit-gate reduction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2F5C8349-061B-47FD-8752-211079D5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009"/>
            <a:ext cx="263783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Final aggregate reduction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359010FD-F311-4AB2-AE54-B612C871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8952"/>
            <a:ext cx="229001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27.44%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C38AC52E-278C-419D-8CDF-400D0999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9000"/>
            <a:ext cx="1098947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IBM-Eagle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E4950695-BA5C-4C1C-A2E1-DB6B6BC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9321"/>
            <a:ext cx="229001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29.95%</a:t>
            </a:r>
          </a:p>
        </p:txBody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05ED1B96-1DC4-4419-A562-BC2A91E1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9369"/>
            <a:ext cx="538758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Nam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CBEDD8D1-3864-4094-A0B1-A357BA48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9224"/>
            <a:ext cx="2524423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Relative to original two-qubit counts.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A1B278BE-DD6E-48C0-9934-CC00EE4B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2495"/>
            <a:ext cx="2541538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These are not gains over a baseline.</a:t>
            </a:r>
          </a:p>
        </p:txBody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4E3B7533-91A1-4CB2-9353-C0FA5360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191964"/>
            <a:ext cx="95" cy="3541663"/>
          </a:xfrm>
          <a:custGeom xmlns:a="http://schemas.openxmlformats.org/drawingml/2006/main">
            <a:pathLst>
              <a:path w="95" h="3541663">
                <a:moveTo>
                  <a:pt x="0" y="0"/>
                </a:moveTo>
                <a:lnTo>
                  <a:pt x="0" y="354166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9CBC7"/>
            </a:solidFill>
            <a:prstDash val="solid"/>
          </a:ln>
        </p:spPr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BB604FBA-359D-4501-B57F-B4B2823D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171009"/>
            <a:ext cx="383753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Share of benchmarks with a strict win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5772150" y="1704677"/>
          <a:ext xmlns:a="http://schemas.openxmlformats.org/drawingml/2006/main" cx="575310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87985"/>
                <a:gridCol w="1649909"/>
                <a:gridCol w="1415207"/>
              </a:tblGrid>
              <a:tr h="447675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275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Comparator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275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IBM-Eagle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275" b="0">
                          <a:solidFill>
                            <a:srgbClr val="5E7275"/>
                          </a:solidFill>
                          <a:latin typeface="Arial"/>
                          <a:ea typeface="Arial"/>
                          <a:cs typeface="Arial"/>
                        </a:rPr>
                        <a:t>Nam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9113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Qiskit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88%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43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Guoq-Rewrite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67%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74%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43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Quartz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82%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81%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43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TKET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85%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86%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  <a:tr h="514350">
                <a:tc>
                  <a:txBody>
                    <a:bodyPr lIns="133350" tIns="0" rIns="133350" bIns="0"/>
                    <a:lstStyle/>
                    <a:p>
                      <a:pPr algn="l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Queso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83%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pPr algn="r"/>
                      <a:r>
                        <a:rPr sz="1725" b="0">
                          <a:solidFill>
                            <a:srgbClr val="123039"/>
                          </a:solidFill>
                          <a:latin typeface="Arial"/>
                          <a:ea typeface="Arial"/>
                          <a:cs typeface="Arial"/>
                        </a:rPr>
                        <a:t>82.9%</a:t>
                      </a:r>
                    </a:p>
                  </a:txBody>
                  <a:tcPr marL="91440" marR="91440" marT="45720" marB="45720" anchor="ctr">
                    <a:lnB w="0">
                      <a:noFill/>
                    </a:lnB>
                    <a:lnT w="0">
                      <a:noFill/>
                    </a:lnT>
                    <a:lnR w="0">
                      <a:noFill/>
                    </a:lnR>
                    <a:lnL w="0">
                      <a:noFill/>
                    </a:lnL>
                    <a:solidFill>
                      <a:srgbClr val="F8F6EF"/>
                    </a:solidFill>
                  </a:tcPr>
                </a:tc>
              </a:tr>
            </a:tbl>
          </a:graphicData>
        </a:graphic>
      </p:graphicFrame>
      <p:sp>
        <p:nvSpPr>
          <p:cNvPr id="13" name="object-10-s0-ux-border-225.96875">
            <a:extLst xmlns:a="http://schemas.openxmlformats.org/drawingml/2006/main">
              <a:ext uri="{FF2B5EF4-FFF2-40B4-BE49-F238E27FC236}">
                <a16:creationId xmlns:a16="http://schemas.microsoft.com/office/drawing/2014/main" id="{83AB6B45-B093-4216-A212-62C854C2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52352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4" name="object-10-s0-ux-border-280.46875">
            <a:extLst xmlns:a="http://schemas.openxmlformats.org/drawingml/2006/main">
              <a:ext uri="{FF2B5EF4-FFF2-40B4-BE49-F238E27FC236}">
                <a16:creationId xmlns:a16="http://schemas.microsoft.com/office/drawing/2014/main" id="{4435CFFC-B7EA-438E-899C-ACE00F6D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7146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5" name="object-10-s0-ux-border-334.46875">
            <a:extLst xmlns:a="http://schemas.openxmlformats.org/drawingml/2006/main">
              <a:ext uri="{FF2B5EF4-FFF2-40B4-BE49-F238E27FC236}">
                <a16:creationId xmlns:a16="http://schemas.microsoft.com/office/drawing/2014/main" id="{7E1FAFC2-44F3-41F1-800D-9ABFDBE4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8581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6" name="object-10-s0-ux-border-388.46875">
            <a:extLst xmlns:a="http://schemas.openxmlformats.org/drawingml/2006/main">
              <a:ext uri="{FF2B5EF4-FFF2-40B4-BE49-F238E27FC236}">
                <a16:creationId xmlns:a16="http://schemas.microsoft.com/office/drawing/2014/main" id="{774076AB-F97A-4130-AD20-CAB2230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0016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7" name="object-10-s0-ux-border-442.46875">
            <a:extLst xmlns:a="http://schemas.openxmlformats.org/drawingml/2006/main">
              <a:ext uri="{FF2B5EF4-FFF2-40B4-BE49-F238E27FC236}">
                <a16:creationId xmlns:a16="http://schemas.microsoft.com/office/drawing/2014/main" id="{4E9BE5FE-0A73-41BA-A956-750EF99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1451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8" name="object-10-s0-ux-border-496.46875">
            <a:extLst xmlns:a="http://schemas.openxmlformats.org/drawingml/2006/main">
              <a:ext uri="{FF2B5EF4-FFF2-40B4-BE49-F238E27FC236}">
                <a16:creationId xmlns:a16="http://schemas.microsoft.com/office/drawing/2014/main" id="{A9B64823-E15F-467B-A118-18C351ED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8865"/>
            <a:ext cx="575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BD5"/>
            </a:solidFill>
          </a:ln>
        </p:spPr>
      </p:sp>
      <p:sp>
        <p:nvSpPr>
          <p:cNvPr id="19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426E4A8D-9A9E-4D75-80D8-30FFFD65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4924"/>
            <a:ext cx="10858500" cy="95"/>
          </a:xfrm>
          <a:custGeom xmlns:a="http://schemas.openxmlformats.org/drawingml/2006/main">
            <a:pathLst>
              <a:path w="10858500" h="9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9CBC7"/>
            </a:solidFill>
            <a:prstDash val="solid"/>
          </a:ln>
        </p:spPr>
      </p:sp>
      <p:sp>
        <p:nvSpPr>
          <p:cNvPr id="20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14D6E7A3-C7F8-43CB-BC97-7DC0F8D2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567"/>
            <a:ext cx="8856166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QSymb starts slower than Guoq, then reaches better final results under the search budget.</a:t>
            </a:r>
          </a:p>
        </p:txBody>
      </p:sp>
      <p:sp>
        <p:nvSpPr>
          <p:cNvPr id="21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D8E0476D-5358-4AAD-A687-9D5E3C57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366653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§7.2, Figs. 11–12 and runtime comparison</a:t>
            </a:r>
          </a:p>
        </p:txBody>
      </p:sp>
      <p:sp>
        <p:nvSpPr>
          <p:cNvPr id="22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ED4822A3-21B0-446D-9755-F6DB7DAE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209189865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accent">
            <a:extLst xmlns:a="http://schemas.openxmlformats.org/drawingml/2006/main">
              <a:ext uri="{FF2B5EF4-FFF2-40B4-BE49-F238E27FC236}">
                <a16:creationId xmlns:a16="http://schemas.microsoft.com/office/drawing/2014/main" id="{80068BC7-0FFD-4311-90ED-3183DC6F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0">
            <a:noFill/>
          </a:ln>
        </p:spPr>
      </p:sp>
      <p:sp>
        <p:nvSpPr>
          <p:cNvPr id="2" name="object-0-s0-ux">
            <a:extLst xmlns:a="http://schemas.openxmlformats.org/drawingml/2006/main">
              <a:ext uri="{FF2B5EF4-FFF2-40B4-BE49-F238E27FC236}">
                <a16:creationId xmlns:a16="http://schemas.microsoft.com/office/drawing/2014/main" id="{480A573B-5BC7-44A2-AB52-91BC986F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8"/>
            <a:ext cx="8802023" cy="51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rules and anchoring improve the search</a:t>
            </a:r>
          </a:p>
        </p:txBody>
      </p:sp>
      <p:sp>
        <p:nvSpPr>
          <p:cNvPr id="3" name="object-1-s0-ux">
            <a:extLst xmlns:a="http://schemas.openxmlformats.org/drawingml/2006/main">
              <a:ext uri="{FF2B5EF4-FFF2-40B4-BE49-F238E27FC236}">
                <a16:creationId xmlns:a16="http://schemas.microsoft.com/office/drawing/2014/main" id="{ED6B8F5E-4047-4941-A3D4-60FB606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4362"/>
            <a:ext cx="2050435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26–191×</a:t>
            </a:r>
          </a:p>
        </p:txBody>
      </p:sp>
      <p:sp>
        <p:nvSpPr>
          <p:cNvPr id="4" name="object-2-s0-ux">
            <a:extLst xmlns:a="http://schemas.openxmlformats.org/drawingml/2006/main">
              <a:ext uri="{FF2B5EF4-FFF2-40B4-BE49-F238E27FC236}">
                <a16:creationId xmlns:a16="http://schemas.microsoft.com/office/drawing/2014/main" id="{B0F98831-D88E-4E7B-B64D-8E11CB4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12932"/>
            <a:ext cx="2572196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smaller concrete rule sets</a:t>
            </a:r>
          </a:p>
        </p:txBody>
      </p:sp>
      <p:sp>
        <p:nvSpPr>
          <p:cNvPr id="5" name="object-3-s0-ux">
            <a:extLst xmlns:a="http://schemas.openxmlformats.org/drawingml/2006/main">
              <a:ext uri="{FF2B5EF4-FFF2-40B4-BE49-F238E27FC236}">
                <a16:creationId xmlns:a16="http://schemas.microsoft.com/office/drawing/2014/main" id="{3A1D01D9-32BE-4F22-B0B5-486AB85E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8689"/>
            <a:ext cx="2363242" cy="249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with full prior-rule coverage</a:t>
            </a:r>
          </a:p>
        </p:txBody>
      </p:sp>
      <p:sp>
        <p:nvSpPr>
          <p:cNvPr id="6" name="object-4-s0-ux">
            <a:extLst xmlns:a="http://schemas.openxmlformats.org/drawingml/2006/main">
              <a:ext uri="{FF2B5EF4-FFF2-40B4-BE49-F238E27FC236}">
                <a16:creationId xmlns:a16="http://schemas.microsoft.com/office/drawing/2014/main" id="{39FC32AB-E54B-4133-8B7D-0D4B0C9A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268164"/>
            <a:ext cx="95" cy="781050"/>
          </a:xfrm>
          <a:custGeom xmlns:a="http://schemas.openxmlformats.org/drawingml/2006/main">
            <a:pathLst>
              <a:path w="9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CBC7"/>
            </a:solidFill>
            <a:prstDash val="solid"/>
          </a:ln>
        </p:spPr>
      </p:sp>
      <p:sp>
        <p:nvSpPr>
          <p:cNvPr id="7" name="object-5-s0-ux">
            <a:extLst xmlns:a="http://schemas.openxmlformats.org/drawingml/2006/main">
              <a:ext uri="{FF2B5EF4-FFF2-40B4-BE49-F238E27FC236}">
                <a16:creationId xmlns:a16="http://schemas.microsoft.com/office/drawing/2014/main" id="{15A74491-5EA3-4A3D-A140-DE0A5A7E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324362"/>
            <a:ext cx="1348115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11.6×</a:t>
            </a:r>
          </a:p>
        </p:txBody>
      </p:sp>
      <p:sp>
        <p:nvSpPr>
          <p:cNvPr id="8" name="object-6-s0-ux">
            <a:extLst xmlns:a="http://schemas.openxmlformats.org/drawingml/2006/main">
              <a:ext uri="{FF2B5EF4-FFF2-40B4-BE49-F238E27FC236}">
                <a16:creationId xmlns:a16="http://schemas.microsoft.com/office/drawing/2014/main" id="{F36B58A6-3BAE-452C-8FC6-F18D958A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23409"/>
            <a:ext cx="1822996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symbolic synthesis</a:t>
            </a:r>
          </a:p>
        </p:txBody>
      </p:sp>
      <p:sp>
        <p:nvSpPr>
          <p:cNvPr id="9" name="object-7-s0-ux">
            <a:extLst xmlns:a="http://schemas.openxmlformats.org/drawingml/2006/main">
              <a:ext uri="{FF2B5EF4-FFF2-40B4-BE49-F238E27FC236}">
                <a16:creationId xmlns:a16="http://schemas.microsoft.com/office/drawing/2014/main" id="{4B50EC2F-801B-4CA3-A79F-F4270B89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49164"/>
            <a:ext cx="2035522" cy="249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speedup from grouping</a:t>
            </a:r>
          </a:p>
        </p:txBody>
      </p:sp>
      <p:sp>
        <p:nvSpPr>
          <p:cNvPr id="10" name="object-8-s0-ux">
            <a:extLst xmlns:a="http://schemas.openxmlformats.org/drawingml/2006/main">
              <a:ext uri="{FF2B5EF4-FFF2-40B4-BE49-F238E27FC236}">
                <a16:creationId xmlns:a16="http://schemas.microsoft.com/office/drawing/2014/main" id="{2E64FFF8-0E6A-4203-85BF-47687EC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7352"/>
            <a:ext cx="3344763" cy="3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Full QSymb versus ablations</a:t>
            </a:r>
          </a:p>
        </p:txBody>
      </p:sp>
      <p:sp>
        <p:nvSpPr>
          <p:cNvPr id="11" name="object-9-s0-ux">
            <a:extLst xmlns:a="http://schemas.openxmlformats.org/drawingml/2006/main">
              <a:ext uri="{FF2B5EF4-FFF2-40B4-BE49-F238E27FC236}">
                <a16:creationId xmlns:a16="http://schemas.microsoft.com/office/drawing/2014/main" id="{3DC72E50-3E74-4FC9-A8B2-AF730F08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009"/>
            <a:ext cx="1369219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only</a:t>
            </a:r>
          </a:p>
        </p:txBody>
      </p:sp>
      <p:sp>
        <p:nvSpPr>
          <p:cNvPr id="12" name="object-10-s0-ux">
            <a:extLst xmlns:a="http://schemas.openxmlformats.org/drawingml/2006/main">
              <a:ext uri="{FF2B5EF4-FFF2-40B4-BE49-F238E27FC236}">
                <a16:creationId xmlns:a16="http://schemas.microsoft.com/office/drawing/2014/main" id="{B8DE680C-0EA0-47EB-958E-D635C776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0764"/>
            <a:ext cx="5238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F"/>
          </a:solidFill>
          <a:ln xmlns:a="http://schemas.openxmlformats.org/drawingml/2006/main" w="19050">
            <a:solidFill>
              <a:srgbClr val="DDE5DF"/>
            </a:solidFill>
            <a:prstDash val="solid"/>
          </a:ln>
        </p:spPr>
      </p:sp>
      <p:sp>
        <p:nvSpPr>
          <p:cNvPr id="13" name="object-11-s0-ux">
            <a:extLst xmlns:a="http://schemas.openxmlformats.org/drawingml/2006/main">
              <a:ext uri="{FF2B5EF4-FFF2-40B4-BE49-F238E27FC236}">
                <a16:creationId xmlns:a16="http://schemas.microsoft.com/office/drawing/2014/main" id="{51197C35-D21A-440F-85D1-16ED8AE4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0764"/>
            <a:ext cx="50815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5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object-12-s0-ux">
            <a:extLst xmlns:a="http://schemas.openxmlformats.org/drawingml/2006/main">
              <a:ext uri="{FF2B5EF4-FFF2-40B4-BE49-F238E27FC236}">
                <a16:creationId xmlns:a16="http://schemas.microsoft.com/office/drawing/2014/main" id="{BB09F527-57B3-4A05-824F-0BD68F98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0764"/>
            <a:ext cx="40862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object-13-s0-ux">
            <a:extLst xmlns:a="http://schemas.openxmlformats.org/drawingml/2006/main">
              <a:ext uri="{FF2B5EF4-FFF2-40B4-BE49-F238E27FC236}">
                <a16:creationId xmlns:a16="http://schemas.microsoft.com/office/drawing/2014/main" id="{537CFB91-40A9-4583-8FDA-8A02D65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36004"/>
            <a:ext cx="53384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78%</a:t>
            </a:r>
          </a:p>
        </p:txBody>
      </p:sp>
      <p:sp>
        <p:nvSpPr>
          <p:cNvPr id="16" name="object-14-s0-ux">
            <a:extLst xmlns:a="http://schemas.openxmlformats.org/drawingml/2006/main">
              <a:ext uri="{FF2B5EF4-FFF2-40B4-BE49-F238E27FC236}">
                <a16:creationId xmlns:a16="http://schemas.microsoft.com/office/drawing/2014/main" id="{595396AB-230D-4F50-9E09-51D91659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44577"/>
            <a:ext cx="55289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97%</a:t>
            </a:r>
          </a:p>
        </p:txBody>
      </p:sp>
      <p:sp>
        <p:nvSpPr>
          <p:cNvPr id="17" name="object-15-s0-ux">
            <a:extLst xmlns:a="http://schemas.openxmlformats.org/drawingml/2006/main">
              <a:ext uri="{FF2B5EF4-FFF2-40B4-BE49-F238E27FC236}">
                <a16:creationId xmlns:a16="http://schemas.microsoft.com/office/drawing/2014/main" id="{175808C1-4451-41C0-854E-3847665D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740" y="3395097"/>
            <a:ext cx="130265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as good or better</a:t>
            </a:r>
          </a:p>
        </p:txBody>
      </p:sp>
      <p:sp>
        <p:nvSpPr>
          <p:cNvPr id="18" name="object-16-s0-ux">
            <a:extLst xmlns:a="http://schemas.openxmlformats.org/drawingml/2006/main">
              <a:ext uri="{FF2B5EF4-FFF2-40B4-BE49-F238E27FC236}">
                <a16:creationId xmlns:a16="http://schemas.microsoft.com/office/drawing/2014/main" id="{F2A628FC-B743-4FA8-827E-F8A2DFFE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7559"/>
            <a:ext cx="2924026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Concrete + canonical symbolic</a:t>
            </a:r>
          </a:p>
        </p:txBody>
      </p:sp>
      <p:sp>
        <p:nvSpPr>
          <p:cNvPr id="19" name="object-17-s0-ux">
            <a:extLst xmlns:a="http://schemas.openxmlformats.org/drawingml/2006/main">
              <a:ext uri="{FF2B5EF4-FFF2-40B4-BE49-F238E27FC236}">
                <a16:creationId xmlns:a16="http://schemas.microsoft.com/office/drawing/2014/main" id="{3ADBBB9D-1DEF-4C2B-955E-F8819BD1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92314"/>
            <a:ext cx="5238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F"/>
          </a:solidFill>
          <a:ln xmlns:a="http://schemas.openxmlformats.org/drawingml/2006/main" w="19050">
            <a:solidFill>
              <a:srgbClr val="DDE5DF"/>
            </a:solidFill>
            <a:prstDash val="solid"/>
          </a:ln>
        </p:spPr>
      </p:sp>
      <p:sp>
        <p:nvSpPr>
          <p:cNvPr id="20" name="object-18-s0-ux">
            <a:extLst xmlns:a="http://schemas.openxmlformats.org/drawingml/2006/main">
              <a:ext uri="{FF2B5EF4-FFF2-40B4-BE49-F238E27FC236}">
                <a16:creationId xmlns:a16="http://schemas.microsoft.com/office/drawing/2014/main" id="{B5D3DF5C-45AC-4BA2-BF97-C6C20C3A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92314"/>
            <a:ext cx="508158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5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bject-19-s0-ux">
            <a:extLst xmlns:a="http://schemas.openxmlformats.org/drawingml/2006/main">
              <a:ext uri="{FF2B5EF4-FFF2-40B4-BE49-F238E27FC236}">
                <a16:creationId xmlns:a16="http://schemas.microsoft.com/office/drawing/2014/main" id="{2A223C82-3ADD-4D31-A7A2-CD162E21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92314"/>
            <a:ext cx="1624013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object-20-s0-ux">
            <a:extLst xmlns:a="http://schemas.openxmlformats.org/drawingml/2006/main">
              <a:ext uri="{FF2B5EF4-FFF2-40B4-BE49-F238E27FC236}">
                <a16:creationId xmlns:a16="http://schemas.microsoft.com/office/drawing/2014/main" id="{08FAB814-E8B2-4D6C-A7E8-C828CE37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07554"/>
            <a:ext cx="533846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31%</a:t>
            </a:r>
          </a:p>
        </p:txBody>
      </p:sp>
      <p:sp>
        <p:nvSpPr>
          <p:cNvPr id="23" name="object-21-s0-ux">
            <a:extLst xmlns:a="http://schemas.openxmlformats.org/drawingml/2006/main">
              <a:ext uri="{FF2B5EF4-FFF2-40B4-BE49-F238E27FC236}">
                <a16:creationId xmlns:a16="http://schemas.microsoft.com/office/drawing/2014/main" id="{717A8571-B068-440C-9115-7030212C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16127"/>
            <a:ext cx="55289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6"/>
                </a:solidFill>
                <a:latin typeface="Arial"/>
                <a:ea typeface="Arial"/>
                <a:cs typeface="Arial"/>
              </a:rPr>
              <a:t>97%</a:t>
            </a:r>
          </a:p>
        </p:txBody>
      </p:sp>
      <p:sp>
        <p:nvSpPr>
          <p:cNvPr id="24" name="object-22-s0-ux">
            <a:extLst xmlns:a="http://schemas.openxmlformats.org/drawingml/2006/main">
              <a:ext uri="{FF2B5EF4-FFF2-40B4-BE49-F238E27FC236}">
                <a16:creationId xmlns:a16="http://schemas.microsoft.com/office/drawing/2014/main" id="{52E11B91-1908-40D0-8EB3-501277F9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740" y="4366647"/>
            <a:ext cx="130265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as good or better</a:t>
            </a:r>
          </a:p>
        </p:txBody>
      </p:sp>
      <p:sp>
        <p:nvSpPr>
          <p:cNvPr id="25" name="object-23-s0-ux">
            <a:extLst xmlns:a="http://schemas.openxmlformats.org/drawingml/2006/main">
              <a:ext uri="{FF2B5EF4-FFF2-40B4-BE49-F238E27FC236}">
                <a16:creationId xmlns:a16="http://schemas.microsoft.com/office/drawing/2014/main" id="{5AA092ED-3F9C-4282-B2C7-82AD9BF7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49564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6"/>
          </a:solidFill>
          <a:ln xmlns:a="http://schemas.openxmlformats.org/drawingml/2006/main" w="19050">
            <a:solidFill>
              <a:srgbClr val="087E86"/>
            </a:solidFill>
            <a:prstDash val="solid"/>
          </a:ln>
        </p:spPr>
      </p:sp>
      <p:sp>
        <p:nvSpPr>
          <p:cNvPr id="26" name="object-24-s0-ux">
            <a:extLst xmlns:a="http://schemas.openxmlformats.org/drawingml/2006/main">
              <a:ext uri="{FF2B5EF4-FFF2-40B4-BE49-F238E27FC236}">
                <a16:creationId xmlns:a16="http://schemas.microsoft.com/office/drawing/2014/main" id="{2D18EC7F-3289-4E4F-9567-08936C40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811464"/>
            <a:ext cx="1158553" cy="249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strictly better</a:t>
            </a:r>
          </a:p>
        </p:txBody>
      </p:sp>
      <p:sp>
        <p:nvSpPr>
          <p:cNvPr id="27" name="object-25-s0-ux">
            <a:extLst xmlns:a="http://schemas.openxmlformats.org/drawingml/2006/main">
              <a:ext uri="{FF2B5EF4-FFF2-40B4-BE49-F238E27FC236}">
                <a16:creationId xmlns:a16="http://schemas.microsoft.com/office/drawing/2014/main" id="{6C4624F9-1CA8-41D1-9FA6-962D307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49564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5CC"/>
          </a:solidFill>
          <a:ln xmlns:a="http://schemas.openxmlformats.org/drawingml/2006/main" w="19050">
            <a:solidFill>
              <a:srgbClr val="A9D5CC"/>
            </a:solidFill>
            <a:prstDash val="solid"/>
          </a:ln>
        </p:spPr>
      </p:sp>
      <p:sp>
        <p:nvSpPr>
          <p:cNvPr id="28" name="object-26-s0-ux">
            <a:extLst xmlns:a="http://schemas.openxmlformats.org/drawingml/2006/main">
              <a:ext uri="{FF2B5EF4-FFF2-40B4-BE49-F238E27FC236}">
                <a16:creationId xmlns:a16="http://schemas.microsoft.com/office/drawing/2014/main" id="{8083AE7F-88DC-49B4-AD62-E53DCC39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11464"/>
            <a:ext cx="5423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2303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23039"/>
                </a:solidFill>
                <a:latin typeface="Arial"/>
                <a:ea typeface="Arial"/>
                <a:cs typeface="Arial"/>
              </a:rPr>
              <a:t>equal</a:t>
            </a:r>
          </a:p>
        </p:txBody>
      </p:sp>
      <p:sp>
        <p:nvSpPr>
          <p:cNvPr id="29" name="object-27-s0-ux">
            <a:extLst xmlns:a="http://schemas.openxmlformats.org/drawingml/2006/main">
              <a:ext uri="{FF2B5EF4-FFF2-40B4-BE49-F238E27FC236}">
                <a16:creationId xmlns:a16="http://schemas.microsoft.com/office/drawing/2014/main" id="{6A81F86F-04E1-4228-8D4C-1943F664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811" y="2690247"/>
            <a:ext cx="490389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0" name="object-28-s0-ux">
            <a:extLst xmlns:a="http://schemas.openxmlformats.org/drawingml/2006/main">
              <a:ext uri="{FF2B5EF4-FFF2-40B4-BE49-F238E27FC236}">
                <a16:creationId xmlns:a16="http://schemas.microsoft.com/office/drawing/2014/main" id="{E4380C76-15FB-4273-99A0-E1F260D7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114"/>
            <a:ext cx="7069038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Bars show shares of benchmark cases. Dark + light teal = 97% as good or better. Gray = remaining 3%.</a:t>
            </a:r>
          </a:p>
        </p:txBody>
      </p:sp>
      <p:sp>
        <p:nvSpPr>
          <p:cNvPr id="31" name="object-29-s0-ux">
            <a:extLst xmlns:a="http://schemas.openxmlformats.org/drawingml/2006/main">
              <a:ext uri="{FF2B5EF4-FFF2-40B4-BE49-F238E27FC236}">
                <a16:creationId xmlns:a16="http://schemas.microsoft.com/office/drawing/2014/main" id="{76AF47D4-A1EE-4A43-B81F-6FBC6E73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5568"/>
            <a:ext cx="2978497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Qiang &amp; Gu · QSymb · Tables 1–3, §7.3, Figs. 13–14</a:t>
            </a:r>
          </a:p>
        </p:txBody>
      </p:sp>
      <p:sp>
        <p:nvSpPr>
          <p:cNvPr id="32" name="object-30-s0-ux">
            <a:extLst xmlns:a="http://schemas.openxmlformats.org/drawingml/2006/main">
              <a:ext uri="{FF2B5EF4-FFF2-40B4-BE49-F238E27FC236}">
                <a16:creationId xmlns:a16="http://schemas.microsoft.com/office/drawing/2014/main" id="{AF4E3401-DE31-4F7D-B1F9-0A5CFEE7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482" y="6445568"/>
            <a:ext cx="454968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72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7275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589740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2026-10-03T20:41:16.2010000Z</dcterms:created>
  <dcterms:modified xsi:type="dcterms:W3CDTF">2026-10-03T20:41:16.2010000Z</dcterms:modified>
</coreProperties>
</file>